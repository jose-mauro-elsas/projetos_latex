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94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4" r:id="rId8"/>
    <p:sldId id="286" r:id="rId9"/>
    <p:sldId id="285" r:id="rId10"/>
    <p:sldId id="268" r:id="rId11"/>
    <p:sldId id="287" r:id="rId12"/>
    <p:sldId id="273" r:id="rId13"/>
    <p:sldId id="267" r:id="rId14"/>
    <p:sldId id="271" r:id="rId15"/>
    <p:sldId id="266" r:id="rId16"/>
    <p:sldId id="288" r:id="rId17"/>
    <p:sldId id="275" r:id="rId18"/>
    <p:sldId id="274" r:id="rId19"/>
    <p:sldId id="276" r:id="rId20"/>
    <p:sldId id="289" r:id="rId21"/>
    <p:sldId id="277" r:id="rId22"/>
    <p:sldId id="280" r:id="rId23"/>
    <p:sldId id="281" r:id="rId24"/>
    <p:sldId id="290" r:id="rId25"/>
    <p:sldId id="284" r:id="rId26"/>
    <p:sldId id="291" r:id="rId27"/>
    <p:sldId id="292" r:id="rId28"/>
    <p:sldId id="293" r:id="rId29"/>
    <p:sldId id="294" r:id="rId30"/>
    <p:sldId id="295" r:id="rId31"/>
    <p:sldId id="296" r:id="rId32"/>
    <p:sldId id="297" r:id="rId33"/>
    <p:sldId id="298" r:id="rId34"/>
    <p:sldId id="300" r:id="rId35"/>
    <p:sldId id="301" r:id="rId36"/>
    <p:sldId id="302" r:id="rId37"/>
    <p:sldId id="303" r:id="rId38"/>
    <p:sldId id="304" r:id="rId39"/>
    <p:sldId id="305" r:id="rId40"/>
    <p:sldId id="306" r:id="rId41"/>
    <p:sldId id="1040" r:id="rId42"/>
    <p:sldId id="307" r:id="rId43"/>
    <p:sldId id="308" r:id="rId44"/>
    <p:sldId id="309" r:id="rId4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Estilo com Tema 1 - Ênfas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4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B07741-BF50-48BF-B924-DFFD13A7661D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B2961E5F-2553-4F26-809B-410BA05B113E}">
      <dgm:prSet phldrT="[Texto]" custT="1"/>
      <dgm:spPr>
        <a:solidFill>
          <a:schemeClr val="accent2"/>
        </a:solidFill>
      </dgm:spPr>
      <dgm:t>
        <a:bodyPr/>
        <a:lstStyle/>
        <a:p>
          <a:r>
            <a:rPr lang="pt-BR" sz="3000" dirty="0">
              <a:latin typeface="Aptos" panose="020B0004020202020204" pitchFamily="34" charset="0"/>
            </a:rPr>
            <a:t>Química</a:t>
          </a:r>
        </a:p>
      </dgm:t>
    </dgm:pt>
    <dgm:pt modelId="{DDA64FA2-AD54-4F1D-966D-40201F258067}" type="parTrans" cxnId="{90C7F68A-33D6-4A83-AE1A-247617A91991}">
      <dgm:prSet/>
      <dgm:spPr/>
      <dgm:t>
        <a:bodyPr/>
        <a:lstStyle/>
        <a:p>
          <a:endParaRPr lang="pt-BR" sz="3000">
            <a:latin typeface="Aptos" panose="020B0004020202020204" pitchFamily="34" charset="0"/>
          </a:endParaRPr>
        </a:p>
      </dgm:t>
    </dgm:pt>
    <dgm:pt modelId="{A716E017-DF66-4A82-A42E-72B5AD020B9C}" type="sibTrans" cxnId="{90C7F68A-33D6-4A83-AE1A-247617A91991}">
      <dgm:prSet/>
      <dgm:spPr/>
      <dgm:t>
        <a:bodyPr/>
        <a:lstStyle/>
        <a:p>
          <a:endParaRPr lang="pt-BR" sz="3000">
            <a:latin typeface="Aptos" panose="020B0004020202020204" pitchFamily="34" charset="0"/>
          </a:endParaRPr>
        </a:p>
      </dgm:t>
    </dgm:pt>
    <dgm:pt modelId="{471BEE97-113F-4092-891F-56E46135E38E}">
      <dgm:prSet phldrT="[Texto]" custT="1"/>
      <dgm:spPr/>
      <dgm:t>
        <a:bodyPr/>
        <a:lstStyle/>
        <a:p>
          <a:r>
            <a:rPr lang="pt-BR" sz="3000" dirty="0">
              <a:latin typeface="Aptos" panose="020B0004020202020204" pitchFamily="34" charset="0"/>
            </a:rPr>
            <a:t>Química Inorgânica</a:t>
          </a:r>
        </a:p>
      </dgm:t>
    </dgm:pt>
    <dgm:pt modelId="{C7CE4D0B-8CFB-4110-A253-8E51A726E092}" type="parTrans" cxnId="{084D1927-E1F6-4749-A807-8EDF3B544D25}">
      <dgm:prSet/>
      <dgm:spPr/>
      <dgm:t>
        <a:bodyPr/>
        <a:lstStyle/>
        <a:p>
          <a:endParaRPr lang="pt-BR" sz="3000">
            <a:latin typeface="Aptos" panose="020B0004020202020204" pitchFamily="34" charset="0"/>
          </a:endParaRPr>
        </a:p>
      </dgm:t>
    </dgm:pt>
    <dgm:pt modelId="{5044D0F4-EC32-4B13-A0B2-F4684E52BA96}" type="sibTrans" cxnId="{084D1927-E1F6-4749-A807-8EDF3B544D25}">
      <dgm:prSet/>
      <dgm:spPr/>
      <dgm:t>
        <a:bodyPr/>
        <a:lstStyle/>
        <a:p>
          <a:endParaRPr lang="pt-BR" sz="3000">
            <a:latin typeface="Aptos" panose="020B0004020202020204" pitchFamily="34" charset="0"/>
          </a:endParaRPr>
        </a:p>
      </dgm:t>
    </dgm:pt>
    <dgm:pt modelId="{574D7DB5-4AB6-4927-A510-1ABCBA8A7B75}">
      <dgm:prSet phldrT="[Texto]" custT="1"/>
      <dgm:spPr/>
      <dgm:t>
        <a:bodyPr/>
        <a:lstStyle/>
        <a:p>
          <a:r>
            <a:rPr lang="pt-BR" sz="3000" dirty="0">
              <a:latin typeface="Aptos" panose="020B0004020202020204" pitchFamily="34" charset="0"/>
            </a:rPr>
            <a:t>Química Orgânica</a:t>
          </a:r>
        </a:p>
      </dgm:t>
    </dgm:pt>
    <dgm:pt modelId="{FBD5F46E-E6A6-4D6A-9DA8-1888557EDC24}" type="parTrans" cxnId="{08365CA2-1A12-4310-AF41-9F2A593F70C0}">
      <dgm:prSet/>
      <dgm:spPr/>
      <dgm:t>
        <a:bodyPr/>
        <a:lstStyle/>
        <a:p>
          <a:endParaRPr lang="pt-BR" sz="3000">
            <a:latin typeface="Aptos" panose="020B0004020202020204" pitchFamily="34" charset="0"/>
          </a:endParaRPr>
        </a:p>
      </dgm:t>
    </dgm:pt>
    <dgm:pt modelId="{B5C34871-83C7-4F47-93BA-EEEE6EAB2C89}" type="sibTrans" cxnId="{08365CA2-1A12-4310-AF41-9F2A593F70C0}">
      <dgm:prSet/>
      <dgm:spPr/>
      <dgm:t>
        <a:bodyPr/>
        <a:lstStyle/>
        <a:p>
          <a:endParaRPr lang="pt-BR" sz="3000">
            <a:latin typeface="Aptos" panose="020B0004020202020204" pitchFamily="34" charset="0"/>
          </a:endParaRPr>
        </a:p>
      </dgm:t>
    </dgm:pt>
    <dgm:pt modelId="{89688AB3-12B8-4240-9ED9-7C8BA1EBCB12}">
      <dgm:prSet phldrT="[Texto]" custT="1"/>
      <dgm:spPr/>
      <dgm:t>
        <a:bodyPr/>
        <a:lstStyle/>
        <a:p>
          <a:r>
            <a:rPr lang="pt-BR" sz="3000" dirty="0">
              <a:latin typeface="Aptos" panose="020B0004020202020204" pitchFamily="34" charset="0"/>
            </a:rPr>
            <a:t>Físico-Química</a:t>
          </a:r>
        </a:p>
      </dgm:t>
    </dgm:pt>
    <dgm:pt modelId="{1A5A247D-4851-41FC-8BFB-6D6F100B4080}" type="parTrans" cxnId="{01B5EA28-7467-4DB5-902D-7EDB230D9E70}">
      <dgm:prSet/>
      <dgm:spPr/>
      <dgm:t>
        <a:bodyPr/>
        <a:lstStyle/>
        <a:p>
          <a:endParaRPr lang="pt-BR" sz="3000">
            <a:latin typeface="Aptos" panose="020B0004020202020204" pitchFamily="34" charset="0"/>
          </a:endParaRPr>
        </a:p>
      </dgm:t>
    </dgm:pt>
    <dgm:pt modelId="{31FEC447-C972-4EFB-AAC4-DF1F5705465F}" type="sibTrans" cxnId="{01B5EA28-7467-4DB5-902D-7EDB230D9E70}">
      <dgm:prSet/>
      <dgm:spPr/>
      <dgm:t>
        <a:bodyPr/>
        <a:lstStyle/>
        <a:p>
          <a:endParaRPr lang="pt-BR" sz="3000">
            <a:latin typeface="Aptos" panose="020B0004020202020204" pitchFamily="34" charset="0"/>
          </a:endParaRPr>
        </a:p>
      </dgm:t>
    </dgm:pt>
    <dgm:pt modelId="{CBEE6DB2-1ED9-4D1E-8363-D079E78353FB}">
      <dgm:prSet phldrT="[Texto]" custT="1"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pt-BR" sz="3000" dirty="0">
              <a:latin typeface="Aptos" panose="020B0004020202020204" pitchFamily="34" charset="0"/>
            </a:rPr>
            <a:t>Química Analítica</a:t>
          </a:r>
        </a:p>
      </dgm:t>
    </dgm:pt>
    <dgm:pt modelId="{F03F69F7-D119-4482-A095-96BF86EFA03F}" type="parTrans" cxnId="{49C4FF7F-EDE6-490C-B115-A3021350B4EE}">
      <dgm:prSet/>
      <dgm:spPr/>
      <dgm:t>
        <a:bodyPr/>
        <a:lstStyle/>
        <a:p>
          <a:endParaRPr lang="pt-BR" sz="3000">
            <a:latin typeface="Aptos" panose="020B0004020202020204" pitchFamily="34" charset="0"/>
          </a:endParaRPr>
        </a:p>
      </dgm:t>
    </dgm:pt>
    <dgm:pt modelId="{95BFF1DD-5B93-4121-8F06-E0608CE9DCEC}" type="sibTrans" cxnId="{49C4FF7F-EDE6-490C-B115-A3021350B4EE}">
      <dgm:prSet/>
      <dgm:spPr/>
      <dgm:t>
        <a:bodyPr/>
        <a:lstStyle/>
        <a:p>
          <a:endParaRPr lang="pt-BR" sz="3000">
            <a:latin typeface="Aptos" panose="020B0004020202020204" pitchFamily="34" charset="0"/>
          </a:endParaRPr>
        </a:p>
      </dgm:t>
    </dgm:pt>
    <dgm:pt modelId="{F879EA9C-1055-49D9-8CB3-AE8C7F08D45D}" type="pres">
      <dgm:prSet presAssocID="{A8B07741-BF50-48BF-B924-DFFD13A7661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DBE2D7D0-DF84-4CF7-B34E-CC9EC339157E}" type="pres">
      <dgm:prSet presAssocID="{B2961E5F-2553-4F26-809B-410BA05B113E}" presName="hierRoot1" presStyleCnt="0">
        <dgm:presLayoutVars>
          <dgm:hierBranch val="init"/>
        </dgm:presLayoutVars>
      </dgm:prSet>
      <dgm:spPr/>
    </dgm:pt>
    <dgm:pt modelId="{DDE14F88-7BB5-493C-9366-5F041B65358F}" type="pres">
      <dgm:prSet presAssocID="{B2961E5F-2553-4F26-809B-410BA05B113E}" presName="rootComposite1" presStyleCnt="0"/>
      <dgm:spPr/>
    </dgm:pt>
    <dgm:pt modelId="{39534328-8815-41CC-8417-E76D1368C33A}" type="pres">
      <dgm:prSet presAssocID="{B2961E5F-2553-4F26-809B-410BA05B113E}" presName="rootText1" presStyleLbl="node0" presStyleIdx="0" presStyleCnt="1">
        <dgm:presLayoutVars>
          <dgm:chPref val="3"/>
        </dgm:presLayoutVars>
      </dgm:prSet>
      <dgm:spPr/>
    </dgm:pt>
    <dgm:pt modelId="{C88BF577-CCE9-4308-85E2-99467F5D424D}" type="pres">
      <dgm:prSet presAssocID="{B2961E5F-2553-4F26-809B-410BA05B113E}" presName="rootConnector1" presStyleLbl="node1" presStyleIdx="0" presStyleCnt="0"/>
      <dgm:spPr/>
    </dgm:pt>
    <dgm:pt modelId="{09CD9903-6651-4485-AD95-857E292F6F7F}" type="pres">
      <dgm:prSet presAssocID="{B2961E5F-2553-4F26-809B-410BA05B113E}" presName="hierChild2" presStyleCnt="0"/>
      <dgm:spPr/>
    </dgm:pt>
    <dgm:pt modelId="{902DCD12-7824-44FF-8F50-6156368195DC}" type="pres">
      <dgm:prSet presAssocID="{C7CE4D0B-8CFB-4110-A253-8E51A726E092}" presName="Name37" presStyleLbl="parChTrans1D2" presStyleIdx="0" presStyleCnt="4"/>
      <dgm:spPr/>
    </dgm:pt>
    <dgm:pt modelId="{3A52F5F2-A831-4189-AF38-BACBC4C47CE0}" type="pres">
      <dgm:prSet presAssocID="{471BEE97-113F-4092-891F-56E46135E38E}" presName="hierRoot2" presStyleCnt="0">
        <dgm:presLayoutVars>
          <dgm:hierBranch val="init"/>
        </dgm:presLayoutVars>
      </dgm:prSet>
      <dgm:spPr/>
    </dgm:pt>
    <dgm:pt modelId="{77A6E427-249F-403B-B58D-A883A5B0AF22}" type="pres">
      <dgm:prSet presAssocID="{471BEE97-113F-4092-891F-56E46135E38E}" presName="rootComposite" presStyleCnt="0"/>
      <dgm:spPr/>
    </dgm:pt>
    <dgm:pt modelId="{A1EEC688-2DC4-4450-AE98-77B65E43C6B7}" type="pres">
      <dgm:prSet presAssocID="{471BEE97-113F-4092-891F-56E46135E38E}" presName="rootText" presStyleLbl="node2" presStyleIdx="0" presStyleCnt="4">
        <dgm:presLayoutVars>
          <dgm:chPref val="3"/>
        </dgm:presLayoutVars>
      </dgm:prSet>
      <dgm:spPr/>
    </dgm:pt>
    <dgm:pt modelId="{6004B198-AC03-4A7F-A1CD-52E6FB27F819}" type="pres">
      <dgm:prSet presAssocID="{471BEE97-113F-4092-891F-56E46135E38E}" presName="rootConnector" presStyleLbl="node2" presStyleIdx="0" presStyleCnt="4"/>
      <dgm:spPr/>
    </dgm:pt>
    <dgm:pt modelId="{148C5A7F-6711-4E00-BCA4-692A2D3F4469}" type="pres">
      <dgm:prSet presAssocID="{471BEE97-113F-4092-891F-56E46135E38E}" presName="hierChild4" presStyleCnt="0"/>
      <dgm:spPr/>
    </dgm:pt>
    <dgm:pt modelId="{3618B684-7734-4D23-B811-9EBBF7FA6BFC}" type="pres">
      <dgm:prSet presAssocID="{471BEE97-113F-4092-891F-56E46135E38E}" presName="hierChild5" presStyleCnt="0"/>
      <dgm:spPr/>
    </dgm:pt>
    <dgm:pt modelId="{8D5694AD-9FD1-4F3F-A73E-BFA98DF78FDC}" type="pres">
      <dgm:prSet presAssocID="{FBD5F46E-E6A6-4D6A-9DA8-1888557EDC24}" presName="Name37" presStyleLbl="parChTrans1D2" presStyleIdx="1" presStyleCnt="4"/>
      <dgm:spPr/>
    </dgm:pt>
    <dgm:pt modelId="{98976312-0188-4BB5-A65F-2A5EE7D74636}" type="pres">
      <dgm:prSet presAssocID="{574D7DB5-4AB6-4927-A510-1ABCBA8A7B75}" presName="hierRoot2" presStyleCnt="0">
        <dgm:presLayoutVars>
          <dgm:hierBranch val="init"/>
        </dgm:presLayoutVars>
      </dgm:prSet>
      <dgm:spPr/>
    </dgm:pt>
    <dgm:pt modelId="{0AEA5ADC-EA0F-47AD-9D13-33BB4BE6970F}" type="pres">
      <dgm:prSet presAssocID="{574D7DB5-4AB6-4927-A510-1ABCBA8A7B75}" presName="rootComposite" presStyleCnt="0"/>
      <dgm:spPr/>
    </dgm:pt>
    <dgm:pt modelId="{58C5CB7A-E4E5-4D8D-84D0-A64511E29AF2}" type="pres">
      <dgm:prSet presAssocID="{574D7DB5-4AB6-4927-A510-1ABCBA8A7B75}" presName="rootText" presStyleLbl="node2" presStyleIdx="1" presStyleCnt="4">
        <dgm:presLayoutVars>
          <dgm:chPref val="3"/>
        </dgm:presLayoutVars>
      </dgm:prSet>
      <dgm:spPr/>
    </dgm:pt>
    <dgm:pt modelId="{3B56F8BA-5F2C-46B7-BC74-8CAEEC518D19}" type="pres">
      <dgm:prSet presAssocID="{574D7DB5-4AB6-4927-A510-1ABCBA8A7B75}" presName="rootConnector" presStyleLbl="node2" presStyleIdx="1" presStyleCnt="4"/>
      <dgm:spPr/>
    </dgm:pt>
    <dgm:pt modelId="{1E7EE257-E115-4261-8233-F65A63249305}" type="pres">
      <dgm:prSet presAssocID="{574D7DB5-4AB6-4927-A510-1ABCBA8A7B75}" presName="hierChild4" presStyleCnt="0"/>
      <dgm:spPr/>
    </dgm:pt>
    <dgm:pt modelId="{685778C0-99BC-4078-94F6-04A613A375BD}" type="pres">
      <dgm:prSet presAssocID="{574D7DB5-4AB6-4927-A510-1ABCBA8A7B75}" presName="hierChild5" presStyleCnt="0"/>
      <dgm:spPr/>
    </dgm:pt>
    <dgm:pt modelId="{6832258B-08C9-4BD8-95B9-874A974EC43E}" type="pres">
      <dgm:prSet presAssocID="{1A5A247D-4851-41FC-8BFB-6D6F100B4080}" presName="Name37" presStyleLbl="parChTrans1D2" presStyleIdx="2" presStyleCnt="4"/>
      <dgm:spPr/>
    </dgm:pt>
    <dgm:pt modelId="{B89C188D-7409-43CB-BA6F-6023766F6D79}" type="pres">
      <dgm:prSet presAssocID="{89688AB3-12B8-4240-9ED9-7C8BA1EBCB12}" presName="hierRoot2" presStyleCnt="0">
        <dgm:presLayoutVars>
          <dgm:hierBranch val="init"/>
        </dgm:presLayoutVars>
      </dgm:prSet>
      <dgm:spPr/>
    </dgm:pt>
    <dgm:pt modelId="{812CA3BE-701B-4A19-A74F-9499E85EAA95}" type="pres">
      <dgm:prSet presAssocID="{89688AB3-12B8-4240-9ED9-7C8BA1EBCB12}" presName="rootComposite" presStyleCnt="0"/>
      <dgm:spPr/>
    </dgm:pt>
    <dgm:pt modelId="{835956D7-2CDA-42E2-879F-554DB71C5B7F}" type="pres">
      <dgm:prSet presAssocID="{89688AB3-12B8-4240-9ED9-7C8BA1EBCB12}" presName="rootText" presStyleLbl="node2" presStyleIdx="2" presStyleCnt="4">
        <dgm:presLayoutVars>
          <dgm:chPref val="3"/>
        </dgm:presLayoutVars>
      </dgm:prSet>
      <dgm:spPr/>
    </dgm:pt>
    <dgm:pt modelId="{86FEC2C4-F0CE-4C42-85B6-A85CC6019699}" type="pres">
      <dgm:prSet presAssocID="{89688AB3-12B8-4240-9ED9-7C8BA1EBCB12}" presName="rootConnector" presStyleLbl="node2" presStyleIdx="2" presStyleCnt="4"/>
      <dgm:spPr/>
    </dgm:pt>
    <dgm:pt modelId="{5126F795-4161-4C5C-A8D5-56759278C429}" type="pres">
      <dgm:prSet presAssocID="{89688AB3-12B8-4240-9ED9-7C8BA1EBCB12}" presName="hierChild4" presStyleCnt="0"/>
      <dgm:spPr/>
    </dgm:pt>
    <dgm:pt modelId="{694BDE59-EF91-447A-A667-266141F940BB}" type="pres">
      <dgm:prSet presAssocID="{89688AB3-12B8-4240-9ED9-7C8BA1EBCB12}" presName="hierChild5" presStyleCnt="0"/>
      <dgm:spPr/>
    </dgm:pt>
    <dgm:pt modelId="{FE09265C-07B0-4433-835B-8D3B8DC0EBC0}" type="pres">
      <dgm:prSet presAssocID="{F03F69F7-D119-4482-A095-96BF86EFA03F}" presName="Name37" presStyleLbl="parChTrans1D2" presStyleIdx="3" presStyleCnt="4"/>
      <dgm:spPr/>
    </dgm:pt>
    <dgm:pt modelId="{2A39D57A-F3FD-4801-950D-7BBF90F1D95B}" type="pres">
      <dgm:prSet presAssocID="{CBEE6DB2-1ED9-4D1E-8363-D079E78353FB}" presName="hierRoot2" presStyleCnt="0">
        <dgm:presLayoutVars>
          <dgm:hierBranch val="init"/>
        </dgm:presLayoutVars>
      </dgm:prSet>
      <dgm:spPr/>
    </dgm:pt>
    <dgm:pt modelId="{7DD0E4CB-AA05-4E04-964C-DB014A0A3F5A}" type="pres">
      <dgm:prSet presAssocID="{CBEE6DB2-1ED9-4D1E-8363-D079E78353FB}" presName="rootComposite" presStyleCnt="0"/>
      <dgm:spPr/>
    </dgm:pt>
    <dgm:pt modelId="{2DBFDEF1-6D81-4268-B66F-6AE2C1E7FECF}" type="pres">
      <dgm:prSet presAssocID="{CBEE6DB2-1ED9-4D1E-8363-D079E78353FB}" presName="rootText" presStyleLbl="node2" presStyleIdx="3" presStyleCnt="4">
        <dgm:presLayoutVars>
          <dgm:chPref val="3"/>
        </dgm:presLayoutVars>
      </dgm:prSet>
      <dgm:spPr/>
    </dgm:pt>
    <dgm:pt modelId="{85D620FA-B018-4D1B-8F64-9A9B7D14F1D5}" type="pres">
      <dgm:prSet presAssocID="{CBEE6DB2-1ED9-4D1E-8363-D079E78353FB}" presName="rootConnector" presStyleLbl="node2" presStyleIdx="3" presStyleCnt="4"/>
      <dgm:spPr/>
    </dgm:pt>
    <dgm:pt modelId="{DB0C4638-0F0A-4510-B0F4-CCF2D26B162B}" type="pres">
      <dgm:prSet presAssocID="{CBEE6DB2-1ED9-4D1E-8363-D079E78353FB}" presName="hierChild4" presStyleCnt="0"/>
      <dgm:spPr/>
    </dgm:pt>
    <dgm:pt modelId="{C232C66D-4038-413F-B609-BC3423214339}" type="pres">
      <dgm:prSet presAssocID="{CBEE6DB2-1ED9-4D1E-8363-D079E78353FB}" presName="hierChild5" presStyleCnt="0"/>
      <dgm:spPr/>
    </dgm:pt>
    <dgm:pt modelId="{7E2CADD1-FCC7-464F-8704-4FEE182367EF}" type="pres">
      <dgm:prSet presAssocID="{B2961E5F-2553-4F26-809B-410BA05B113E}" presName="hierChild3" presStyleCnt="0"/>
      <dgm:spPr/>
    </dgm:pt>
  </dgm:ptLst>
  <dgm:cxnLst>
    <dgm:cxn modelId="{2199D30A-25AD-4EC1-B14E-716E3A895ACF}" type="presOf" srcId="{B2961E5F-2553-4F26-809B-410BA05B113E}" destId="{39534328-8815-41CC-8417-E76D1368C33A}" srcOrd="0" destOrd="0" presId="urn:microsoft.com/office/officeart/2005/8/layout/orgChart1"/>
    <dgm:cxn modelId="{2DFB7A20-03EA-48F8-B137-27DBE8CF2C0D}" type="presOf" srcId="{A8B07741-BF50-48BF-B924-DFFD13A7661D}" destId="{F879EA9C-1055-49D9-8CB3-AE8C7F08D45D}" srcOrd="0" destOrd="0" presId="urn:microsoft.com/office/officeart/2005/8/layout/orgChart1"/>
    <dgm:cxn modelId="{084D1927-E1F6-4749-A807-8EDF3B544D25}" srcId="{B2961E5F-2553-4F26-809B-410BA05B113E}" destId="{471BEE97-113F-4092-891F-56E46135E38E}" srcOrd="0" destOrd="0" parTransId="{C7CE4D0B-8CFB-4110-A253-8E51A726E092}" sibTransId="{5044D0F4-EC32-4B13-A0B2-F4684E52BA96}"/>
    <dgm:cxn modelId="{01B5EA28-7467-4DB5-902D-7EDB230D9E70}" srcId="{B2961E5F-2553-4F26-809B-410BA05B113E}" destId="{89688AB3-12B8-4240-9ED9-7C8BA1EBCB12}" srcOrd="2" destOrd="0" parTransId="{1A5A247D-4851-41FC-8BFB-6D6F100B4080}" sibTransId="{31FEC447-C972-4EFB-AAC4-DF1F5705465F}"/>
    <dgm:cxn modelId="{F9465B3B-67CF-4DDE-9579-BFD7F4343745}" type="presOf" srcId="{574D7DB5-4AB6-4927-A510-1ABCBA8A7B75}" destId="{3B56F8BA-5F2C-46B7-BC74-8CAEEC518D19}" srcOrd="1" destOrd="0" presId="urn:microsoft.com/office/officeart/2005/8/layout/orgChart1"/>
    <dgm:cxn modelId="{ABE63C3C-D0C4-4709-8062-43CC87D21B8B}" type="presOf" srcId="{574D7DB5-4AB6-4927-A510-1ABCBA8A7B75}" destId="{58C5CB7A-E4E5-4D8D-84D0-A64511E29AF2}" srcOrd="0" destOrd="0" presId="urn:microsoft.com/office/officeart/2005/8/layout/orgChart1"/>
    <dgm:cxn modelId="{1D7F1543-5D46-4FE9-87FA-33E162D42934}" type="presOf" srcId="{471BEE97-113F-4092-891F-56E46135E38E}" destId="{6004B198-AC03-4A7F-A1CD-52E6FB27F819}" srcOrd="1" destOrd="0" presId="urn:microsoft.com/office/officeart/2005/8/layout/orgChart1"/>
    <dgm:cxn modelId="{7430D065-3AB2-49D5-92A0-0BA20D6CA9A8}" type="presOf" srcId="{B2961E5F-2553-4F26-809B-410BA05B113E}" destId="{C88BF577-CCE9-4308-85E2-99467F5D424D}" srcOrd="1" destOrd="0" presId="urn:microsoft.com/office/officeart/2005/8/layout/orgChart1"/>
    <dgm:cxn modelId="{AF81B84C-4E89-461E-9C71-CD39C5E290C5}" type="presOf" srcId="{C7CE4D0B-8CFB-4110-A253-8E51A726E092}" destId="{902DCD12-7824-44FF-8F50-6156368195DC}" srcOrd="0" destOrd="0" presId="urn:microsoft.com/office/officeart/2005/8/layout/orgChart1"/>
    <dgm:cxn modelId="{65E9E656-3579-4388-A88B-72F0188E3344}" type="presOf" srcId="{89688AB3-12B8-4240-9ED9-7C8BA1EBCB12}" destId="{835956D7-2CDA-42E2-879F-554DB71C5B7F}" srcOrd="0" destOrd="0" presId="urn:microsoft.com/office/officeart/2005/8/layout/orgChart1"/>
    <dgm:cxn modelId="{49C4FF7F-EDE6-490C-B115-A3021350B4EE}" srcId="{B2961E5F-2553-4F26-809B-410BA05B113E}" destId="{CBEE6DB2-1ED9-4D1E-8363-D079E78353FB}" srcOrd="3" destOrd="0" parTransId="{F03F69F7-D119-4482-A095-96BF86EFA03F}" sibTransId="{95BFF1DD-5B93-4121-8F06-E0608CE9DCEC}"/>
    <dgm:cxn modelId="{90C7F68A-33D6-4A83-AE1A-247617A91991}" srcId="{A8B07741-BF50-48BF-B924-DFFD13A7661D}" destId="{B2961E5F-2553-4F26-809B-410BA05B113E}" srcOrd="0" destOrd="0" parTransId="{DDA64FA2-AD54-4F1D-966D-40201F258067}" sibTransId="{A716E017-DF66-4A82-A42E-72B5AD020B9C}"/>
    <dgm:cxn modelId="{2BE3728E-8BF6-466D-BCB2-48D19009DD90}" type="presOf" srcId="{CBEE6DB2-1ED9-4D1E-8363-D079E78353FB}" destId="{2DBFDEF1-6D81-4268-B66F-6AE2C1E7FECF}" srcOrd="0" destOrd="0" presId="urn:microsoft.com/office/officeart/2005/8/layout/orgChart1"/>
    <dgm:cxn modelId="{08365CA2-1A12-4310-AF41-9F2A593F70C0}" srcId="{B2961E5F-2553-4F26-809B-410BA05B113E}" destId="{574D7DB5-4AB6-4927-A510-1ABCBA8A7B75}" srcOrd="1" destOrd="0" parTransId="{FBD5F46E-E6A6-4D6A-9DA8-1888557EDC24}" sibTransId="{B5C34871-83C7-4F47-93BA-EEEE6EAB2C89}"/>
    <dgm:cxn modelId="{1CDCE3AB-CEE6-4704-A2AC-D534E0C9CE7D}" type="presOf" srcId="{F03F69F7-D119-4482-A095-96BF86EFA03F}" destId="{FE09265C-07B0-4433-835B-8D3B8DC0EBC0}" srcOrd="0" destOrd="0" presId="urn:microsoft.com/office/officeart/2005/8/layout/orgChart1"/>
    <dgm:cxn modelId="{12E5B0B1-E863-4D01-9753-7E9F6C6ECE94}" type="presOf" srcId="{FBD5F46E-E6A6-4D6A-9DA8-1888557EDC24}" destId="{8D5694AD-9FD1-4F3F-A73E-BFA98DF78FDC}" srcOrd="0" destOrd="0" presId="urn:microsoft.com/office/officeart/2005/8/layout/orgChart1"/>
    <dgm:cxn modelId="{FD27FDB3-F259-43BD-A96A-A43B4E8BCAE9}" type="presOf" srcId="{89688AB3-12B8-4240-9ED9-7C8BA1EBCB12}" destId="{86FEC2C4-F0CE-4C42-85B6-A85CC6019699}" srcOrd="1" destOrd="0" presId="urn:microsoft.com/office/officeart/2005/8/layout/orgChart1"/>
    <dgm:cxn modelId="{3BEBB3C5-FA2A-415B-971D-47D727E143EC}" type="presOf" srcId="{CBEE6DB2-1ED9-4D1E-8363-D079E78353FB}" destId="{85D620FA-B018-4D1B-8F64-9A9B7D14F1D5}" srcOrd="1" destOrd="0" presId="urn:microsoft.com/office/officeart/2005/8/layout/orgChart1"/>
    <dgm:cxn modelId="{07C48DD0-5FAA-461A-8D83-944AADABDA5B}" type="presOf" srcId="{1A5A247D-4851-41FC-8BFB-6D6F100B4080}" destId="{6832258B-08C9-4BD8-95B9-874A974EC43E}" srcOrd="0" destOrd="0" presId="urn:microsoft.com/office/officeart/2005/8/layout/orgChart1"/>
    <dgm:cxn modelId="{2BED18F2-CBD0-4DB6-8F7C-5E08E8A6AAE5}" type="presOf" srcId="{471BEE97-113F-4092-891F-56E46135E38E}" destId="{A1EEC688-2DC4-4450-AE98-77B65E43C6B7}" srcOrd="0" destOrd="0" presId="urn:microsoft.com/office/officeart/2005/8/layout/orgChart1"/>
    <dgm:cxn modelId="{459FBD89-3F28-4EB5-A8AE-134060AD6EEE}" type="presParOf" srcId="{F879EA9C-1055-49D9-8CB3-AE8C7F08D45D}" destId="{DBE2D7D0-DF84-4CF7-B34E-CC9EC339157E}" srcOrd="0" destOrd="0" presId="urn:microsoft.com/office/officeart/2005/8/layout/orgChart1"/>
    <dgm:cxn modelId="{5C9AAC44-2EB9-4872-A85D-80D2DBBF12A0}" type="presParOf" srcId="{DBE2D7D0-DF84-4CF7-B34E-CC9EC339157E}" destId="{DDE14F88-7BB5-493C-9366-5F041B65358F}" srcOrd="0" destOrd="0" presId="urn:microsoft.com/office/officeart/2005/8/layout/orgChart1"/>
    <dgm:cxn modelId="{FB47E14E-4093-40CC-A6E5-FFE0684FBFC6}" type="presParOf" srcId="{DDE14F88-7BB5-493C-9366-5F041B65358F}" destId="{39534328-8815-41CC-8417-E76D1368C33A}" srcOrd="0" destOrd="0" presId="urn:microsoft.com/office/officeart/2005/8/layout/orgChart1"/>
    <dgm:cxn modelId="{235746E4-1126-456A-9F01-0580DAB474BF}" type="presParOf" srcId="{DDE14F88-7BB5-493C-9366-5F041B65358F}" destId="{C88BF577-CCE9-4308-85E2-99467F5D424D}" srcOrd="1" destOrd="0" presId="urn:microsoft.com/office/officeart/2005/8/layout/orgChart1"/>
    <dgm:cxn modelId="{FE545FD7-AA2E-4431-972B-2A98281470C1}" type="presParOf" srcId="{DBE2D7D0-DF84-4CF7-B34E-CC9EC339157E}" destId="{09CD9903-6651-4485-AD95-857E292F6F7F}" srcOrd="1" destOrd="0" presId="urn:microsoft.com/office/officeart/2005/8/layout/orgChart1"/>
    <dgm:cxn modelId="{6D1BE11B-73CF-4DDE-8A9E-CD0F921C5D86}" type="presParOf" srcId="{09CD9903-6651-4485-AD95-857E292F6F7F}" destId="{902DCD12-7824-44FF-8F50-6156368195DC}" srcOrd="0" destOrd="0" presId="urn:microsoft.com/office/officeart/2005/8/layout/orgChart1"/>
    <dgm:cxn modelId="{6F429435-ACDA-40EC-8E94-003E81678E34}" type="presParOf" srcId="{09CD9903-6651-4485-AD95-857E292F6F7F}" destId="{3A52F5F2-A831-4189-AF38-BACBC4C47CE0}" srcOrd="1" destOrd="0" presId="urn:microsoft.com/office/officeart/2005/8/layout/orgChart1"/>
    <dgm:cxn modelId="{385F0A0E-E569-450A-B476-5E3BE199A850}" type="presParOf" srcId="{3A52F5F2-A831-4189-AF38-BACBC4C47CE0}" destId="{77A6E427-249F-403B-B58D-A883A5B0AF22}" srcOrd="0" destOrd="0" presId="urn:microsoft.com/office/officeart/2005/8/layout/orgChart1"/>
    <dgm:cxn modelId="{9722143F-7FDC-478F-BA52-4C2C44D00222}" type="presParOf" srcId="{77A6E427-249F-403B-B58D-A883A5B0AF22}" destId="{A1EEC688-2DC4-4450-AE98-77B65E43C6B7}" srcOrd="0" destOrd="0" presId="urn:microsoft.com/office/officeart/2005/8/layout/orgChart1"/>
    <dgm:cxn modelId="{22414EB3-FCB3-444F-B5BE-59229DE7AA3F}" type="presParOf" srcId="{77A6E427-249F-403B-B58D-A883A5B0AF22}" destId="{6004B198-AC03-4A7F-A1CD-52E6FB27F819}" srcOrd="1" destOrd="0" presId="urn:microsoft.com/office/officeart/2005/8/layout/orgChart1"/>
    <dgm:cxn modelId="{CC8B4D20-F447-4F4D-BEBD-928088DE3671}" type="presParOf" srcId="{3A52F5F2-A831-4189-AF38-BACBC4C47CE0}" destId="{148C5A7F-6711-4E00-BCA4-692A2D3F4469}" srcOrd="1" destOrd="0" presId="urn:microsoft.com/office/officeart/2005/8/layout/orgChart1"/>
    <dgm:cxn modelId="{A597A6B7-87C4-4EEA-B4E1-EAAB8531B662}" type="presParOf" srcId="{3A52F5F2-A831-4189-AF38-BACBC4C47CE0}" destId="{3618B684-7734-4D23-B811-9EBBF7FA6BFC}" srcOrd="2" destOrd="0" presId="urn:microsoft.com/office/officeart/2005/8/layout/orgChart1"/>
    <dgm:cxn modelId="{165D9206-7ED3-4ADD-9309-85722A801054}" type="presParOf" srcId="{09CD9903-6651-4485-AD95-857E292F6F7F}" destId="{8D5694AD-9FD1-4F3F-A73E-BFA98DF78FDC}" srcOrd="2" destOrd="0" presId="urn:microsoft.com/office/officeart/2005/8/layout/orgChart1"/>
    <dgm:cxn modelId="{A9A4D56E-5079-46F6-82E1-6DBACB730BDB}" type="presParOf" srcId="{09CD9903-6651-4485-AD95-857E292F6F7F}" destId="{98976312-0188-4BB5-A65F-2A5EE7D74636}" srcOrd="3" destOrd="0" presId="urn:microsoft.com/office/officeart/2005/8/layout/orgChart1"/>
    <dgm:cxn modelId="{CC2F5CD4-84A9-4991-9FAF-C56FD5A1ED9E}" type="presParOf" srcId="{98976312-0188-4BB5-A65F-2A5EE7D74636}" destId="{0AEA5ADC-EA0F-47AD-9D13-33BB4BE6970F}" srcOrd="0" destOrd="0" presId="urn:microsoft.com/office/officeart/2005/8/layout/orgChart1"/>
    <dgm:cxn modelId="{63E1B01A-AD9B-4337-94B2-597DAAB07C6B}" type="presParOf" srcId="{0AEA5ADC-EA0F-47AD-9D13-33BB4BE6970F}" destId="{58C5CB7A-E4E5-4D8D-84D0-A64511E29AF2}" srcOrd="0" destOrd="0" presId="urn:microsoft.com/office/officeart/2005/8/layout/orgChart1"/>
    <dgm:cxn modelId="{9DCAA9CC-A3D4-4A8D-978A-E4179C96B254}" type="presParOf" srcId="{0AEA5ADC-EA0F-47AD-9D13-33BB4BE6970F}" destId="{3B56F8BA-5F2C-46B7-BC74-8CAEEC518D19}" srcOrd="1" destOrd="0" presId="urn:microsoft.com/office/officeart/2005/8/layout/orgChart1"/>
    <dgm:cxn modelId="{FCEDF69C-006A-4772-9752-78BC7F521F7B}" type="presParOf" srcId="{98976312-0188-4BB5-A65F-2A5EE7D74636}" destId="{1E7EE257-E115-4261-8233-F65A63249305}" srcOrd="1" destOrd="0" presId="urn:microsoft.com/office/officeart/2005/8/layout/orgChart1"/>
    <dgm:cxn modelId="{92B37276-4DE9-4C35-BBDF-676A76D2EF43}" type="presParOf" srcId="{98976312-0188-4BB5-A65F-2A5EE7D74636}" destId="{685778C0-99BC-4078-94F6-04A613A375BD}" srcOrd="2" destOrd="0" presId="urn:microsoft.com/office/officeart/2005/8/layout/orgChart1"/>
    <dgm:cxn modelId="{88992280-2A60-4160-9846-83ADF01137B9}" type="presParOf" srcId="{09CD9903-6651-4485-AD95-857E292F6F7F}" destId="{6832258B-08C9-4BD8-95B9-874A974EC43E}" srcOrd="4" destOrd="0" presId="urn:microsoft.com/office/officeart/2005/8/layout/orgChart1"/>
    <dgm:cxn modelId="{2B61D0F1-6473-4821-B64C-42EABBF48B6C}" type="presParOf" srcId="{09CD9903-6651-4485-AD95-857E292F6F7F}" destId="{B89C188D-7409-43CB-BA6F-6023766F6D79}" srcOrd="5" destOrd="0" presId="urn:microsoft.com/office/officeart/2005/8/layout/orgChart1"/>
    <dgm:cxn modelId="{97A9886F-E55E-4CD2-A32A-5B8849FDD9B4}" type="presParOf" srcId="{B89C188D-7409-43CB-BA6F-6023766F6D79}" destId="{812CA3BE-701B-4A19-A74F-9499E85EAA95}" srcOrd="0" destOrd="0" presId="urn:microsoft.com/office/officeart/2005/8/layout/orgChart1"/>
    <dgm:cxn modelId="{334C58D0-EE3F-4777-9473-E13A229E7B0B}" type="presParOf" srcId="{812CA3BE-701B-4A19-A74F-9499E85EAA95}" destId="{835956D7-2CDA-42E2-879F-554DB71C5B7F}" srcOrd="0" destOrd="0" presId="urn:microsoft.com/office/officeart/2005/8/layout/orgChart1"/>
    <dgm:cxn modelId="{6D5D9386-1052-46D6-B498-F4F26BF25288}" type="presParOf" srcId="{812CA3BE-701B-4A19-A74F-9499E85EAA95}" destId="{86FEC2C4-F0CE-4C42-85B6-A85CC6019699}" srcOrd="1" destOrd="0" presId="urn:microsoft.com/office/officeart/2005/8/layout/orgChart1"/>
    <dgm:cxn modelId="{3D0AF261-67BD-410D-BF6A-44281A728836}" type="presParOf" srcId="{B89C188D-7409-43CB-BA6F-6023766F6D79}" destId="{5126F795-4161-4C5C-A8D5-56759278C429}" srcOrd="1" destOrd="0" presId="urn:microsoft.com/office/officeart/2005/8/layout/orgChart1"/>
    <dgm:cxn modelId="{5AEA0250-06CC-4300-85BC-DA040B34854E}" type="presParOf" srcId="{B89C188D-7409-43CB-BA6F-6023766F6D79}" destId="{694BDE59-EF91-447A-A667-266141F940BB}" srcOrd="2" destOrd="0" presId="urn:microsoft.com/office/officeart/2005/8/layout/orgChart1"/>
    <dgm:cxn modelId="{6EDEA212-9059-4558-A8A5-A5E5C149B072}" type="presParOf" srcId="{09CD9903-6651-4485-AD95-857E292F6F7F}" destId="{FE09265C-07B0-4433-835B-8D3B8DC0EBC0}" srcOrd="6" destOrd="0" presId="urn:microsoft.com/office/officeart/2005/8/layout/orgChart1"/>
    <dgm:cxn modelId="{03F3CBF2-7B5A-4000-B294-E8CFF11F7731}" type="presParOf" srcId="{09CD9903-6651-4485-AD95-857E292F6F7F}" destId="{2A39D57A-F3FD-4801-950D-7BBF90F1D95B}" srcOrd="7" destOrd="0" presId="urn:microsoft.com/office/officeart/2005/8/layout/orgChart1"/>
    <dgm:cxn modelId="{D9D0B323-3D27-4684-8D9F-0726DB7EC892}" type="presParOf" srcId="{2A39D57A-F3FD-4801-950D-7BBF90F1D95B}" destId="{7DD0E4CB-AA05-4E04-964C-DB014A0A3F5A}" srcOrd="0" destOrd="0" presId="urn:microsoft.com/office/officeart/2005/8/layout/orgChart1"/>
    <dgm:cxn modelId="{11656EF4-7F83-45BB-A746-70ED302C463A}" type="presParOf" srcId="{7DD0E4CB-AA05-4E04-964C-DB014A0A3F5A}" destId="{2DBFDEF1-6D81-4268-B66F-6AE2C1E7FECF}" srcOrd="0" destOrd="0" presId="urn:microsoft.com/office/officeart/2005/8/layout/orgChart1"/>
    <dgm:cxn modelId="{BE752181-A1A6-4202-9313-88F89C8B14A8}" type="presParOf" srcId="{7DD0E4CB-AA05-4E04-964C-DB014A0A3F5A}" destId="{85D620FA-B018-4D1B-8F64-9A9B7D14F1D5}" srcOrd="1" destOrd="0" presId="urn:microsoft.com/office/officeart/2005/8/layout/orgChart1"/>
    <dgm:cxn modelId="{479B4C53-B9D3-4043-8548-829A09EAE943}" type="presParOf" srcId="{2A39D57A-F3FD-4801-950D-7BBF90F1D95B}" destId="{DB0C4638-0F0A-4510-B0F4-CCF2D26B162B}" srcOrd="1" destOrd="0" presId="urn:microsoft.com/office/officeart/2005/8/layout/orgChart1"/>
    <dgm:cxn modelId="{33ED2905-841F-4B03-8C04-89F3CFBAA81D}" type="presParOf" srcId="{2A39D57A-F3FD-4801-950D-7BBF90F1D95B}" destId="{C232C66D-4038-413F-B609-BC3423214339}" srcOrd="2" destOrd="0" presId="urn:microsoft.com/office/officeart/2005/8/layout/orgChart1"/>
    <dgm:cxn modelId="{516C9934-9D97-42E7-B21D-900D2A67C981}" type="presParOf" srcId="{DBE2D7D0-DF84-4CF7-B34E-CC9EC339157E}" destId="{7E2CADD1-FCC7-464F-8704-4FEE182367EF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8B07741-BF50-48BF-B924-DFFD13A7661D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B2961E5F-2553-4F26-809B-410BA05B113E}">
      <dgm:prSet phldrT="[Texto]" custT="1"/>
      <dgm:spPr>
        <a:solidFill>
          <a:schemeClr val="accent2"/>
        </a:solidFill>
      </dgm:spPr>
      <dgm:t>
        <a:bodyPr/>
        <a:lstStyle/>
        <a:p>
          <a:r>
            <a:rPr lang="pt-BR" sz="3000" b="1" dirty="0">
              <a:latin typeface="Aptos" panose="020B0004020202020204" pitchFamily="34" charset="0"/>
            </a:rPr>
            <a:t>Química Analítica</a:t>
          </a:r>
        </a:p>
      </dgm:t>
    </dgm:pt>
    <dgm:pt modelId="{DDA64FA2-AD54-4F1D-966D-40201F258067}" type="parTrans" cxnId="{90C7F68A-33D6-4A83-AE1A-247617A91991}">
      <dgm:prSet/>
      <dgm:spPr/>
      <dgm:t>
        <a:bodyPr/>
        <a:lstStyle/>
        <a:p>
          <a:endParaRPr lang="pt-BR" sz="3000">
            <a:latin typeface="Aptos" panose="020B0004020202020204" pitchFamily="34" charset="0"/>
          </a:endParaRPr>
        </a:p>
      </dgm:t>
    </dgm:pt>
    <dgm:pt modelId="{A716E017-DF66-4A82-A42E-72B5AD020B9C}" type="sibTrans" cxnId="{90C7F68A-33D6-4A83-AE1A-247617A91991}">
      <dgm:prSet/>
      <dgm:spPr/>
      <dgm:t>
        <a:bodyPr/>
        <a:lstStyle/>
        <a:p>
          <a:endParaRPr lang="pt-BR" sz="3000">
            <a:latin typeface="Aptos" panose="020B0004020202020204" pitchFamily="34" charset="0"/>
          </a:endParaRPr>
        </a:p>
      </dgm:t>
    </dgm:pt>
    <dgm:pt modelId="{471BEE97-113F-4092-891F-56E46135E38E}">
      <dgm:prSet phldrT="[Texto]" custT="1"/>
      <dgm:spPr/>
      <dgm:t>
        <a:bodyPr/>
        <a:lstStyle/>
        <a:p>
          <a:r>
            <a:rPr lang="pt-BR" sz="3000" dirty="0">
              <a:latin typeface="Aptos" panose="020B0004020202020204" pitchFamily="34" charset="0"/>
            </a:rPr>
            <a:t>O que?</a:t>
          </a:r>
        </a:p>
      </dgm:t>
    </dgm:pt>
    <dgm:pt modelId="{C7CE4D0B-8CFB-4110-A253-8E51A726E092}" type="parTrans" cxnId="{084D1927-E1F6-4749-A807-8EDF3B544D25}">
      <dgm:prSet/>
      <dgm:spPr/>
      <dgm:t>
        <a:bodyPr/>
        <a:lstStyle/>
        <a:p>
          <a:endParaRPr lang="pt-BR" sz="3000">
            <a:latin typeface="Aptos" panose="020B0004020202020204" pitchFamily="34" charset="0"/>
          </a:endParaRPr>
        </a:p>
      </dgm:t>
    </dgm:pt>
    <dgm:pt modelId="{5044D0F4-EC32-4B13-A0B2-F4684E52BA96}" type="sibTrans" cxnId="{084D1927-E1F6-4749-A807-8EDF3B544D25}">
      <dgm:prSet/>
      <dgm:spPr/>
      <dgm:t>
        <a:bodyPr/>
        <a:lstStyle/>
        <a:p>
          <a:endParaRPr lang="pt-BR" sz="3000">
            <a:latin typeface="Aptos" panose="020B0004020202020204" pitchFamily="34" charset="0"/>
          </a:endParaRPr>
        </a:p>
      </dgm:t>
    </dgm:pt>
    <dgm:pt modelId="{574D7DB5-4AB6-4927-A510-1ABCBA8A7B75}">
      <dgm:prSet phldrT="[Texto]" custT="1"/>
      <dgm:spPr/>
      <dgm:t>
        <a:bodyPr/>
        <a:lstStyle/>
        <a:p>
          <a:r>
            <a:rPr lang="pt-BR" sz="3000" dirty="0">
              <a:latin typeface="Aptos" panose="020B0004020202020204" pitchFamily="34" charset="0"/>
            </a:rPr>
            <a:t>Como?</a:t>
          </a:r>
        </a:p>
      </dgm:t>
    </dgm:pt>
    <dgm:pt modelId="{FBD5F46E-E6A6-4D6A-9DA8-1888557EDC24}" type="parTrans" cxnId="{08365CA2-1A12-4310-AF41-9F2A593F70C0}">
      <dgm:prSet/>
      <dgm:spPr/>
      <dgm:t>
        <a:bodyPr/>
        <a:lstStyle/>
        <a:p>
          <a:endParaRPr lang="pt-BR" sz="3000">
            <a:latin typeface="Aptos" panose="020B0004020202020204" pitchFamily="34" charset="0"/>
          </a:endParaRPr>
        </a:p>
      </dgm:t>
    </dgm:pt>
    <dgm:pt modelId="{B5C34871-83C7-4F47-93BA-EEEE6EAB2C89}" type="sibTrans" cxnId="{08365CA2-1A12-4310-AF41-9F2A593F70C0}">
      <dgm:prSet/>
      <dgm:spPr/>
      <dgm:t>
        <a:bodyPr/>
        <a:lstStyle/>
        <a:p>
          <a:endParaRPr lang="pt-BR" sz="3000">
            <a:latin typeface="Aptos" panose="020B0004020202020204" pitchFamily="34" charset="0"/>
          </a:endParaRPr>
        </a:p>
      </dgm:t>
    </dgm:pt>
    <dgm:pt modelId="{89688AB3-12B8-4240-9ED9-7C8BA1EBCB12}">
      <dgm:prSet phldrT="[Texto]" custT="1"/>
      <dgm:spPr/>
      <dgm:t>
        <a:bodyPr/>
        <a:lstStyle/>
        <a:p>
          <a:r>
            <a:rPr lang="pt-BR" sz="3000" dirty="0">
              <a:latin typeface="Aptos" panose="020B0004020202020204" pitchFamily="34" charset="0"/>
            </a:rPr>
            <a:t>Quanto?</a:t>
          </a:r>
        </a:p>
      </dgm:t>
    </dgm:pt>
    <dgm:pt modelId="{1A5A247D-4851-41FC-8BFB-6D6F100B4080}" type="parTrans" cxnId="{01B5EA28-7467-4DB5-902D-7EDB230D9E70}">
      <dgm:prSet/>
      <dgm:spPr/>
      <dgm:t>
        <a:bodyPr/>
        <a:lstStyle/>
        <a:p>
          <a:endParaRPr lang="pt-BR" sz="3000">
            <a:latin typeface="Aptos" panose="020B0004020202020204" pitchFamily="34" charset="0"/>
          </a:endParaRPr>
        </a:p>
      </dgm:t>
    </dgm:pt>
    <dgm:pt modelId="{31FEC447-C972-4EFB-AAC4-DF1F5705465F}" type="sibTrans" cxnId="{01B5EA28-7467-4DB5-902D-7EDB230D9E70}">
      <dgm:prSet/>
      <dgm:spPr/>
      <dgm:t>
        <a:bodyPr/>
        <a:lstStyle/>
        <a:p>
          <a:endParaRPr lang="pt-BR" sz="3000">
            <a:latin typeface="Aptos" panose="020B0004020202020204" pitchFamily="34" charset="0"/>
          </a:endParaRPr>
        </a:p>
      </dgm:t>
    </dgm:pt>
    <dgm:pt modelId="{2EEFEA7E-6F73-47B8-A2ED-6E7D745DE149}">
      <dgm:prSet phldrT="[Texto]" custT="1"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pt-BR" sz="3000" dirty="0">
              <a:latin typeface="Aptos" panose="020B0004020202020204" pitchFamily="34" charset="0"/>
            </a:rPr>
            <a:t>Química Analítica Qualitativa</a:t>
          </a:r>
        </a:p>
      </dgm:t>
    </dgm:pt>
    <dgm:pt modelId="{ED194D00-7998-47BC-B1ED-9584F2180FE9}" type="parTrans" cxnId="{48BCD871-F952-4F1E-BCDB-1CF793115457}">
      <dgm:prSet/>
      <dgm:spPr/>
      <dgm:t>
        <a:bodyPr/>
        <a:lstStyle/>
        <a:p>
          <a:endParaRPr lang="pt-BR"/>
        </a:p>
      </dgm:t>
    </dgm:pt>
    <dgm:pt modelId="{121969B5-8DC2-4CDA-9655-4AA221B4BA17}" type="sibTrans" cxnId="{48BCD871-F952-4F1E-BCDB-1CF793115457}">
      <dgm:prSet/>
      <dgm:spPr/>
      <dgm:t>
        <a:bodyPr/>
        <a:lstStyle/>
        <a:p>
          <a:endParaRPr lang="pt-BR"/>
        </a:p>
      </dgm:t>
    </dgm:pt>
    <dgm:pt modelId="{A3AB2189-0902-4341-B5C1-0A6A5427947B}">
      <dgm:prSet phldrT="[Texto]" custT="1"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pt-BR" sz="3000" dirty="0">
              <a:latin typeface="Aptos" panose="020B0004020202020204" pitchFamily="34" charset="0"/>
            </a:rPr>
            <a:t>Especiação Química</a:t>
          </a:r>
        </a:p>
      </dgm:t>
    </dgm:pt>
    <dgm:pt modelId="{85BBD676-1450-48C1-BBC7-8D2741079233}" type="parTrans" cxnId="{BA6E18C2-672F-412D-A290-56A52FE508A3}">
      <dgm:prSet/>
      <dgm:spPr/>
      <dgm:t>
        <a:bodyPr/>
        <a:lstStyle/>
        <a:p>
          <a:endParaRPr lang="pt-BR"/>
        </a:p>
      </dgm:t>
    </dgm:pt>
    <dgm:pt modelId="{44C6DE0C-CDDF-4F59-86DD-6F15E3D6111E}" type="sibTrans" cxnId="{BA6E18C2-672F-412D-A290-56A52FE508A3}">
      <dgm:prSet/>
      <dgm:spPr/>
      <dgm:t>
        <a:bodyPr/>
        <a:lstStyle/>
        <a:p>
          <a:endParaRPr lang="pt-BR"/>
        </a:p>
      </dgm:t>
    </dgm:pt>
    <dgm:pt modelId="{1F728B83-86F0-42E6-870B-BD5101A3660D}">
      <dgm:prSet phldrT="[Texto]" custT="1"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pt-BR" sz="3000" dirty="0">
              <a:latin typeface="Aptos" panose="020B0004020202020204" pitchFamily="34" charset="0"/>
            </a:rPr>
            <a:t>Química Analítica Quantitativa</a:t>
          </a:r>
        </a:p>
      </dgm:t>
    </dgm:pt>
    <dgm:pt modelId="{67A18BF2-1586-4347-A256-1CC7E2B2C74E}" type="parTrans" cxnId="{716B9055-E85D-4BB6-BC6E-F2DE27A5B25F}">
      <dgm:prSet/>
      <dgm:spPr/>
      <dgm:t>
        <a:bodyPr/>
        <a:lstStyle/>
        <a:p>
          <a:endParaRPr lang="pt-BR"/>
        </a:p>
      </dgm:t>
    </dgm:pt>
    <dgm:pt modelId="{06FD1AE3-8FC7-4327-914D-7F03D45043F8}" type="sibTrans" cxnId="{716B9055-E85D-4BB6-BC6E-F2DE27A5B25F}">
      <dgm:prSet/>
      <dgm:spPr/>
      <dgm:t>
        <a:bodyPr/>
        <a:lstStyle/>
        <a:p>
          <a:endParaRPr lang="pt-BR"/>
        </a:p>
      </dgm:t>
    </dgm:pt>
    <dgm:pt modelId="{F879EA9C-1055-49D9-8CB3-AE8C7F08D45D}" type="pres">
      <dgm:prSet presAssocID="{A8B07741-BF50-48BF-B924-DFFD13A7661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DBE2D7D0-DF84-4CF7-B34E-CC9EC339157E}" type="pres">
      <dgm:prSet presAssocID="{B2961E5F-2553-4F26-809B-410BA05B113E}" presName="hierRoot1" presStyleCnt="0">
        <dgm:presLayoutVars>
          <dgm:hierBranch val="init"/>
        </dgm:presLayoutVars>
      </dgm:prSet>
      <dgm:spPr/>
    </dgm:pt>
    <dgm:pt modelId="{DDE14F88-7BB5-493C-9366-5F041B65358F}" type="pres">
      <dgm:prSet presAssocID="{B2961E5F-2553-4F26-809B-410BA05B113E}" presName="rootComposite1" presStyleCnt="0"/>
      <dgm:spPr/>
    </dgm:pt>
    <dgm:pt modelId="{39534328-8815-41CC-8417-E76D1368C33A}" type="pres">
      <dgm:prSet presAssocID="{B2961E5F-2553-4F26-809B-410BA05B113E}" presName="rootText1" presStyleLbl="node0" presStyleIdx="0" presStyleCnt="1" custScaleX="169114">
        <dgm:presLayoutVars>
          <dgm:chPref val="3"/>
        </dgm:presLayoutVars>
      </dgm:prSet>
      <dgm:spPr/>
    </dgm:pt>
    <dgm:pt modelId="{C88BF577-CCE9-4308-85E2-99467F5D424D}" type="pres">
      <dgm:prSet presAssocID="{B2961E5F-2553-4F26-809B-410BA05B113E}" presName="rootConnector1" presStyleLbl="node1" presStyleIdx="0" presStyleCnt="0"/>
      <dgm:spPr/>
    </dgm:pt>
    <dgm:pt modelId="{09CD9903-6651-4485-AD95-857E292F6F7F}" type="pres">
      <dgm:prSet presAssocID="{B2961E5F-2553-4F26-809B-410BA05B113E}" presName="hierChild2" presStyleCnt="0"/>
      <dgm:spPr/>
    </dgm:pt>
    <dgm:pt modelId="{902DCD12-7824-44FF-8F50-6156368195DC}" type="pres">
      <dgm:prSet presAssocID="{C7CE4D0B-8CFB-4110-A253-8E51A726E092}" presName="Name37" presStyleLbl="parChTrans1D2" presStyleIdx="0" presStyleCnt="3"/>
      <dgm:spPr/>
    </dgm:pt>
    <dgm:pt modelId="{3A52F5F2-A831-4189-AF38-BACBC4C47CE0}" type="pres">
      <dgm:prSet presAssocID="{471BEE97-113F-4092-891F-56E46135E38E}" presName="hierRoot2" presStyleCnt="0">
        <dgm:presLayoutVars>
          <dgm:hierBranch val="init"/>
        </dgm:presLayoutVars>
      </dgm:prSet>
      <dgm:spPr/>
    </dgm:pt>
    <dgm:pt modelId="{77A6E427-249F-403B-B58D-A883A5B0AF22}" type="pres">
      <dgm:prSet presAssocID="{471BEE97-113F-4092-891F-56E46135E38E}" presName="rootComposite" presStyleCnt="0"/>
      <dgm:spPr/>
    </dgm:pt>
    <dgm:pt modelId="{A1EEC688-2DC4-4450-AE98-77B65E43C6B7}" type="pres">
      <dgm:prSet presAssocID="{471BEE97-113F-4092-891F-56E46135E38E}" presName="rootText" presStyleLbl="node2" presStyleIdx="0" presStyleCnt="3">
        <dgm:presLayoutVars>
          <dgm:chPref val="3"/>
        </dgm:presLayoutVars>
      </dgm:prSet>
      <dgm:spPr/>
    </dgm:pt>
    <dgm:pt modelId="{6004B198-AC03-4A7F-A1CD-52E6FB27F819}" type="pres">
      <dgm:prSet presAssocID="{471BEE97-113F-4092-891F-56E46135E38E}" presName="rootConnector" presStyleLbl="node2" presStyleIdx="0" presStyleCnt="3"/>
      <dgm:spPr/>
    </dgm:pt>
    <dgm:pt modelId="{148C5A7F-6711-4E00-BCA4-692A2D3F4469}" type="pres">
      <dgm:prSet presAssocID="{471BEE97-113F-4092-891F-56E46135E38E}" presName="hierChild4" presStyleCnt="0"/>
      <dgm:spPr/>
    </dgm:pt>
    <dgm:pt modelId="{C7C3312F-8562-466E-AE47-E997597980FB}" type="pres">
      <dgm:prSet presAssocID="{ED194D00-7998-47BC-B1ED-9584F2180FE9}" presName="Name37" presStyleLbl="parChTrans1D3" presStyleIdx="0" presStyleCnt="3"/>
      <dgm:spPr/>
    </dgm:pt>
    <dgm:pt modelId="{9CFD77AD-C942-46D1-ACDC-0C6C85B92E57}" type="pres">
      <dgm:prSet presAssocID="{2EEFEA7E-6F73-47B8-A2ED-6E7D745DE149}" presName="hierRoot2" presStyleCnt="0">
        <dgm:presLayoutVars>
          <dgm:hierBranch val="init"/>
        </dgm:presLayoutVars>
      </dgm:prSet>
      <dgm:spPr/>
    </dgm:pt>
    <dgm:pt modelId="{BBF9712B-C3C2-42BC-A3B1-7C7CD1330189}" type="pres">
      <dgm:prSet presAssocID="{2EEFEA7E-6F73-47B8-A2ED-6E7D745DE149}" presName="rootComposite" presStyleCnt="0"/>
      <dgm:spPr/>
    </dgm:pt>
    <dgm:pt modelId="{C1C74568-6824-454B-A865-128A1160D603}" type="pres">
      <dgm:prSet presAssocID="{2EEFEA7E-6F73-47B8-A2ED-6E7D745DE149}" presName="rootText" presStyleLbl="node3" presStyleIdx="0" presStyleCnt="3" custScaleX="160939">
        <dgm:presLayoutVars>
          <dgm:chPref val="3"/>
        </dgm:presLayoutVars>
      </dgm:prSet>
      <dgm:spPr/>
    </dgm:pt>
    <dgm:pt modelId="{8FAB87F5-57E8-4634-BC33-C77CB75CCAD3}" type="pres">
      <dgm:prSet presAssocID="{2EEFEA7E-6F73-47B8-A2ED-6E7D745DE149}" presName="rootConnector" presStyleLbl="node3" presStyleIdx="0" presStyleCnt="3"/>
      <dgm:spPr/>
    </dgm:pt>
    <dgm:pt modelId="{58AF8E24-0FC0-4C57-883A-2A6B353EEFFA}" type="pres">
      <dgm:prSet presAssocID="{2EEFEA7E-6F73-47B8-A2ED-6E7D745DE149}" presName="hierChild4" presStyleCnt="0"/>
      <dgm:spPr/>
    </dgm:pt>
    <dgm:pt modelId="{461DFB18-643C-45EE-9F37-49221C77615B}" type="pres">
      <dgm:prSet presAssocID="{2EEFEA7E-6F73-47B8-A2ED-6E7D745DE149}" presName="hierChild5" presStyleCnt="0"/>
      <dgm:spPr/>
    </dgm:pt>
    <dgm:pt modelId="{3618B684-7734-4D23-B811-9EBBF7FA6BFC}" type="pres">
      <dgm:prSet presAssocID="{471BEE97-113F-4092-891F-56E46135E38E}" presName="hierChild5" presStyleCnt="0"/>
      <dgm:spPr/>
    </dgm:pt>
    <dgm:pt modelId="{8D5694AD-9FD1-4F3F-A73E-BFA98DF78FDC}" type="pres">
      <dgm:prSet presAssocID="{FBD5F46E-E6A6-4D6A-9DA8-1888557EDC24}" presName="Name37" presStyleLbl="parChTrans1D2" presStyleIdx="1" presStyleCnt="3"/>
      <dgm:spPr/>
    </dgm:pt>
    <dgm:pt modelId="{98976312-0188-4BB5-A65F-2A5EE7D74636}" type="pres">
      <dgm:prSet presAssocID="{574D7DB5-4AB6-4927-A510-1ABCBA8A7B75}" presName="hierRoot2" presStyleCnt="0">
        <dgm:presLayoutVars>
          <dgm:hierBranch val="init"/>
        </dgm:presLayoutVars>
      </dgm:prSet>
      <dgm:spPr/>
    </dgm:pt>
    <dgm:pt modelId="{0AEA5ADC-EA0F-47AD-9D13-33BB4BE6970F}" type="pres">
      <dgm:prSet presAssocID="{574D7DB5-4AB6-4927-A510-1ABCBA8A7B75}" presName="rootComposite" presStyleCnt="0"/>
      <dgm:spPr/>
    </dgm:pt>
    <dgm:pt modelId="{58C5CB7A-E4E5-4D8D-84D0-A64511E29AF2}" type="pres">
      <dgm:prSet presAssocID="{574D7DB5-4AB6-4927-A510-1ABCBA8A7B75}" presName="rootText" presStyleLbl="node2" presStyleIdx="1" presStyleCnt="3">
        <dgm:presLayoutVars>
          <dgm:chPref val="3"/>
        </dgm:presLayoutVars>
      </dgm:prSet>
      <dgm:spPr/>
    </dgm:pt>
    <dgm:pt modelId="{3B56F8BA-5F2C-46B7-BC74-8CAEEC518D19}" type="pres">
      <dgm:prSet presAssocID="{574D7DB5-4AB6-4927-A510-1ABCBA8A7B75}" presName="rootConnector" presStyleLbl="node2" presStyleIdx="1" presStyleCnt="3"/>
      <dgm:spPr/>
    </dgm:pt>
    <dgm:pt modelId="{1E7EE257-E115-4261-8233-F65A63249305}" type="pres">
      <dgm:prSet presAssocID="{574D7DB5-4AB6-4927-A510-1ABCBA8A7B75}" presName="hierChild4" presStyleCnt="0"/>
      <dgm:spPr/>
    </dgm:pt>
    <dgm:pt modelId="{6328FC27-17D6-44BE-9B21-331001DFC487}" type="pres">
      <dgm:prSet presAssocID="{85BBD676-1450-48C1-BBC7-8D2741079233}" presName="Name37" presStyleLbl="parChTrans1D3" presStyleIdx="1" presStyleCnt="3"/>
      <dgm:spPr/>
    </dgm:pt>
    <dgm:pt modelId="{69944E1D-AC62-4162-B05F-131FC82060AF}" type="pres">
      <dgm:prSet presAssocID="{A3AB2189-0902-4341-B5C1-0A6A5427947B}" presName="hierRoot2" presStyleCnt="0">
        <dgm:presLayoutVars>
          <dgm:hierBranch val="init"/>
        </dgm:presLayoutVars>
      </dgm:prSet>
      <dgm:spPr/>
    </dgm:pt>
    <dgm:pt modelId="{9F9D7B90-FA37-4261-B880-2A7619FF0281}" type="pres">
      <dgm:prSet presAssocID="{A3AB2189-0902-4341-B5C1-0A6A5427947B}" presName="rootComposite" presStyleCnt="0"/>
      <dgm:spPr/>
    </dgm:pt>
    <dgm:pt modelId="{D23FD6EA-66DE-4B6D-A2F5-151A15806043}" type="pres">
      <dgm:prSet presAssocID="{A3AB2189-0902-4341-B5C1-0A6A5427947B}" presName="rootText" presStyleLbl="node3" presStyleIdx="1" presStyleCnt="3" custScaleX="147416">
        <dgm:presLayoutVars>
          <dgm:chPref val="3"/>
        </dgm:presLayoutVars>
      </dgm:prSet>
      <dgm:spPr/>
    </dgm:pt>
    <dgm:pt modelId="{D5BEB8C5-D6CF-4EF2-998A-74BDD9FC7C9E}" type="pres">
      <dgm:prSet presAssocID="{A3AB2189-0902-4341-B5C1-0A6A5427947B}" presName="rootConnector" presStyleLbl="node3" presStyleIdx="1" presStyleCnt="3"/>
      <dgm:spPr/>
    </dgm:pt>
    <dgm:pt modelId="{2F78DD70-8592-4FCB-9676-69FACE09AB2A}" type="pres">
      <dgm:prSet presAssocID="{A3AB2189-0902-4341-B5C1-0A6A5427947B}" presName="hierChild4" presStyleCnt="0"/>
      <dgm:spPr/>
    </dgm:pt>
    <dgm:pt modelId="{F9E90F70-07F4-4A11-9835-F86E8858CAB8}" type="pres">
      <dgm:prSet presAssocID="{A3AB2189-0902-4341-B5C1-0A6A5427947B}" presName="hierChild5" presStyleCnt="0"/>
      <dgm:spPr/>
    </dgm:pt>
    <dgm:pt modelId="{685778C0-99BC-4078-94F6-04A613A375BD}" type="pres">
      <dgm:prSet presAssocID="{574D7DB5-4AB6-4927-A510-1ABCBA8A7B75}" presName="hierChild5" presStyleCnt="0"/>
      <dgm:spPr/>
    </dgm:pt>
    <dgm:pt modelId="{6832258B-08C9-4BD8-95B9-874A974EC43E}" type="pres">
      <dgm:prSet presAssocID="{1A5A247D-4851-41FC-8BFB-6D6F100B4080}" presName="Name37" presStyleLbl="parChTrans1D2" presStyleIdx="2" presStyleCnt="3"/>
      <dgm:spPr/>
    </dgm:pt>
    <dgm:pt modelId="{B89C188D-7409-43CB-BA6F-6023766F6D79}" type="pres">
      <dgm:prSet presAssocID="{89688AB3-12B8-4240-9ED9-7C8BA1EBCB12}" presName="hierRoot2" presStyleCnt="0">
        <dgm:presLayoutVars>
          <dgm:hierBranch val="init"/>
        </dgm:presLayoutVars>
      </dgm:prSet>
      <dgm:spPr/>
    </dgm:pt>
    <dgm:pt modelId="{812CA3BE-701B-4A19-A74F-9499E85EAA95}" type="pres">
      <dgm:prSet presAssocID="{89688AB3-12B8-4240-9ED9-7C8BA1EBCB12}" presName="rootComposite" presStyleCnt="0"/>
      <dgm:spPr/>
    </dgm:pt>
    <dgm:pt modelId="{835956D7-2CDA-42E2-879F-554DB71C5B7F}" type="pres">
      <dgm:prSet presAssocID="{89688AB3-12B8-4240-9ED9-7C8BA1EBCB12}" presName="rootText" presStyleLbl="node2" presStyleIdx="2" presStyleCnt="3">
        <dgm:presLayoutVars>
          <dgm:chPref val="3"/>
        </dgm:presLayoutVars>
      </dgm:prSet>
      <dgm:spPr/>
    </dgm:pt>
    <dgm:pt modelId="{86FEC2C4-F0CE-4C42-85B6-A85CC6019699}" type="pres">
      <dgm:prSet presAssocID="{89688AB3-12B8-4240-9ED9-7C8BA1EBCB12}" presName="rootConnector" presStyleLbl="node2" presStyleIdx="2" presStyleCnt="3"/>
      <dgm:spPr/>
    </dgm:pt>
    <dgm:pt modelId="{5126F795-4161-4C5C-A8D5-56759278C429}" type="pres">
      <dgm:prSet presAssocID="{89688AB3-12B8-4240-9ED9-7C8BA1EBCB12}" presName="hierChild4" presStyleCnt="0"/>
      <dgm:spPr/>
    </dgm:pt>
    <dgm:pt modelId="{81BF19C4-9037-40C1-B8A7-9C6A73AB36FA}" type="pres">
      <dgm:prSet presAssocID="{67A18BF2-1586-4347-A256-1CC7E2B2C74E}" presName="Name37" presStyleLbl="parChTrans1D3" presStyleIdx="2" presStyleCnt="3"/>
      <dgm:spPr/>
    </dgm:pt>
    <dgm:pt modelId="{01B9B060-91D3-4E81-B183-644B2840542A}" type="pres">
      <dgm:prSet presAssocID="{1F728B83-86F0-42E6-870B-BD5101A3660D}" presName="hierRoot2" presStyleCnt="0">
        <dgm:presLayoutVars>
          <dgm:hierBranch val="init"/>
        </dgm:presLayoutVars>
      </dgm:prSet>
      <dgm:spPr/>
    </dgm:pt>
    <dgm:pt modelId="{ECD3D9E8-23CB-4AA6-AD46-2036AA646041}" type="pres">
      <dgm:prSet presAssocID="{1F728B83-86F0-42E6-870B-BD5101A3660D}" presName="rootComposite" presStyleCnt="0"/>
      <dgm:spPr/>
    </dgm:pt>
    <dgm:pt modelId="{BB64D33E-3B66-49CF-8AD2-65F5566389BA}" type="pres">
      <dgm:prSet presAssocID="{1F728B83-86F0-42E6-870B-BD5101A3660D}" presName="rootText" presStyleLbl="node3" presStyleIdx="2" presStyleCnt="3" custScaleX="176612">
        <dgm:presLayoutVars>
          <dgm:chPref val="3"/>
        </dgm:presLayoutVars>
      </dgm:prSet>
      <dgm:spPr/>
    </dgm:pt>
    <dgm:pt modelId="{0ECBD967-4B4D-43D5-8E3C-BB37A8DA2E0D}" type="pres">
      <dgm:prSet presAssocID="{1F728B83-86F0-42E6-870B-BD5101A3660D}" presName="rootConnector" presStyleLbl="node3" presStyleIdx="2" presStyleCnt="3"/>
      <dgm:spPr/>
    </dgm:pt>
    <dgm:pt modelId="{27C94047-AB2A-4D27-8C8B-4324FDFEC6F9}" type="pres">
      <dgm:prSet presAssocID="{1F728B83-86F0-42E6-870B-BD5101A3660D}" presName="hierChild4" presStyleCnt="0"/>
      <dgm:spPr/>
    </dgm:pt>
    <dgm:pt modelId="{48FB8588-5A48-4041-AE1E-6D2E8F24A89B}" type="pres">
      <dgm:prSet presAssocID="{1F728B83-86F0-42E6-870B-BD5101A3660D}" presName="hierChild5" presStyleCnt="0"/>
      <dgm:spPr/>
    </dgm:pt>
    <dgm:pt modelId="{694BDE59-EF91-447A-A667-266141F940BB}" type="pres">
      <dgm:prSet presAssocID="{89688AB3-12B8-4240-9ED9-7C8BA1EBCB12}" presName="hierChild5" presStyleCnt="0"/>
      <dgm:spPr/>
    </dgm:pt>
    <dgm:pt modelId="{7E2CADD1-FCC7-464F-8704-4FEE182367EF}" type="pres">
      <dgm:prSet presAssocID="{B2961E5F-2553-4F26-809B-410BA05B113E}" presName="hierChild3" presStyleCnt="0"/>
      <dgm:spPr/>
    </dgm:pt>
  </dgm:ptLst>
  <dgm:cxnLst>
    <dgm:cxn modelId="{2199D30A-25AD-4EC1-B14E-716E3A895ACF}" type="presOf" srcId="{B2961E5F-2553-4F26-809B-410BA05B113E}" destId="{39534328-8815-41CC-8417-E76D1368C33A}" srcOrd="0" destOrd="0" presId="urn:microsoft.com/office/officeart/2005/8/layout/orgChart1"/>
    <dgm:cxn modelId="{CEBB150E-41F9-4658-9AAC-BA4FE18E4855}" type="presOf" srcId="{2EEFEA7E-6F73-47B8-A2ED-6E7D745DE149}" destId="{C1C74568-6824-454B-A865-128A1160D603}" srcOrd="0" destOrd="0" presId="urn:microsoft.com/office/officeart/2005/8/layout/orgChart1"/>
    <dgm:cxn modelId="{3CEC7C14-AC08-4CEA-AC26-7649C895D5FB}" type="presOf" srcId="{1F728B83-86F0-42E6-870B-BD5101A3660D}" destId="{0ECBD967-4B4D-43D5-8E3C-BB37A8DA2E0D}" srcOrd="1" destOrd="0" presId="urn:microsoft.com/office/officeart/2005/8/layout/orgChart1"/>
    <dgm:cxn modelId="{FADEC719-28DB-4C26-8988-BBCEA4FCA728}" type="presOf" srcId="{A3AB2189-0902-4341-B5C1-0A6A5427947B}" destId="{D23FD6EA-66DE-4B6D-A2F5-151A15806043}" srcOrd="0" destOrd="0" presId="urn:microsoft.com/office/officeart/2005/8/layout/orgChart1"/>
    <dgm:cxn modelId="{2DFB7A20-03EA-48F8-B137-27DBE8CF2C0D}" type="presOf" srcId="{A8B07741-BF50-48BF-B924-DFFD13A7661D}" destId="{F879EA9C-1055-49D9-8CB3-AE8C7F08D45D}" srcOrd="0" destOrd="0" presId="urn:microsoft.com/office/officeart/2005/8/layout/orgChart1"/>
    <dgm:cxn modelId="{084D1927-E1F6-4749-A807-8EDF3B544D25}" srcId="{B2961E5F-2553-4F26-809B-410BA05B113E}" destId="{471BEE97-113F-4092-891F-56E46135E38E}" srcOrd="0" destOrd="0" parTransId="{C7CE4D0B-8CFB-4110-A253-8E51A726E092}" sibTransId="{5044D0F4-EC32-4B13-A0B2-F4684E52BA96}"/>
    <dgm:cxn modelId="{01B5EA28-7467-4DB5-902D-7EDB230D9E70}" srcId="{B2961E5F-2553-4F26-809B-410BA05B113E}" destId="{89688AB3-12B8-4240-9ED9-7C8BA1EBCB12}" srcOrd="2" destOrd="0" parTransId="{1A5A247D-4851-41FC-8BFB-6D6F100B4080}" sibTransId="{31FEC447-C972-4EFB-AAC4-DF1F5705465F}"/>
    <dgm:cxn modelId="{F9465B3B-67CF-4DDE-9579-BFD7F4343745}" type="presOf" srcId="{574D7DB5-4AB6-4927-A510-1ABCBA8A7B75}" destId="{3B56F8BA-5F2C-46B7-BC74-8CAEEC518D19}" srcOrd="1" destOrd="0" presId="urn:microsoft.com/office/officeart/2005/8/layout/orgChart1"/>
    <dgm:cxn modelId="{ABE63C3C-D0C4-4709-8062-43CC87D21B8B}" type="presOf" srcId="{574D7DB5-4AB6-4927-A510-1ABCBA8A7B75}" destId="{58C5CB7A-E4E5-4D8D-84D0-A64511E29AF2}" srcOrd="0" destOrd="0" presId="urn:microsoft.com/office/officeart/2005/8/layout/orgChart1"/>
    <dgm:cxn modelId="{1D7F1543-5D46-4FE9-87FA-33E162D42934}" type="presOf" srcId="{471BEE97-113F-4092-891F-56E46135E38E}" destId="{6004B198-AC03-4A7F-A1CD-52E6FB27F819}" srcOrd="1" destOrd="0" presId="urn:microsoft.com/office/officeart/2005/8/layout/orgChart1"/>
    <dgm:cxn modelId="{7430D065-3AB2-49D5-92A0-0BA20D6CA9A8}" type="presOf" srcId="{B2961E5F-2553-4F26-809B-410BA05B113E}" destId="{C88BF577-CCE9-4308-85E2-99467F5D424D}" srcOrd="1" destOrd="0" presId="urn:microsoft.com/office/officeart/2005/8/layout/orgChart1"/>
    <dgm:cxn modelId="{AF81B84C-4E89-461E-9C71-CD39C5E290C5}" type="presOf" srcId="{C7CE4D0B-8CFB-4110-A253-8E51A726E092}" destId="{902DCD12-7824-44FF-8F50-6156368195DC}" srcOrd="0" destOrd="0" presId="urn:microsoft.com/office/officeart/2005/8/layout/orgChart1"/>
    <dgm:cxn modelId="{48BCD871-F952-4F1E-BCDB-1CF793115457}" srcId="{471BEE97-113F-4092-891F-56E46135E38E}" destId="{2EEFEA7E-6F73-47B8-A2ED-6E7D745DE149}" srcOrd="0" destOrd="0" parTransId="{ED194D00-7998-47BC-B1ED-9584F2180FE9}" sibTransId="{121969B5-8DC2-4CDA-9655-4AA221B4BA17}"/>
    <dgm:cxn modelId="{716B9055-E85D-4BB6-BC6E-F2DE27A5B25F}" srcId="{89688AB3-12B8-4240-9ED9-7C8BA1EBCB12}" destId="{1F728B83-86F0-42E6-870B-BD5101A3660D}" srcOrd="0" destOrd="0" parTransId="{67A18BF2-1586-4347-A256-1CC7E2B2C74E}" sibTransId="{06FD1AE3-8FC7-4327-914D-7F03D45043F8}"/>
    <dgm:cxn modelId="{65E9E656-3579-4388-A88B-72F0188E3344}" type="presOf" srcId="{89688AB3-12B8-4240-9ED9-7C8BA1EBCB12}" destId="{835956D7-2CDA-42E2-879F-554DB71C5B7F}" srcOrd="0" destOrd="0" presId="urn:microsoft.com/office/officeart/2005/8/layout/orgChart1"/>
    <dgm:cxn modelId="{C990497F-BF9E-4BC9-944C-14B6EF114F29}" type="presOf" srcId="{67A18BF2-1586-4347-A256-1CC7E2B2C74E}" destId="{81BF19C4-9037-40C1-B8A7-9C6A73AB36FA}" srcOrd="0" destOrd="0" presId="urn:microsoft.com/office/officeart/2005/8/layout/orgChart1"/>
    <dgm:cxn modelId="{D9153A88-3D31-487D-A5A9-53798D345AC2}" type="presOf" srcId="{2EEFEA7E-6F73-47B8-A2ED-6E7D745DE149}" destId="{8FAB87F5-57E8-4634-BC33-C77CB75CCAD3}" srcOrd="1" destOrd="0" presId="urn:microsoft.com/office/officeart/2005/8/layout/orgChart1"/>
    <dgm:cxn modelId="{90C7F68A-33D6-4A83-AE1A-247617A91991}" srcId="{A8B07741-BF50-48BF-B924-DFFD13A7661D}" destId="{B2961E5F-2553-4F26-809B-410BA05B113E}" srcOrd="0" destOrd="0" parTransId="{DDA64FA2-AD54-4F1D-966D-40201F258067}" sibTransId="{A716E017-DF66-4A82-A42E-72B5AD020B9C}"/>
    <dgm:cxn modelId="{08365CA2-1A12-4310-AF41-9F2A593F70C0}" srcId="{B2961E5F-2553-4F26-809B-410BA05B113E}" destId="{574D7DB5-4AB6-4927-A510-1ABCBA8A7B75}" srcOrd="1" destOrd="0" parTransId="{FBD5F46E-E6A6-4D6A-9DA8-1888557EDC24}" sibTransId="{B5C34871-83C7-4F47-93BA-EEEE6EAB2C89}"/>
    <dgm:cxn modelId="{12E5B0B1-E863-4D01-9753-7E9F6C6ECE94}" type="presOf" srcId="{FBD5F46E-E6A6-4D6A-9DA8-1888557EDC24}" destId="{8D5694AD-9FD1-4F3F-A73E-BFA98DF78FDC}" srcOrd="0" destOrd="0" presId="urn:microsoft.com/office/officeart/2005/8/layout/orgChart1"/>
    <dgm:cxn modelId="{FD27FDB3-F259-43BD-A96A-A43B4E8BCAE9}" type="presOf" srcId="{89688AB3-12B8-4240-9ED9-7C8BA1EBCB12}" destId="{86FEC2C4-F0CE-4C42-85B6-A85CC6019699}" srcOrd="1" destOrd="0" presId="urn:microsoft.com/office/officeart/2005/8/layout/orgChart1"/>
    <dgm:cxn modelId="{BA6E18C2-672F-412D-A290-56A52FE508A3}" srcId="{574D7DB5-4AB6-4927-A510-1ABCBA8A7B75}" destId="{A3AB2189-0902-4341-B5C1-0A6A5427947B}" srcOrd="0" destOrd="0" parTransId="{85BBD676-1450-48C1-BBC7-8D2741079233}" sibTransId="{44C6DE0C-CDDF-4F59-86DD-6F15E3D6111E}"/>
    <dgm:cxn modelId="{D4B3FFCC-C49C-463C-AD0A-DF83D63BFD59}" type="presOf" srcId="{A3AB2189-0902-4341-B5C1-0A6A5427947B}" destId="{D5BEB8C5-D6CF-4EF2-998A-74BDD9FC7C9E}" srcOrd="1" destOrd="0" presId="urn:microsoft.com/office/officeart/2005/8/layout/orgChart1"/>
    <dgm:cxn modelId="{07C48DD0-5FAA-461A-8D83-944AADABDA5B}" type="presOf" srcId="{1A5A247D-4851-41FC-8BFB-6D6F100B4080}" destId="{6832258B-08C9-4BD8-95B9-874A974EC43E}" srcOrd="0" destOrd="0" presId="urn:microsoft.com/office/officeart/2005/8/layout/orgChart1"/>
    <dgm:cxn modelId="{25F428E8-028C-43C8-91C1-571B2495FFAD}" type="presOf" srcId="{85BBD676-1450-48C1-BBC7-8D2741079233}" destId="{6328FC27-17D6-44BE-9B21-331001DFC487}" srcOrd="0" destOrd="0" presId="urn:microsoft.com/office/officeart/2005/8/layout/orgChart1"/>
    <dgm:cxn modelId="{EDF272EA-FFA8-4CB2-BC68-BDD707092A38}" type="presOf" srcId="{1F728B83-86F0-42E6-870B-BD5101A3660D}" destId="{BB64D33E-3B66-49CF-8AD2-65F5566389BA}" srcOrd="0" destOrd="0" presId="urn:microsoft.com/office/officeart/2005/8/layout/orgChart1"/>
    <dgm:cxn modelId="{626CE8EE-B3C5-491B-9112-9560CDBC2204}" type="presOf" srcId="{ED194D00-7998-47BC-B1ED-9584F2180FE9}" destId="{C7C3312F-8562-466E-AE47-E997597980FB}" srcOrd="0" destOrd="0" presId="urn:microsoft.com/office/officeart/2005/8/layout/orgChart1"/>
    <dgm:cxn modelId="{2BED18F2-CBD0-4DB6-8F7C-5E08E8A6AAE5}" type="presOf" srcId="{471BEE97-113F-4092-891F-56E46135E38E}" destId="{A1EEC688-2DC4-4450-AE98-77B65E43C6B7}" srcOrd="0" destOrd="0" presId="urn:microsoft.com/office/officeart/2005/8/layout/orgChart1"/>
    <dgm:cxn modelId="{459FBD89-3F28-4EB5-A8AE-134060AD6EEE}" type="presParOf" srcId="{F879EA9C-1055-49D9-8CB3-AE8C7F08D45D}" destId="{DBE2D7D0-DF84-4CF7-B34E-CC9EC339157E}" srcOrd="0" destOrd="0" presId="urn:microsoft.com/office/officeart/2005/8/layout/orgChart1"/>
    <dgm:cxn modelId="{5C9AAC44-2EB9-4872-A85D-80D2DBBF12A0}" type="presParOf" srcId="{DBE2D7D0-DF84-4CF7-B34E-CC9EC339157E}" destId="{DDE14F88-7BB5-493C-9366-5F041B65358F}" srcOrd="0" destOrd="0" presId="urn:microsoft.com/office/officeart/2005/8/layout/orgChart1"/>
    <dgm:cxn modelId="{FB47E14E-4093-40CC-A6E5-FFE0684FBFC6}" type="presParOf" srcId="{DDE14F88-7BB5-493C-9366-5F041B65358F}" destId="{39534328-8815-41CC-8417-E76D1368C33A}" srcOrd="0" destOrd="0" presId="urn:microsoft.com/office/officeart/2005/8/layout/orgChart1"/>
    <dgm:cxn modelId="{235746E4-1126-456A-9F01-0580DAB474BF}" type="presParOf" srcId="{DDE14F88-7BB5-493C-9366-5F041B65358F}" destId="{C88BF577-CCE9-4308-85E2-99467F5D424D}" srcOrd="1" destOrd="0" presId="urn:microsoft.com/office/officeart/2005/8/layout/orgChart1"/>
    <dgm:cxn modelId="{FE545FD7-AA2E-4431-972B-2A98281470C1}" type="presParOf" srcId="{DBE2D7D0-DF84-4CF7-B34E-CC9EC339157E}" destId="{09CD9903-6651-4485-AD95-857E292F6F7F}" srcOrd="1" destOrd="0" presId="urn:microsoft.com/office/officeart/2005/8/layout/orgChart1"/>
    <dgm:cxn modelId="{6D1BE11B-73CF-4DDE-8A9E-CD0F921C5D86}" type="presParOf" srcId="{09CD9903-6651-4485-AD95-857E292F6F7F}" destId="{902DCD12-7824-44FF-8F50-6156368195DC}" srcOrd="0" destOrd="0" presId="urn:microsoft.com/office/officeart/2005/8/layout/orgChart1"/>
    <dgm:cxn modelId="{6F429435-ACDA-40EC-8E94-003E81678E34}" type="presParOf" srcId="{09CD9903-6651-4485-AD95-857E292F6F7F}" destId="{3A52F5F2-A831-4189-AF38-BACBC4C47CE0}" srcOrd="1" destOrd="0" presId="urn:microsoft.com/office/officeart/2005/8/layout/orgChart1"/>
    <dgm:cxn modelId="{385F0A0E-E569-450A-B476-5E3BE199A850}" type="presParOf" srcId="{3A52F5F2-A831-4189-AF38-BACBC4C47CE0}" destId="{77A6E427-249F-403B-B58D-A883A5B0AF22}" srcOrd="0" destOrd="0" presId="urn:microsoft.com/office/officeart/2005/8/layout/orgChart1"/>
    <dgm:cxn modelId="{9722143F-7FDC-478F-BA52-4C2C44D00222}" type="presParOf" srcId="{77A6E427-249F-403B-B58D-A883A5B0AF22}" destId="{A1EEC688-2DC4-4450-AE98-77B65E43C6B7}" srcOrd="0" destOrd="0" presId="urn:microsoft.com/office/officeart/2005/8/layout/orgChart1"/>
    <dgm:cxn modelId="{22414EB3-FCB3-444F-B5BE-59229DE7AA3F}" type="presParOf" srcId="{77A6E427-249F-403B-B58D-A883A5B0AF22}" destId="{6004B198-AC03-4A7F-A1CD-52E6FB27F819}" srcOrd="1" destOrd="0" presId="urn:microsoft.com/office/officeart/2005/8/layout/orgChart1"/>
    <dgm:cxn modelId="{CC8B4D20-F447-4F4D-BEBD-928088DE3671}" type="presParOf" srcId="{3A52F5F2-A831-4189-AF38-BACBC4C47CE0}" destId="{148C5A7F-6711-4E00-BCA4-692A2D3F4469}" srcOrd="1" destOrd="0" presId="urn:microsoft.com/office/officeart/2005/8/layout/orgChart1"/>
    <dgm:cxn modelId="{A478F69D-CDB9-476F-B872-A34CC1BEC7E7}" type="presParOf" srcId="{148C5A7F-6711-4E00-BCA4-692A2D3F4469}" destId="{C7C3312F-8562-466E-AE47-E997597980FB}" srcOrd="0" destOrd="0" presId="urn:microsoft.com/office/officeart/2005/8/layout/orgChart1"/>
    <dgm:cxn modelId="{AA33AF85-4323-493F-BDA3-4801D357495A}" type="presParOf" srcId="{148C5A7F-6711-4E00-BCA4-692A2D3F4469}" destId="{9CFD77AD-C942-46D1-ACDC-0C6C85B92E57}" srcOrd="1" destOrd="0" presId="urn:microsoft.com/office/officeart/2005/8/layout/orgChart1"/>
    <dgm:cxn modelId="{947E0B2C-F69C-4453-A692-89A3CA134A88}" type="presParOf" srcId="{9CFD77AD-C942-46D1-ACDC-0C6C85B92E57}" destId="{BBF9712B-C3C2-42BC-A3B1-7C7CD1330189}" srcOrd="0" destOrd="0" presId="urn:microsoft.com/office/officeart/2005/8/layout/orgChart1"/>
    <dgm:cxn modelId="{F805CC73-5C6E-4F3C-8679-9E5C3070A940}" type="presParOf" srcId="{BBF9712B-C3C2-42BC-A3B1-7C7CD1330189}" destId="{C1C74568-6824-454B-A865-128A1160D603}" srcOrd="0" destOrd="0" presId="urn:microsoft.com/office/officeart/2005/8/layout/orgChart1"/>
    <dgm:cxn modelId="{55A39C61-DD2F-454E-BA4A-CAAAC83CB1E8}" type="presParOf" srcId="{BBF9712B-C3C2-42BC-A3B1-7C7CD1330189}" destId="{8FAB87F5-57E8-4634-BC33-C77CB75CCAD3}" srcOrd="1" destOrd="0" presId="urn:microsoft.com/office/officeart/2005/8/layout/orgChart1"/>
    <dgm:cxn modelId="{50B09A1B-4A45-417E-B843-8E65B6685E53}" type="presParOf" srcId="{9CFD77AD-C942-46D1-ACDC-0C6C85B92E57}" destId="{58AF8E24-0FC0-4C57-883A-2A6B353EEFFA}" srcOrd="1" destOrd="0" presId="urn:microsoft.com/office/officeart/2005/8/layout/orgChart1"/>
    <dgm:cxn modelId="{D9EEDE43-AD3C-47B0-95D0-BB1511A05D89}" type="presParOf" srcId="{9CFD77AD-C942-46D1-ACDC-0C6C85B92E57}" destId="{461DFB18-643C-45EE-9F37-49221C77615B}" srcOrd="2" destOrd="0" presId="urn:microsoft.com/office/officeart/2005/8/layout/orgChart1"/>
    <dgm:cxn modelId="{A597A6B7-87C4-4EEA-B4E1-EAAB8531B662}" type="presParOf" srcId="{3A52F5F2-A831-4189-AF38-BACBC4C47CE0}" destId="{3618B684-7734-4D23-B811-9EBBF7FA6BFC}" srcOrd="2" destOrd="0" presId="urn:microsoft.com/office/officeart/2005/8/layout/orgChart1"/>
    <dgm:cxn modelId="{165D9206-7ED3-4ADD-9309-85722A801054}" type="presParOf" srcId="{09CD9903-6651-4485-AD95-857E292F6F7F}" destId="{8D5694AD-9FD1-4F3F-A73E-BFA98DF78FDC}" srcOrd="2" destOrd="0" presId="urn:microsoft.com/office/officeart/2005/8/layout/orgChart1"/>
    <dgm:cxn modelId="{A9A4D56E-5079-46F6-82E1-6DBACB730BDB}" type="presParOf" srcId="{09CD9903-6651-4485-AD95-857E292F6F7F}" destId="{98976312-0188-4BB5-A65F-2A5EE7D74636}" srcOrd="3" destOrd="0" presId="urn:microsoft.com/office/officeart/2005/8/layout/orgChart1"/>
    <dgm:cxn modelId="{CC2F5CD4-84A9-4991-9FAF-C56FD5A1ED9E}" type="presParOf" srcId="{98976312-0188-4BB5-A65F-2A5EE7D74636}" destId="{0AEA5ADC-EA0F-47AD-9D13-33BB4BE6970F}" srcOrd="0" destOrd="0" presId="urn:microsoft.com/office/officeart/2005/8/layout/orgChart1"/>
    <dgm:cxn modelId="{63E1B01A-AD9B-4337-94B2-597DAAB07C6B}" type="presParOf" srcId="{0AEA5ADC-EA0F-47AD-9D13-33BB4BE6970F}" destId="{58C5CB7A-E4E5-4D8D-84D0-A64511E29AF2}" srcOrd="0" destOrd="0" presId="urn:microsoft.com/office/officeart/2005/8/layout/orgChart1"/>
    <dgm:cxn modelId="{9DCAA9CC-A3D4-4A8D-978A-E4179C96B254}" type="presParOf" srcId="{0AEA5ADC-EA0F-47AD-9D13-33BB4BE6970F}" destId="{3B56F8BA-5F2C-46B7-BC74-8CAEEC518D19}" srcOrd="1" destOrd="0" presId="urn:microsoft.com/office/officeart/2005/8/layout/orgChart1"/>
    <dgm:cxn modelId="{FCEDF69C-006A-4772-9752-78BC7F521F7B}" type="presParOf" srcId="{98976312-0188-4BB5-A65F-2A5EE7D74636}" destId="{1E7EE257-E115-4261-8233-F65A63249305}" srcOrd="1" destOrd="0" presId="urn:microsoft.com/office/officeart/2005/8/layout/orgChart1"/>
    <dgm:cxn modelId="{76C0B129-AF5F-4DF7-AFE8-AC66D6C6C185}" type="presParOf" srcId="{1E7EE257-E115-4261-8233-F65A63249305}" destId="{6328FC27-17D6-44BE-9B21-331001DFC487}" srcOrd="0" destOrd="0" presId="urn:microsoft.com/office/officeart/2005/8/layout/orgChart1"/>
    <dgm:cxn modelId="{6DDB8A85-D451-429C-AB98-F79C362FBDD5}" type="presParOf" srcId="{1E7EE257-E115-4261-8233-F65A63249305}" destId="{69944E1D-AC62-4162-B05F-131FC82060AF}" srcOrd="1" destOrd="0" presId="urn:microsoft.com/office/officeart/2005/8/layout/orgChart1"/>
    <dgm:cxn modelId="{FAE15159-DFFA-40E8-98C6-F88D43CAD1F2}" type="presParOf" srcId="{69944E1D-AC62-4162-B05F-131FC82060AF}" destId="{9F9D7B90-FA37-4261-B880-2A7619FF0281}" srcOrd="0" destOrd="0" presId="urn:microsoft.com/office/officeart/2005/8/layout/orgChart1"/>
    <dgm:cxn modelId="{C4F29B2B-3320-4E49-BE51-1F1C1FCDFFE6}" type="presParOf" srcId="{9F9D7B90-FA37-4261-B880-2A7619FF0281}" destId="{D23FD6EA-66DE-4B6D-A2F5-151A15806043}" srcOrd="0" destOrd="0" presId="urn:microsoft.com/office/officeart/2005/8/layout/orgChart1"/>
    <dgm:cxn modelId="{1295E09D-2319-4CA6-97C4-C85FF639E84A}" type="presParOf" srcId="{9F9D7B90-FA37-4261-B880-2A7619FF0281}" destId="{D5BEB8C5-D6CF-4EF2-998A-74BDD9FC7C9E}" srcOrd="1" destOrd="0" presId="urn:microsoft.com/office/officeart/2005/8/layout/orgChart1"/>
    <dgm:cxn modelId="{12F46B7C-B6F0-4620-A93F-4DAA33B56850}" type="presParOf" srcId="{69944E1D-AC62-4162-B05F-131FC82060AF}" destId="{2F78DD70-8592-4FCB-9676-69FACE09AB2A}" srcOrd="1" destOrd="0" presId="urn:microsoft.com/office/officeart/2005/8/layout/orgChart1"/>
    <dgm:cxn modelId="{9CE785A7-7F20-4F99-A0FF-3F0658C0B7C1}" type="presParOf" srcId="{69944E1D-AC62-4162-B05F-131FC82060AF}" destId="{F9E90F70-07F4-4A11-9835-F86E8858CAB8}" srcOrd="2" destOrd="0" presId="urn:microsoft.com/office/officeart/2005/8/layout/orgChart1"/>
    <dgm:cxn modelId="{92B37276-4DE9-4C35-BBDF-676A76D2EF43}" type="presParOf" srcId="{98976312-0188-4BB5-A65F-2A5EE7D74636}" destId="{685778C0-99BC-4078-94F6-04A613A375BD}" srcOrd="2" destOrd="0" presId="urn:microsoft.com/office/officeart/2005/8/layout/orgChart1"/>
    <dgm:cxn modelId="{88992280-2A60-4160-9846-83ADF01137B9}" type="presParOf" srcId="{09CD9903-6651-4485-AD95-857E292F6F7F}" destId="{6832258B-08C9-4BD8-95B9-874A974EC43E}" srcOrd="4" destOrd="0" presId="urn:microsoft.com/office/officeart/2005/8/layout/orgChart1"/>
    <dgm:cxn modelId="{2B61D0F1-6473-4821-B64C-42EABBF48B6C}" type="presParOf" srcId="{09CD9903-6651-4485-AD95-857E292F6F7F}" destId="{B89C188D-7409-43CB-BA6F-6023766F6D79}" srcOrd="5" destOrd="0" presId="urn:microsoft.com/office/officeart/2005/8/layout/orgChart1"/>
    <dgm:cxn modelId="{97A9886F-E55E-4CD2-A32A-5B8849FDD9B4}" type="presParOf" srcId="{B89C188D-7409-43CB-BA6F-6023766F6D79}" destId="{812CA3BE-701B-4A19-A74F-9499E85EAA95}" srcOrd="0" destOrd="0" presId="urn:microsoft.com/office/officeart/2005/8/layout/orgChart1"/>
    <dgm:cxn modelId="{334C58D0-EE3F-4777-9473-E13A229E7B0B}" type="presParOf" srcId="{812CA3BE-701B-4A19-A74F-9499E85EAA95}" destId="{835956D7-2CDA-42E2-879F-554DB71C5B7F}" srcOrd="0" destOrd="0" presId="urn:microsoft.com/office/officeart/2005/8/layout/orgChart1"/>
    <dgm:cxn modelId="{6D5D9386-1052-46D6-B498-F4F26BF25288}" type="presParOf" srcId="{812CA3BE-701B-4A19-A74F-9499E85EAA95}" destId="{86FEC2C4-F0CE-4C42-85B6-A85CC6019699}" srcOrd="1" destOrd="0" presId="urn:microsoft.com/office/officeart/2005/8/layout/orgChart1"/>
    <dgm:cxn modelId="{3D0AF261-67BD-410D-BF6A-44281A728836}" type="presParOf" srcId="{B89C188D-7409-43CB-BA6F-6023766F6D79}" destId="{5126F795-4161-4C5C-A8D5-56759278C429}" srcOrd="1" destOrd="0" presId="urn:microsoft.com/office/officeart/2005/8/layout/orgChart1"/>
    <dgm:cxn modelId="{D6BCCD97-18A0-46C4-AD72-DC2533D7FE50}" type="presParOf" srcId="{5126F795-4161-4C5C-A8D5-56759278C429}" destId="{81BF19C4-9037-40C1-B8A7-9C6A73AB36FA}" srcOrd="0" destOrd="0" presId="urn:microsoft.com/office/officeart/2005/8/layout/orgChart1"/>
    <dgm:cxn modelId="{A4C5DBE7-FCDD-4908-AAAB-D6A44085AB19}" type="presParOf" srcId="{5126F795-4161-4C5C-A8D5-56759278C429}" destId="{01B9B060-91D3-4E81-B183-644B2840542A}" srcOrd="1" destOrd="0" presId="urn:microsoft.com/office/officeart/2005/8/layout/orgChart1"/>
    <dgm:cxn modelId="{E66CAA64-8F4F-4D2A-8713-90B26B9CD295}" type="presParOf" srcId="{01B9B060-91D3-4E81-B183-644B2840542A}" destId="{ECD3D9E8-23CB-4AA6-AD46-2036AA646041}" srcOrd="0" destOrd="0" presId="urn:microsoft.com/office/officeart/2005/8/layout/orgChart1"/>
    <dgm:cxn modelId="{A7B4E6B3-37DA-4F96-BBEC-26A85624334E}" type="presParOf" srcId="{ECD3D9E8-23CB-4AA6-AD46-2036AA646041}" destId="{BB64D33E-3B66-49CF-8AD2-65F5566389BA}" srcOrd="0" destOrd="0" presId="urn:microsoft.com/office/officeart/2005/8/layout/orgChart1"/>
    <dgm:cxn modelId="{2FCAF73E-18DA-4D16-8719-D6B1500D00E2}" type="presParOf" srcId="{ECD3D9E8-23CB-4AA6-AD46-2036AA646041}" destId="{0ECBD967-4B4D-43D5-8E3C-BB37A8DA2E0D}" srcOrd="1" destOrd="0" presId="urn:microsoft.com/office/officeart/2005/8/layout/orgChart1"/>
    <dgm:cxn modelId="{AA3A8A6E-6016-4CC8-A7BF-982AA4B67D68}" type="presParOf" srcId="{01B9B060-91D3-4E81-B183-644B2840542A}" destId="{27C94047-AB2A-4D27-8C8B-4324FDFEC6F9}" srcOrd="1" destOrd="0" presId="urn:microsoft.com/office/officeart/2005/8/layout/orgChart1"/>
    <dgm:cxn modelId="{C0FCAA16-6797-4066-ACE8-19CA63AF553B}" type="presParOf" srcId="{01B9B060-91D3-4E81-B183-644B2840542A}" destId="{48FB8588-5A48-4041-AE1E-6D2E8F24A89B}" srcOrd="2" destOrd="0" presId="urn:microsoft.com/office/officeart/2005/8/layout/orgChart1"/>
    <dgm:cxn modelId="{5AEA0250-06CC-4300-85BC-DA040B34854E}" type="presParOf" srcId="{B89C188D-7409-43CB-BA6F-6023766F6D79}" destId="{694BDE59-EF91-447A-A667-266141F940BB}" srcOrd="2" destOrd="0" presId="urn:microsoft.com/office/officeart/2005/8/layout/orgChart1"/>
    <dgm:cxn modelId="{516C9934-9D97-42E7-B21D-900D2A67C981}" type="presParOf" srcId="{DBE2D7D0-DF84-4CF7-B34E-CC9EC339157E}" destId="{7E2CADD1-FCC7-464F-8704-4FEE182367EF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4C2C8C2-2C80-49BE-BF5F-61BD418F4B47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</dgm:pt>
    <dgm:pt modelId="{C1EEEAD4-51E6-4297-A75F-D1B380ED0656}">
      <dgm:prSet phldrT="[Texto]" custT="1"/>
      <dgm:spPr/>
      <dgm:t>
        <a:bodyPr/>
        <a:lstStyle/>
        <a:p>
          <a:r>
            <a:rPr lang="pt-BR" sz="2200" b="1" dirty="0">
              <a:latin typeface="Aptos" panose="020B0004020202020204" pitchFamily="34" charset="0"/>
            </a:rPr>
            <a:t>Seleção do método</a:t>
          </a:r>
        </a:p>
      </dgm:t>
    </dgm:pt>
    <dgm:pt modelId="{0613B903-42A0-4A72-9831-4E04435F624D}" type="parTrans" cxnId="{B88AF96D-66A1-4EF3-A686-720D84C840F4}">
      <dgm:prSet/>
      <dgm:spPr/>
      <dgm:t>
        <a:bodyPr/>
        <a:lstStyle/>
        <a:p>
          <a:endParaRPr lang="pt-BR" sz="2200">
            <a:latin typeface="Aptos" panose="020B0004020202020204" pitchFamily="34" charset="0"/>
          </a:endParaRPr>
        </a:p>
      </dgm:t>
    </dgm:pt>
    <dgm:pt modelId="{486F77C6-07F6-4797-9633-968952D66832}" type="sibTrans" cxnId="{B88AF96D-66A1-4EF3-A686-720D84C840F4}">
      <dgm:prSet custT="1"/>
      <dgm:spPr/>
      <dgm:t>
        <a:bodyPr/>
        <a:lstStyle/>
        <a:p>
          <a:endParaRPr lang="pt-BR" sz="2200">
            <a:latin typeface="Aptos" panose="020B0004020202020204" pitchFamily="34" charset="0"/>
          </a:endParaRPr>
        </a:p>
      </dgm:t>
    </dgm:pt>
    <dgm:pt modelId="{F75EA237-F864-420B-912A-FB97D1736BE6}">
      <dgm:prSet phldrT="[Texto]" custT="1"/>
      <dgm:spPr/>
      <dgm:t>
        <a:bodyPr/>
        <a:lstStyle/>
        <a:p>
          <a:r>
            <a:rPr lang="pt-BR" sz="2200" b="1" dirty="0">
              <a:latin typeface="Aptos" panose="020B0004020202020204" pitchFamily="34" charset="0"/>
            </a:rPr>
            <a:t>Amostragem</a:t>
          </a:r>
        </a:p>
      </dgm:t>
    </dgm:pt>
    <dgm:pt modelId="{0CB57C59-3859-480F-8199-3D6DD7AD4F17}" type="parTrans" cxnId="{28E12910-4D01-4570-94D0-37D82CA727A6}">
      <dgm:prSet/>
      <dgm:spPr/>
      <dgm:t>
        <a:bodyPr/>
        <a:lstStyle/>
        <a:p>
          <a:endParaRPr lang="pt-BR" sz="2200">
            <a:latin typeface="Aptos" panose="020B0004020202020204" pitchFamily="34" charset="0"/>
          </a:endParaRPr>
        </a:p>
      </dgm:t>
    </dgm:pt>
    <dgm:pt modelId="{DCABA41C-6454-4595-AB20-385BDE79DC83}" type="sibTrans" cxnId="{28E12910-4D01-4570-94D0-37D82CA727A6}">
      <dgm:prSet custT="1"/>
      <dgm:spPr/>
      <dgm:t>
        <a:bodyPr/>
        <a:lstStyle/>
        <a:p>
          <a:endParaRPr lang="pt-BR" sz="2200">
            <a:latin typeface="Aptos" panose="020B0004020202020204" pitchFamily="34" charset="0"/>
          </a:endParaRPr>
        </a:p>
      </dgm:t>
    </dgm:pt>
    <dgm:pt modelId="{E00DABD2-7B69-4F78-AD8A-35281AD9A8C4}">
      <dgm:prSet phldrT="[Texto]" custT="1"/>
      <dgm:spPr/>
      <dgm:t>
        <a:bodyPr/>
        <a:lstStyle/>
        <a:p>
          <a:r>
            <a:rPr lang="pt-BR" sz="2200" b="1" dirty="0">
              <a:latin typeface="Aptos" panose="020B0004020202020204" pitchFamily="34" charset="0"/>
            </a:rPr>
            <a:t>Tratamento da amostra</a:t>
          </a:r>
        </a:p>
      </dgm:t>
    </dgm:pt>
    <dgm:pt modelId="{1530C20D-9404-4563-A8FD-6C40E95D7498}" type="parTrans" cxnId="{D117696B-6E1A-4F40-84F2-40A6F766E75E}">
      <dgm:prSet/>
      <dgm:spPr/>
      <dgm:t>
        <a:bodyPr/>
        <a:lstStyle/>
        <a:p>
          <a:endParaRPr lang="pt-BR" sz="2200">
            <a:latin typeface="Aptos" panose="020B0004020202020204" pitchFamily="34" charset="0"/>
          </a:endParaRPr>
        </a:p>
      </dgm:t>
    </dgm:pt>
    <dgm:pt modelId="{F073E5BF-6578-4E44-BCC9-9945D76B293F}" type="sibTrans" cxnId="{D117696B-6E1A-4F40-84F2-40A6F766E75E}">
      <dgm:prSet custT="1"/>
      <dgm:spPr/>
      <dgm:t>
        <a:bodyPr/>
        <a:lstStyle/>
        <a:p>
          <a:endParaRPr lang="pt-BR" sz="2200">
            <a:latin typeface="Aptos" panose="020B0004020202020204" pitchFamily="34" charset="0"/>
          </a:endParaRPr>
        </a:p>
      </dgm:t>
    </dgm:pt>
    <dgm:pt modelId="{0FA4A2F9-1E87-4D52-B588-6E93E3C16D14}">
      <dgm:prSet phldrT="[Texto]" custT="1"/>
      <dgm:spPr/>
      <dgm:t>
        <a:bodyPr/>
        <a:lstStyle/>
        <a:p>
          <a:r>
            <a:rPr lang="pt-BR" sz="2200" b="1" dirty="0">
              <a:latin typeface="Aptos" panose="020B0004020202020204" pitchFamily="34" charset="0"/>
            </a:rPr>
            <a:t>Medida Analítica</a:t>
          </a:r>
        </a:p>
      </dgm:t>
    </dgm:pt>
    <dgm:pt modelId="{C1FA0B1F-074F-489E-ABD4-CF5C4AF0DEAC}" type="parTrans" cxnId="{BB7A9CD4-7E70-4628-A88B-A2E947FF4367}">
      <dgm:prSet/>
      <dgm:spPr/>
      <dgm:t>
        <a:bodyPr/>
        <a:lstStyle/>
        <a:p>
          <a:endParaRPr lang="pt-BR" sz="2200">
            <a:latin typeface="Aptos" panose="020B0004020202020204" pitchFamily="34" charset="0"/>
          </a:endParaRPr>
        </a:p>
      </dgm:t>
    </dgm:pt>
    <dgm:pt modelId="{E28E6210-8827-4CCF-9A32-2BD7D82F441B}" type="sibTrans" cxnId="{BB7A9CD4-7E70-4628-A88B-A2E947FF4367}">
      <dgm:prSet custT="1"/>
      <dgm:spPr/>
      <dgm:t>
        <a:bodyPr/>
        <a:lstStyle/>
        <a:p>
          <a:endParaRPr lang="pt-BR" sz="2200">
            <a:latin typeface="Aptos" panose="020B0004020202020204" pitchFamily="34" charset="0"/>
          </a:endParaRPr>
        </a:p>
      </dgm:t>
    </dgm:pt>
    <dgm:pt modelId="{07515F6A-BF07-4D04-A27F-AD58EB2A9445}">
      <dgm:prSet phldrT="[Texto]" custT="1"/>
      <dgm:spPr/>
      <dgm:t>
        <a:bodyPr/>
        <a:lstStyle/>
        <a:p>
          <a:r>
            <a:rPr lang="pt-BR" sz="2200" b="1" dirty="0">
              <a:latin typeface="Aptos" panose="020B0004020202020204" pitchFamily="34" charset="0"/>
            </a:rPr>
            <a:t>Cálculo e avaliação dos resultados</a:t>
          </a:r>
        </a:p>
      </dgm:t>
    </dgm:pt>
    <dgm:pt modelId="{C2A0A1E3-4936-4071-BA60-7D368971F013}" type="parTrans" cxnId="{C6CAAE3B-E93A-463D-86F5-321C37C1D90A}">
      <dgm:prSet/>
      <dgm:spPr/>
      <dgm:t>
        <a:bodyPr/>
        <a:lstStyle/>
        <a:p>
          <a:endParaRPr lang="pt-BR" sz="2200">
            <a:latin typeface="Aptos" panose="020B0004020202020204" pitchFamily="34" charset="0"/>
          </a:endParaRPr>
        </a:p>
      </dgm:t>
    </dgm:pt>
    <dgm:pt modelId="{AFD9037F-D527-4A7D-BAD3-F6F059FA4959}" type="sibTrans" cxnId="{C6CAAE3B-E93A-463D-86F5-321C37C1D90A}">
      <dgm:prSet/>
      <dgm:spPr/>
      <dgm:t>
        <a:bodyPr/>
        <a:lstStyle/>
        <a:p>
          <a:endParaRPr lang="pt-BR" sz="2200">
            <a:latin typeface="Aptos" panose="020B0004020202020204" pitchFamily="34" charset="0"/>
          </a:endParaRPr>
        </a:p>
      </dgm:t>
    </dgm:pt>
    <dgm:pt modelId="{B3CD8099-680A-436A-BC1E-4C2F86A3D4E5}" type="pres">
      <dgm:prSet presAssocID="{64C2C8C2-2C80-49BE-BF5F-61BD418F4B47}" presName="linearFlow" presStyleCnt="0">
        <dgm:presLayoutVars>
          <dgm:resizeHandles val="exact"/>
        </dgm:presLayoutVars>
      </dgm:prSet>
      <dgm:spPr/>
    </dgm:pt>
    <dgm:pt modelId="{E5A3A1A5-5BEB-4605-AA39-AE8FD6914031}" type="pres">
      <dgm:prSet presAssocID="{C1EEEAD4-51E6-4297-A75F-D1B380ED0656}" presName="node" presStyleLbl="node1" presStyleIdx="0" presStyleCnt="5" custScaleX="148104">
        <dgm:presLayoutVars>
          <dgm:bulletEnabled val="1"/>
        </dgm:presLayoutVars>
      </dgm:prSet>
      <dgm:spPr/>
    </dgm:pt>
    <dgm:pt modelId="{B54DF70A-9445-4768-AA20-AA1DD24737D8}" type="pres">
      <dgm:prSet presAssocID="{486F77C6-07F6-4797-9633-968952D66832}" presName="sibTrans" presStyleLbl="sibTrans2D1" presStyleIdx="0" presStyleCnt="4"/>
      <dgm:spPr/>
    </dgm:pt>
    <dgm:pt modelId="{94971CE0-B282-4D63-B565-957F97661674}" type="pres">
      <dgm:prSet presAssocID="{486F77C6-07F6-4797-9633-968952D66832}" presName="connectorText" presStyleLbl="sibTrans2D1" presStyleIdx="0" presStyleCnt="4"/>
      <dgm:spPr/>
    </dgm:pt>
    <dgm:pt modelId="{35DB9096-BEE7-47E6-9B85-8F26A331DC10}" type="pres">
      <dgm:prSet presAssocID="{F75EA237-F864-420B-912A-FB97D1736BE6}" presName="node" presStyleLbl="node1" presStyleIdx="1" presStyleCnt="5" custScaleX="148104">
        <dgm:presLayoutVars>
          <dgm:bulletEnabled val="1"/>
        </dgm:presLayoutVars>
      </dgm:prSet>
      <dgm:spPr/>
    </dgm:pt>
    <dgm:pt modelId="{5F969FB2-2A2F-470E-ABC6-EEE462394548}" type="pres">
      <dgm:prSet presAssocID="{DCABA41C-6454-4595-AB20-385BDE79DC83}" presName="sibTrans" presStyleLbl="sibTrans2D1" presStyleIdx="1" presStyleCnt="4"/>
      <dgm:spPr/>
    </dgm:pt>
    <dgm:pt modelId="{01FAC918-6F37-40EB-ACA8-F25315032EC2}" type="pres">
      <dgm:prSet presAssocID="{DCABA41C-6454-4595-AB20-385BDE79DC83}" presName="connectorText" presStyleLbl="sibTrans2D1" presStyleIdx="1" presStyleCnt="4"/>
      <dgm:spPr/>
    </dgm:pt>
    <dgm:pt modelId="{F3EE16D4-DAE9-41B6-8863-03865C342D6B}" type="pres">
      <dgm:prSet presAssocID="{E00DABD2-7B69-4F78-AD8A-35281AD9A8C4}" presName="node" presStyleLbl="node1" presStyleIdx="2" presStyleCnt="5" custScaleX="148104">
        <dgm:presLayoutVars>
          <dgm:bulletEnabled val="1"/>
        </dgm:presLayoutVars>
      </dgm:prSet>
      <dgm:spPr/>
    </dgm:pt>
    <dgm:pt modelId="{9096DBBE-C14D-46E7-8366-A06F3BC5C449}" type="pres">
      <dgm:prSet presAssocID="{F073E5BF-6578-4E44-BCC9-9945D76B293F}" presName="sibTrans" presStyleLbl="sibTrans2D1" presStyleIdx="2" presStyleCnt="4"/>
      <dgm:spPr/>
    </dgm:pt>
    <dgm:pt modelId="{6965BE85-1DEA-445C-AE62-B2A02DE199DD}" type="pres">
      <dgm:prSet presAssocID="{F073E5BF-6578-4E44-BCC9-9945D76B293F}" presName="connectorText" presStyleLbl="sibTrans2D1" presStyleIdx="2" presStyleCnt="4"/>
      <dgm:spPr/>
    </dgm:pt>
    <dgm:pt modelId="{93D61C67-68FA-4C82-A086-3A4AC6875A14}" type="pres">
      <dgm:prSet presAssocID="{0FA4A2F9-1E87-4D52-B588-6E93E3C16D14}" presName="node" presStyleLbl="node1" presStyleIdx="3" presStyleCnt="5" custScaleX="148104">
        <dgm:presLayoutVars>
          <dgm:bulletEnabled val="1"/>
        </dgm:presLayoutVars>
      </dgm:prSet>
      <dgm:spPr/>
    </dgm:pt>
    <dgm:pt modelId="{BA45CA7E-86E0-4862-AEEE-B5D2968E128F}" type="pres">
      <dgm:prSet presAssocID="{E28E6210-8827-4CCF-9A32-2BD7D82F441B}" presName="sibTrans" presStyleLbl="sibTrans2D1" presStyleIdx="3" presStyleCnt="4"/>
      <dgm:spPr/>
    </dgm:pt>
    <dgm:pt modelId="{C78E6FBF-4957-4C83-AEBE-8E80FFC1D5E0}" type="pres">
      <dgm:prSet presAssocID="{E28E6210-8827-4CCF-9A32-2BD7D82F441B}" presName="connectorText" presStyleLbl="sibTrans2D1" presStyleIdx="3" presStyleCnt="4"/>
      <dgm:spPr/>
    </dgm:pt>
    <dgm:pt modelId="{C7861961-B51E-4399-963B-6D7CD3214314}" type="pres">
      <dgm:prSet presAssocID="{07515F6A-BF07-4D04-A27F-AD58EB2A9445}" presName="node" presStyleLbl="node1" presStyleIdx="4" presStyleCnt="5" custScaleX="148104">
        <dgm:presLayoutVars>
          <dgm:bulletEnabled val="1"/>
        </dgm:presLayoutVars>
      </dgm:prSet>
      <dgm:spPr/>
    </dgm:pt>
  </dgm:ptLst>
  <dgm:cxnLst>
    <dgm:cxn modelId="{28E12910-4D01-4570-94D0-37D82CA727A6}" srcId="{64C2C8C2-2C80-49BE-BF5F-61BD418F4B47}" destId="{F75EA237-F864-420B-912A-FB97D1736BE6}" srcOrd="1" destOrd="0" parTransId="{0CB57C59-3859-480F-8199-3D6DD7AD4F17}" sibTransId="{DCABA41C-6454-4595-AB20-385BDE79DC83}"/>
    <dgm:cxn modelId="{4E44E327-CF8D-4530-9EE3-EDEB94D3F192}" type="presOf" srcId="{F073E5BF-6578-4E44-BCC9-9945D76B293F}" destId="{9096DBBE-C14D-46E7-8366-A06F3BC5C449}" srcOrd="0" destOrd="0" presId="urn:microsoft.com/office/officeart/2005/8/layout/process2"/>
    <dgm:cxn modelId="{F208A53B-5B5A-4CC0-9CDC-95931E69D471}" type="presOf" srcId="{E00DABD2-7B69-4F78-AD8A-35281AD9A8C4}" destId="{F3EE16D4-DAE9-41B6-8863-03865C342D6B}" srcOrd="0" destOrd="0" presId="urn:microsoft.com/office/officeart/2005/8/layout/process2"/>
    <dgm:cxn modelId="{C6CAAE3B-E93A-463D-86F5-321C37C1D90A}" srcId="{64C2C8C2-2C80-49BE-BF5F-61BD418F4B47}" destId="{07515F6A-BF07-4D04-A27F-AD58EB2A9445}" srcOrd="4" destOrd="0" parTransId="{C2A0A1E3-4936-4071-BA60-7D368971F013}" sibTransId="{AFD9037F-D527-4A7D-BAD3-F6F059FA4959}"/>
    <dgm:cxn modelId="{1886CD47-1F8A-48DA-ADB9-811CBD68FDE8}" type="presOf" srcId="{07515F6A-BF07-4D04-A27F-AD58EB2A9445}" destId="{C7861961-B51E-4399-963B-6D7CD3214314}" srcOrd="0" destOrd="0" presId="urn:microsoft.com/office/officeart/2005/8/layout/process2"/>
    <dgm:cxn modelId="{D117696B-6E1A-4F40-84F2-40A6F766E75E}" srcId="{64C2C8C2-2C80-49BE-BF5F-61BD418F4B47}" destId="{E00DABD2-7B69-4F78-AD8A-35281AD9A8C4}" srcOrd="2" destOrd="0" parTransId="{1530C20D-9404-4563-A8FD-6C40E95D7498}" sibTransId="{F073E5BF-6578-4E44-BCC9-9945D76B293F}"/>
    <dgm:cxn modelId="{AEDC7D4D-196B-414D-8CAB-12111C5F1608}" type="presOf" srcId="{0FA4A2F9-1E87-4D52-B588-6E93E3C16D14}" destId="{93D61C67-68FA-4C82-A086-3A4AC6875A14}" srcOrd="0" destOrd="0" presId="urn:microsoft.com/office/officeart/2005/8/layout/process2"/>
    <dgm:cxn modelId="{B88AF96D-66A1-4EF3-A686-720D84C840F4}" srcId="{64C2C8C2-2C80-49BE-BF5F-61BD418F4B47}" destId="{C1EEEAD4-51E6-4297-A75F-D1B380ED0656}" srcOrd="0" destOrd="0" parTransId="{0613B903-42A0-4A72-9831-4E04435F624D}" sibTransId="{486F77C6-07F6-4797-9633-968952D66832}"/>
    <dgm:cxn modelId="{553BEA4F-5848-4816-8604-E07CD781B2B5}" type="presOf" srcId="{F073E5BF-6578-4E44-BCC9-9945D76B293F}" destId="{6965BE85-1DEA-445C-AE62-B2A02DE199DD}" srcOrd="1" destOrd="0" presId="urn:microsoft.com/office/officeart/2005/8/layout/process2"/>
    <dgm:cxn modelId="{8276BE57-231E-4755-BFE4-8DFADC3931A7}" type="presOf" srcId="{E28E6210-8827-4CCF-9A32-2BD7D82F441B}" destId="{C78E6FBF-4957-4C83-AEBE-8E80FFC1D5E0}" srcOrd="1" destOrd="0" presId="urn:microsoft.com/office/officeart/2005/8/layout/process2"/>
    <dgm:cxn modelId="{D7EE157B-CA14-4DD3-96BC-E3C01411835E}" type="presOf" srcId="{64C2C8C2-2C80-49BE-BF5F-61BD418F4B47}" destId="{B3CD8099-680A-436A-BC1E-4C2F86A3D4E5}" srcOrd="0" destOrd="0" presId="urn:microsoft.com/office/officeart/2005/8/layout/process2"/>
    <dgm:cxn modelId="{52AA4387-ED8F-4481-B4B5-052E2FCCC290}" type="presOf" srcId="{E28E6210-8827-4CCF-9A32-2BD7D82F441B}" destId="{BA45CA7E-86E0-4862-AEEE-B5D2968E128F}" srcOrd="0" destOrd="0" presId="urn:microsoft.com/office/officeart/2005/8/layout/process2"/>
    <dgm:cxn modelId="{1E288991-59BD-46AD-915C-39054024BFE2}" type="presOf" srcId="{DCABA41C-6454-4595-AB20-385BDE79DC83}" destId="{01FAC918-6F37-40EB-ACA8-F25315032EC2}" srcOrd="1" destOrd="0" presId="urn:microsoft.com/office/officeart/2005/8/layout/process2"/>
    <dgm:cxn modelId="{B92A1A92-72A1-4DAC-A4D9-4C27AF6880B7}" type="presOf" srcId="{F75EA237-F864-420B-912A-FB97D1736BE6}" destId="{35DB9096-BEE7-47E6-9B85-8F26A331DC10}" srcOrd="0" destOrd="0" presId="urn:microsoft.com/office/officeart/2005/8/layout/process2"/>
    <dgm:cxn modelId="{177BE4AB-F217-4648-A85B-435FD0F427F8}" type="presOf" srcId="{486F77C6-07F6-4797-9633-968952D66832}" destId="{94971CE0-B282-4D63-B565-957F97661674}" srcOrd="1" destOrd="0" presId="urn:microsoft.com/office/officeart/2005/8/layout/process2"/>
    <dgm:cxn modelId="{F56BE9BE-3E7D-4893-9A32-48CD71C6D317}" type="presOf" srcId="{486F77C6-07F6-4797-9633-968952D66832}" destId="{B54DF70A-9445-4768-AA20-AA1DD24737D8}" srcOrd="0" destOrd="0" presId="urn:microsoft.com/office/officeart/2005/8/layout/process2"/>
    <dgm:cxn modelId="{BB7A9CD4-7E70-4628-A88B-A2E947FF4367}" srcId="{64C2C8C2-2C80-49BE-BF5F-61BD418F4B47}" destId="{0FA4A2F9-1E87-4D52-B588-6E93E3C16D14}" srcOrd="3" destOrd="0" parTransId="{C1FA0B1F-074F-489E-ABD4-CF5C4AF0DEAC}" sibTransId="{E28E6210-8827-4CCF-9A32-2BD7D82F441B}"/>
    <dgm:cxn modelId="{053CC5E6-B5FE-49DF-BAA2-B2F15641FB95}" type="presOf" srcId="{DCABA41C-6454-4595-AB20-385BDE79DC83}" destId="{5F969FB2-2A2F-470E-ABC6-EEE462394548}" srcOrd="0" destOrd="0" presId="urn:microsoft.com/office/officeart/2005/8/layout/process2"/>
    <dgm:cxn modelId="{FAD780FD-681A-4DE8-B12F-B02D849048FE}" type="presOf" srcId="{C1EEEAD4-51E6-4297-A75F-D1B380ED0656}" destId="{E5A3A1A5-5BEB-4605-AA39-AE8FD6914031}" srcOrd="0" destOrd="0" presId="urn:microsoft.com/office/officeart/2005/8/layout/process2"/>
    <dgm:cxn modelId="{BB5B3C03-A329-45F1-AACA-4158A6501442}" type="presParOf" srcId="{B3CD8099-680A-436A-BC1E-4C2F86A3D4E5}" destId="{E5A3A1A5-5BEB-4605-AA39-AE8FD6914031}" srcOrd="0" destOrd="0" presId="urn:microsoft.com/office/officeart/2005/8/layout/process2"/>
    <dgm:cxn modelId="{2EB0D64F-756A-434C-82C7-DF1418AB678A}" type="presParOf" srcId="{B3CD8099-680A-436A-BC1E-4C2F86A3D4E5}" destId="{B54DF70A-9445-4768-AA20-AA1DD24737D8}" srcOrd="1" destOrd="0" presId="urn:microsoft.com/office/officeart/2005/8/layout/process2"/>
    <dgm:cxn modelId="{E2463AE7-6651-44BE-8920-6A0EC655610D}" type="presParOf" srcId="{B54DF70A-9445-4768-AA20-AA1DD24737D8}" destId="{94971CE0-B282-4D63-B565-957F97661674}" srcOrd="0" destOrd="0" presId="urn:microsoft.com/office/officeart/2005/8/layout/process2"/>
    <dgm:cxn modelId="{FA955843-CD09-4743-B746-998E2C198528}" type="presParOf" srcId="{B3CD8099-680A-436A-BC1E-4C2F86A3D4E5}" destId="{35DB9096-BEE7-47E6-9B85-8F26A331DC10}" srcOrd="2" destOrd="0" presId="urn:microsoft.com/office/officeart/2005/8/layout/process2"/>
    <dgm:cxn modelId="{07848966-6045-42A8-A1DA-27430E4C76D3}" type="presParOf" srcId="{B3CD8099-680A-436A-BC1E-4C2F86A3D4E5}" destId="{5F969FB2-2A2F-470E-ABC6-EEE462394548}" srcOrd="3" destOrd="0" presId="urn:microsoft.com/office/officeart/2005/8/layout/process2"/>
    <dgm:cxn modelId="{ABAAF641-CCB9-4F08-97F0-DC9419CA8B50}" type="presParOf" srcId="{5F969FB2-2A2F-470E-ABC6-EEE462394548}" destId="{01FAC918-6F37-40EB-ACA8-F25315032EC2}" srcOrd="0" destOrd="0" presId="urn:microsoft.com/office/officeart/2005/8/layout/process2"/>
    <dgm:cxn modelId="{766F9875-B559-4981-AFFB-F8A2A05D3492}" type="presParOf" srcId="{B3CD8099-680A-436A-BC1E-4C2F86A3D4E5}" destId="{F3EE16D4-DAE9-41B6-8863-03865C342D6B}" srcOrd="4" destOrd="0" presId="urn:microsoft.com/office/officeart/2005/8/layout/process2"/>
    <dgm:cxn modelId="{2D5F5FFD-BA54-4BC2-A8FF-2D03E2A39950}" type="presParOf" srcId="{B3CD8099-680A-436A-BC1E-4C2F86A3D4E5}" destId="{9096DBBE-C14D-46E7-8366-A06F3BC5C449}" srcOrd="5" destOrd="0" presId="urn:microsoft.com/office/officeart/2005/8/layout/process2"/>
    <dgm:cxn modelId="{02CCE545-DBAD-4816-882D-411D996791C4}" type="presParOf" srcId="{9096DBBE-C14D-46E7-8366-A06F3BC5C449}" destId="{6965BE85-1DEA-445C-AE62-B2A02DE199DD}" srcOrd="0" destOrd="0" presId="urn:microsoft.com/office/officeart/2005/8/layout/process2"/>
    <dgm:cxn modelId="{CB7F2A0E-186B-4E02-BB43-613E05CE19C3}" type="presParOf" srcId="{B3CD8099-680A-436A-BC1E-4C2F86A3D4E5}" destId="{93D61C67-68FA-4C82-A086-3A4AC6875A14}" srcOrd="6" destOrd="0" presId="urn:microsoft.com/office/officeart/2005/8/layout/process2"/>
    <dgm:cxn modelId="{6EB13644-930A-492C-83F7-07F340A65E03}" type="presParOf" srcId="{B3CD8099-680A-436A-BC1E-4C2F86A3D4E5}" destId="{BA45CA7E-86E0-4862-AEEE-B5D2968E128F}" srcOrd="7" destOrd="0" presId="urn:microsoft.com/office/officeart/2005/8/layout/process2"/>
    <dgm:cxn modelId="{4B0BD572-9FAE-48A5-B37B-CF1FC110D6E9}" type="presParOf" srcId="{BA45CA7E-86E0-4862-AEEE-B5D2968E128F}" destId="{C78E6FBF-4957-4C83-AEBE-8E80FFC1D5E0}" srcOrd="0" destOrd="0" presId="urn:microsoft.com/office/officeart/2005/8/layout/process2"/>
    <dgm:cxn modelId="{365BD927-9A00-4C25-B0B5-59DE87345325}" type="presParOf" srcId="{B3CD8099-680A-436A-BC1E-4C2F86A3D4E5}" destId="{C7861961-B51E-4399-963B-6D7CD3214314}" srcOrd="8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4C2C8C2-2C80-49BE-BF5F-61BD418F4B47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</dgm:pt>
    <dgm:pt modelId="{C1EEEAD4-51E6-4297-A75F-D1B380ED0656}">
      <dgm:prSet phldrT="[Texto]" custT="1"/>
      <dgm:spPr>
        <a:solidFill>
          <a:srgbClr val="FF0000"/>
        </a:solidFill>
      </dgm:spPr>
      <dgm:t>
        <a:bodyPr/>
        <a:lstStyle/>
        <a:p>
          <a:r>
            <a:rPr lang="pt-BR" sz="2200" b="1" dirty="0">
              <a:latin typeface="Aptos" panose="020B0004020202020204" pitchFamily="34" charset="0"/>
            </a:rPr>
            <a:t>Seleção do método</a:t>
          </a:r>
        </a:p>
      </dgm:t>
    </dgm:pt>
    <dgm:pt modelId="{0613B903-42A0-4A72-9831-4E04435F624D}" type="parTrans" cxnId="{B88AF96D-66A1-4EF3-A686-720D84C840F4}">
      <dgm:prSet/>
      <dgm:spPr/>
      <dgm:t>
        <a:bodyPr/>
        <a:lstStyle/>
        <a:p>
          <a:endParaRPr lang="pt-BR" sz="2200">
            <a:latin typeface="Aptos" panose="020B0004020202020204" pitchFamily="34" charset="0"/>
          </a:endParaRPr>
        </a:p>
      </dgm:t>
    </dgm:pt>
    <dgm:pt modelId="{486F77C6-07F6-4797-9633-968952D66832}" type="sibTrans" cxnId="{B88AF96D-66A1-4EF3-A686-720D84C840F4}">
      <dgm:prSet custT="1"/>
      <dgm:spPr/>
      <dgm:t>
        <a:bodyPr/>
        <a:lstStyle/>
        <a:p>
          <a:endParaRPr lang="pt-BR" sz="2200">
            <a:latin typeface="Aptos" panose="020B0004020202020204" pitchFamily="34" charset="0"/>
          </a:endParaRPr>
        </a:p>
      </dgm:t>
    </dgm:pt>
    <dgm:pt modelId="{F75EA237-F864-420B-912A-FB97D1736BE6}">
      <dgm:prSet phldrT="[Texto]" custT="1"/>
      <dgm:spPr/>
      <dgm:t>
        <a:bodyPr/>
        <a:lstStyle/>
        <a:p>
          <a:r>
            <a:rPr lang="pt-BR" sz="2200" b="1" dirty="0">
              <a:latin typeface="Aptos" panose="020B0004020202020204" pitchFamily="34" charset="0"/>
            </a:rPr>
            <a:t>Amostragem</a:t>
          </a:r>
        </a:p>
      </dgm:t>
    </dgm:pt>
    <dgm:pt modelId="{0CB57C59-3859-480F-8199-3D6DD7AD4F17}" type="parTrans" cxnId="{28E12910-4D01-4570-94D0-37D82CA727A6}">
      <dgm:prSet/>
      <dgm:spPr/>
      <dgm:t>
        <a:bodyPr/>
        <a:lstStyle/>
        <a:p>
          <a:endParaRPr lang="pt-BR" sz="2200">
            <a:latin typeface="Aptos" panose="020B0004020202020204" pitchFamily="34" charset="0"/>
          </a:endParaRPr>
        </a:p>
      </dgm:t>
    </dgm:pt>
    <dgm:pt modelId="{DCABA41C-6454-4595-AB20-385BDE79DC83}" type="sibTrans" cxnId="{28E12910-4D01-4570-94D0-37D82CA727A6}">
      <dgm:prSet custT="1"/>
      <dgm:spPr/>
      <dgm:t>
        <a:bodyPr/>
        <a:lstStyle/>
        <a:p>
          <a:endParaRPr lang="pt-BR" sz="2200">
            <a:latin typeface="Aptos" panose="020B0004020202020204" pitchFamily="34" charset="0"/>
          </a:endParaRPr>
        </a:p>
      </dgm:t>
    </dgm:pt>
    <dgm:pt modelId="{E00DABD2-7B69-4F78-AD8A-35281AD9A8C4}">
      <dgm:prSet phldrT="[Texto]" custT="1"/>
      <dgm:spPr/>
      <dgm:t>
        <a:bodyPr/>
        <a:lstStyle/>
        <a:p>
          <a:r>
            <a:rPr lang="pt-BR" sz="2200" b="1" dirty="0">
              <a:latin typeface="Aptos" panose="020B0004020202020204" pitchFamily="34" charset="0"/>
            </a:rPr>
            <a:t>Tratamento da amostra</a:t>
          </a:r>
        </a:p>
      </dgm:t>
    </dgm:pt>
    <dgm:pt modelId="{1530C20D-9404-4563-A8FD-6C40E95D7498}" type="parTrans" cxnId="{D117696B-6E1A-4F40-84F2-40A6F766E75E}">
      <dgm:prSet/>
      <dgm:spPr/>
      <dgm:t>
        <a:bodyPr/>
        <a:lstStyle/>
        <a:p>
          <a:endParaRPr lang="pt-BR" sz="2200">
            <a:latin typeface="Aptos" panose="020B0004020202020204" pitchFamily="34" charset="0"/>
          </a:endParaRPr>
        </a:p>
      </dgm:t>
    </dgm:pt>
    <dgm:pt modelId="{F073E5BF-6578-4E44-BCC9-9945D76B293F}" type="sibTrans" cxnId="{D117696B-6E1A-4F40-84F2-40A6F766E75E}">
      <dgm:prSet custT="1"/>
      <dgm:spPr/>
      <dgm:t>
        <a:bodyPr/>
        <a:lstStyle/>
        <a:p>
          <a:endParaRPr lang="pt-BR" sz="2200">
            <a:latin typeface="Aptos" panose="020B0004020202020204" pitchFamily="34" charset="0"/>
          </a:endParaRPr>
        </a:p>
      </dgm:t>
    </dgm:pt>
    <dgm:pt modelId="{0FA4A2F9-1E87-4D52-B588-6E93E3C16D14}">
      <dgm:prSet phldrT="[Texto]" custT="1"/>
      <dgm:spPr/>
      <dgm:t>
        <a:bodyPr/>
        <a:lstStyle/>
        <a:p>
          <a:r>
            <a:rPr lang="pt-BR" sz="2200" b="1" dirty="0">
              <a:latin typeface="Aptos" panose="020B0004020202020204" pitchFamily="34" charset="0"/>
            </a:rPr>
            <a:t>Medida Analítica</a:t>
          </a:r>
        </a:p>
      </dgm:t>
    </dgm:pt>
    <dgm:pt modelId="{C1FA0B1F-074F-489E-ABD4-CF5C4AF0DEAC}" type="parTrans" cxnId="{BB7A9CD4-7E70-4628-A88B-A2E947FF4367}">
      <dgm:prSet/>
      <dgm:spPr/>
      <dgm:t>
        <a:bodyPr/>
        <a:lstStyle/>
        <a:p>
          <a:endParaRPr lang="pt-BR" sz="2200">
            <a:latin typeface="Aptos" panose="020B0004020202020204" pitchFamily="34" charset="0"/>
          </a:endParaRPr>
        </a:p>
      </dgm:t>
    </dgm:pt>
    <dgm:pt modelId="{E28E6210-8827-4CCF-9A32-2BD7D82F441B}" type="sibTrans" cxnId="{BB7A9CD4-7E70-4628-A88B-A2E947FF4367}">
      <dgm:prSet custT="1"/>
      <dgm:spPr/>
      <dgm:t>
        <a:bodyPr/>
        <a:lstStyle/>
        <a:p>
          <a:endParaRPr lang="pt-BR" sz="2200">
            <a:latin typeface="Aptos" panose="020B0004020202020204" pitchFamily="34" charset="0"/>
          </a:endParaRPr>
        </a:p>
      </dgm:t>
    </dgm:pt>
    <dgm:pt modelId="{07515F6A-BF07-4D04-A27F-AD58EB2A9445}">
      <dgm:prSet phldrT="[Texto]" custT="1"/>
      <dgm:spPr/>
      <dgm:t>
        <a:bodyPr/>
        <a:lstStyle/>
        <a:p>
          <a:r>
            <a:rPr lang="pt-BR" sz="2200" b="1" dirty="0">
              <a:latin typeface="Aptos" panose="020B0004020202020204" pitchFamily="34" charset="0"/>
            </a:rPr>
            <a:t>Cálculo e avaliação dos resultados</a:t>
          </a:r>
        </a:p>
      </dgm:t>
    </dgm:pt>
    <dgm:pt modelId="{C2A0A1E3-4936-4071-BA60-7D368971F013}" type="parTrans" cxnId="{C6CAAE3B-E93A-463D-86F5-321C37C1D90A}">
      <dgm:prSet/>
      <dgm:spPr/>
      <dgm:t>
        <a:bodyPr/>
        <a:lstStyle/>
        <a:p>
          <a:endParaRPr lang="pt-BR" sz="2200">
            <a:latin typeface="Aptos" panose="020B0004020202020204" pitchFamily="34" charset="0"/>
          </a:endParaRPr>
        </a:p>
      </dgm:t>
    </dgm:pt>
    <dgm:pt modelId="{AFD9037F-D527-4A7D-BAD3-F6F059FA4959}" type="sibTrans" cxnId="{C6CAAE3B-E93A-463D-86F5-321C37C1D90A}">
      <dgm:prSet/>
      <dgm:spPr/>
      <dgm:t>
        <a:bodyPr/>
        <a:lstStyle/>
        <a:p>
          <a:endParaRPr lang="pt-BR" sz="2200">
            <a:latin typeface="Aptos" panose="020B0004020202020204" pitchFamily="34" charset="0"/>
          </a:endParaRPr>
        </a:p>
      </dgm:t>
    </dgm:pt>
    <dgm:pt modelId="{B3CD8099-680A-436A-BC1E-4C2F86A3D4E5}" type="pres">
      <dgm:prSet presAssocID="{64C2C8C2-2C80-49BE-BF5F-61BD418F4B47}" presName="linearFlow" presStyleCnt="0">
        <dgm:presLayoutVars>
          <dgm:resizeHandles val="exact"/>
        </dgm:presLayoutVars>
      </dgm:prSet>
      <dgm:spPr/>
    </dgm:pt>
    <dgm:pt modelId="{E5A3A1A5-5BEB-4605-AA39-AE8FD6914031}" type="pres">
      <dgm:prSet presAssocID="{C1EEEAD4-51E6-4297-A75F-D1B380ED0656}" presName="node" presStyleLbl="node1" presStyleIdx="0" presStyleCnt="5" custScaleX="148104">
        <dgm:presLayoutVars>
          <dgm:bulletEnabled val="1"/>
        </dgm:presLayoutVars>
      </dgm:prSet>
      <dgm:spPr/>
    </dgm:pt>
    <dgm:pt modelId="{B54DF70A-9445-4768-AA20-AA1DD24737D8}" type="pres">
      <dgm:prSet presAssocID="{486F77C6-07F6-4797-9633-968952D66832}" presName="sibTrans" presStyleLbl="sibTrans2D1" presStyleIdx="0" presStyleCnt="4"/>
      <dgm:spPr/>
    </dgm:pt>
    <dgm:pt modelId="{94971CE0-B282-4D63-B565-957F97661674}" type="pres">
      <dgm:prSet presAssocID="{486F77C6-07F6-4797-9633-968952D66832}" presName="connectorText" presStyleLbl="sibTrans2D1" presStyleIdx="0" presStyleCnt="4"/>
      <dgm:spPr/>
    </dgm:pt>
    <dgm:pt modelId="{35DB9096-BEE7-47E6-9B85-8F26A331DC10}" type="pres">
      <dgm:prSet presAssocID="{F75EA237-F864-420B-912A-FB97D1736BE6}" presName="node" presStyleLbl="node1" presStyleIdx="1" presStyleCnt="5" custScaleX="148104">
        <dgm:presLayoutVars>
          <dgm:bulletEnabled val="1"/>
        </dgm:presLayoutVars>
      </dgm:prSet>
      <dgm:spPr/>
    </dgm:pt>
    <dgm:pt modelId="{5F969FB2-2A2F-470E-ABC6-EEE462394548}" type="pres">
      <dgm:prSet presAssocID="{DCABA41C-6454-4595-AB20-385BDE79DC83}" presName="sibTrans" presStyleLbl="sibTrans2D1" presStyleIdx="1" presStyleCnt="4"/>
      <dgm:spPr/>
    </dgm:pt>
    <dgm:pt modelId="{01FAC918-6F37-40EB-ACA8-F25315032EC2}" type="pres">
      <dgm:prSet presAssocID="{DCABA41C-6454-4595-AB20-385BDE79DC83}" presName="connectorText" presStyleLbl="sibTrans2D1" presStyleIdx="1" presStyleCnt="4"/>
      <dgm:spPr/>
    </dgm:pt>
    <dgm:pt modelId="{F3EE16D4-DAE9-41B6-8863-03865C342D6B}" type="pres">
      <dgm:prSet presAssocID="{E00DABD2-7B69-4F78-AD8A-35281AD9A8C4}" presName="node" presStyleLbl="node1" presStyleIdx="2" presStyleCnt="5" custScaleX="148104">
        <dgm:presLayoutVars>
          <dgm:bulletEnabled val="1"/>
        </dgm:presLayoutVars>
      </dgm:prSet>
      <dgm:spPr/>
    </dgm:pt>
    <dgm:pt modelId="{9096DBBE-C14D-46E7-8366-A06F3BC5C449}" type="pres">
      <dgm:prSet presAssocID="{F073E5BF-6578-4E44-BCC9-9945D76B293F}" presName="sibTrans" presStyleLbl="sibTrans2D1" presStyleIdx="2" presStyleCnt="4"/>
      <dgm:spPr/>
    </dgm:pt>
    <dgm:pt modelId="{6965BE85-1DEA-445C-AE62-B2A02DE199DD}" type="pres">
      <dgm:prSet presAssocID="{F073E5BF-6578-4E44-BCC9-9945D76B293F}" presName="connectorText" presStyleLbl="sibTrans2D1" presStyleIdx="2" presStyleCnt="4"/>
      <dgm:spPr/>
    </dgm:pt>
    <dgm:pt modelId="{93D61C67-68FA-4C82-A086-3A4AC6875A14}" type="pres">
      <dgm:prSet presAssocID="{0FA4A2F9-1E87-4D52-B588-6E93E3C16D14}" presName="node" presStyleLbl="node1" presStyleIdx="3" presStyleCnt="5" custScaleX="148104">
        <dgm:presLayoutVars>
          <dgm:bulletEnabled val="1"/>
        </dgm:presLayoutVars>
      </dgm:prSet>
      <dgm:spPr/>
    </dgm:pt>
    <dgm:pt modelId="{BA45CA7E-86E0-4862-AEEE-B5D2968E128F}" type="pres">
      <dgm:prSet presAssocID="{E28E6210-8827-4CCF-9A32-2BD7D82F441B}" presName="sibTrans" presStyleLbl="sibTrans2D1" presStyleIdx="3" presStyleCnt="4"/>
      <dgm:spPr/>
    </dgm:pt>
    <dgm:pt modelId="{C78E6FBF-4957-4C83-AEBE-8E80FFC1D5E0}" type="pres">
      <dgm:prSet presAssocID="{E28E6210-8827-4CCF-9A32-2BD7D82F441B}" presName="connectorText" presStyleLbl="sibTrans2D1" presStyleIdx="3" presStyleCnt="4"/>
      <dgm:spPr/>
    </dgm:pt>
    <dgm:pt modelId="{C7861961-B51E-4399-963B-6D7CD3214314}" type="pres">
      <dgm:prSet presAssocID="{07515F6A-BF07-4D04-A27F-AD58EB2A9445}" presName="node" presStyleLbl="node1" presStyleIdx="4" presStyleCnt="5" custScaleX="148104">
        <dgm:presLayoutVars>
          <dgm:bulletEnabled val="1"/>
        </dgm:presLayoutVars>
      </dgm:prSet>
      <dgm:spPr/>
    </dgm:pt>
  </dgm:ptLst>
  <dgm:cxnLst>
    <dgm:cxn modelId="{28E12910-4D01-4570-94D0-37D82CA727A6}" srcId="{64C2C8C2-2C80-49BE-BF5F-61BD418F4B47}" destId="{F75EA237-F864-420B-912A-FB97D1736BE6}" srcOrd="1" destOrd="0" parTransId="{0CB57C59-3859-480F-8199-3D6DD7AD4F17}" sibTransId="{DCABA41C-6454-4595-AB20-385BDE79DC83}"/>
    <dgm:cxn modelId="{4E44E327-CF8D-4530-9EE3-EDEB94D3F192}" type="presOf" srcId="{F073E5BF-6578-4E44-BCC9-9945D76B293F}" destId="{9096DBBE-C14D-46E7-8366-A06F3BC5C449}" srcOrd="0" destOrd="0" presId="urn:microsoft.com/office/officeart/2005/8/layout/process2"/>
    <dgm:cxn modelId="{F208A53B-5B5A-4CC0-9CDC-95931E69D471}" type="presOf" srcId="{E00DABD2-7B69-4F78-AD8A-35281AD9A8C4}" destId="{F3EE16D4-DAE9-41B6-8863-03865C342D6B}" srcOrd="0" destOrd="0" presId="urn:microsoft.com/office/officeart/2005/8/layout/process2"/>
    <dgm:cxn modelId="{C6CAAE3B-E93A-463D-86F5-321C37C1D90A}" srcId="{64C2C8C2-2C80-49BE-BF5F-61BD418F4B47}" destId="{07515F6A-BF07-4D04-A27F-AD58EB2A9445}" srcOrd="4" destOrd="0" parTransId="{C2A0A1E3-4936-4071-BA60-7D368971F013}" sibTransId="{AFD9037F-D527-4A7D-BAD3-F6F059FA4959}"/>
    <dgm:cxn modelId="{1886CD47-1F8A-48DA-ADB9-811CBD68FDE8}" type="presOf" srcId="{07515F6A-BF07-4D04-A27F-AD58EB2A9445}" destId="{C7861961-B51E-4399-963B-6D7CD3214314}" srcOrd="0" destOrd="0" presId="urn:microsoft.com/office/officeart/2005/8/layout/process2"/>
    <dgm:cxn modelId="{D117696B-6E1A-4F40-84F2-40A6F766E75E}" srcId="{64C2C8C2-2C80-49BE-BF5F-61BD418F4B47}" destId="{E00DABD2-7B69-4F78-AD8A-35281AD9A8C4}" srcOrd="2" destOrd="0" parTransId="{1530C20D-9404-4563-A8FD-6C40E95D7498}" sibTransId="{F073E5BF-6578-4E44-BCC9-9945D76B293F}"/>
    <dgm:cxn modelId="{AEDC7D4D-196B-414D-8CAB-12111C5F1608}" type="presOf" srcId="{0FA4A2F9-1E87-4D52-B588-6E93E3C16D14}" destId="{93D61C67-68FA-4C82-A086-3A4AC6875A14}" srcOrd="0" destOrd="0" presId="urn:microsoft.com/office/officeart/2005/8/layout/process2"/>
    <dgm:cxn modelId="{B88AF96D-66A1-4EF3-A686-720D84C840F4}" srcId="{64C2C8C2-2C80-49BE-BF5F-61BD418F4B47}" destId="{C1EEEAD4-51E6-4297-A75F-D1B380ED0656}" srcOrd="0" destOrd="0" parTransId="{0613B903-42A0-4A72-9831-4E04435F624D}" sibTransId="{486F77C6-07F6-4797-9633-968952D66832}"/>
    <dgm:cxn modelId="{553BEA4F-5848-4816-8604-E07CD781B2B5}" type="presOf" srcId="{F073E5BF-6578-4E44-BCC9-9945D76B293F}" destId="{6965BE85-1DEA-445C-AE62-B2A02DE199DD}" srcOrd="1" destOrd="0" presId="urn:microsoft.com/office/officeart/2005/8/layout/process2"/>
    <dgm:cxn modelId="{8276BE57-231E-4755-BFE4-8DFADC3931A7}" type="presOf" srcId="{E28E6210-8827-4CCF-9A32-2BD7D82F441B}" destId="{C78E6FBF-4957-4C83-AEBE-8E80FFC1D5E0}" srcOrd="1" destOrd="0" presId="urn:microsoft.com/office/officeart/2005/8/layout/process2"/>
    <dgm:cxn modelId="{D7EE157B-CA14-4DD3-96BC-E3C01411835E}" type="presOf" srcId="{64C2C8C2-2C80-49BE-BF5F-61BD418F4B47}" destId="{B3CD8099-680A-436A-BC1E-4C2F86A3D4E5}" srcOrd="0" destOrd="0" presId="urn:microsoft.com/office/officeart/2005/8/layout/process2"/>
    <dgm:cxn modelId="{52AA4387-ED8F-4481-B4B5-052E2FCCC290}" type="presOf" srcId="{E28E6210-8827-4CCF-9A32-2BD7D82F441B}" destId="{BA45CA7E-86E0-4862-AEEE-B5D2968E128F}" srcOrd="0" destOrd="0" presId="urn:microsoft.com/office/officeart/2005/8/layout/process2"/>
    <dgm:cxn modelId="{1E288991-59BD-46AD-915C-39054024BFE2}" type="presOf" srcId="{DCABA41C-6454-4595-AB20-385BDE79DC83}" destId="{01FAC918-6F37-40EB-ACA8-F25315032EC2}" srcOrd="1" destOrd="0" presId="urn:microsoft.com/office/officeart/2005/8/layout/process2"/>
    <dgm:cxn modelId="{B92A1A92-72A1-4DAC-A4D9-4C27AF6880B7}" type="presOf" srcId="{F75EA237-F864-420B-912A-FB97D1736BE6}" destId="{35DB9096-BEE7-47E6-9B85-8F26A331DC10}" srcOrd="0" destOrd="0" presId="urn:microsoft.com/office/officeart/2005/8/layout/process2"/>
    <dgm:cxn modelId="{177BE4AB-F217-4648-A85B-435FD0F427F8}" type="presOf" srcId="{486F77C6-07F6-4797-9633-968952D66832}" destId="{94971CE0-B282-4D63-B565-957F97661674}" srcOrd="1" destOrd="0" presId="urn:microsoft.com/office/officeart/2005/8/layout/process2"/>
    <dgm:cxn modelId="{F56BE9BE-3E7D-4893-9A32-48CD71C6D317}" type="presOf" srcId="{486F77C6-07F6-4797-9633-968952D66832}" destId="{B54DF70A-9445-4768-AA20-AA1DD24737D8}" srcOrd="0" destOrd="0" presId="urn:microsoft.com/office/officeart/2005/8/layout/process2"/>
    <dgm:cxn modelId="{BB7A9CD4-7E70-4628-A88B-A2E947FF4367}" srcId="{64C2C8C2-2C80-49BE-BF5F-61BD418F4B47}" destId="{0FA4A2F9-1E87-4D52-B588-6E93E3C16D14}" srcOrd="3" destOrd="0" parTransId="{C1FA0B1F-074F-489E-ABD4-CF5C4AF0DEAC}" sibTransId="{E28E6210-8827-4CCF-9A32-2BD7D82F441B}"/>
    <dgm:cxn modelId="{053CC5E6-B5FE-49DF-BAA2-B2F15641FB95}" type="presOf" srcId="{DCABA41C-6454-4595-AB20-385BDE79DC83}" destId="{5F969FB2-2A2F-470E-ABC6-EEE462394548}" srcOrd="0" destOrd="0" presId="urn:microsoft.com/office/officeart/2005/8/layout/process2"/>
    <dgm:cxn modelId="{FAD780FD-681A-4DE8-B12F-B02D849048FE}" type="presOf" srcId="{C1EEEAD4-51E6-4297-A75F-D1B380ED0656}" destId="{E5A3A1A5-5BEB-4605-AA39-AE8FD6914031}" srcOrd="0" destOrd="0" presId="urn:microsoft.com/office/officeart/2005/8/layout/process2"/>
    <dgm:cxn modelId="{BB5B3C03-A329-45F1-AACA-4158A6501442}" type="presParOf" srcId="{B3CD8099-680A-436A-BC1E-4C2F86A3D4E5}" destId="{E5A3A1A5-5BEB-4605-AA39-AE8FD6914031}" srcOrd="0" destOrd="0" presId="urn:microsoft.com/office/officeart/2005/8/layout/process2"/>
    <dgm:cxn modelId="{2EB0D64F-756A-434C-82C7-DF1418AB678A}" type="presParOf" srcId="{B3CD8099-680A-436A-BC1E-4C2F86A3D4E5}" destId="{B54DF70A-9445-4768-AA20-AA1DD24737D8}" srcOrd="1" destOrd="0" presId="urn:microsoft.com/office/officeart/2005/8/layout/process2"/>
    <dgm:cxn modelId="{E2463AE7-6651-44BE-8920-6A0EC655610D}" type="presParOf" srcId="{B54DF70A-9445-4768-AA20-AA1DD24737D8}" destId="{94971CE0-B282-4D63-B565-957F97661674}" srcOrd="0" destOrd="0" presId="urn:microsoft.com/office/officeart/2005/8/layout/process2"/>
    <dgm:cxn modelId="{FA955843-CD09-4743-B746-998E2C198528}" type="presParOf" srcId="{B3CD8099-680A-436A-BC1E-4C2F86A3D4E5}" destId="{35DB9096-BEE7-47E6-9B85-8F26A331DC10}" srcOrd="2" destOrd="0" presId="urn:microsoft.com/office/officeart/2005/8/layout/process2"/>
    <dgm:cxn modelId="{07848966-6045-42A8-A1DA-27430E4C76D3}" type="presParOf" srcId="{B3CD8099-680A-436A-BC1E-4C2F86A3D4E5}" destId="{5F969FB2-2A2F-470E-ABC6-EEE462394548}" srcOrd="3" destOrd="0" presId="urn:microsoft.com/office/officeart/2005/8/layout/process2"/>
    <dgm:cxn modelId="{ABAAF641-CCB9-4F08-97F0-DC9419CA8B50}" type="presParOf" srcId="{5F969FB2-2A2F-470E-ABC6-EEE462394548}" destId="{01FAC918-6F37-40EB-ACA8-F25315032EC2}" srcOrd="0" destOrd="0" presId="urn:microsoft.com/office/officeart/2005/8/layout/process2"/>
    <dgm:cxn modelId="{766F9875-B559-4981-AFFB-F8A2A05D3492}" type="presParOf" srcId="{B3CD8099-680A-436A-BC1E-4C2F86A3D4E5}" destId="{F3EE16D4-DAE9-41B6-8863-03865C342D6B}" srcOrd="4" destOrd="0" presId="urn:microsoft.com/office/officeart/2005/8/layout/process2"/>
    <dgm:cxn modelId="{2D5F5FFD-BA54-4BC2-A8FF-2D03E2A39950}" type="presParOf" srcId="{B3CD8099-680A-436A-BC1E-4C2F86A3D4E5}" destId="{9096DBBE-C14D-46E7-8366-A06F3BC5C449}" srcOrd="5" destOrd="0" presId="urn:microsoft.com/office/officeart/2005/8/layout/process2"/>
    <dgm:cxn modelId="{02CCE545-DBAD-4816-882D-411D996791C4}" type="presParOf" srcId="{9096DBBE-C14D-46E7-8366-A06F3BC5C449}" destId="{6965BE85-1DEA-445C-AE62-B2A02DE199DD}" srcOrd="0" destOrd="0" presId="urn:microsoft.com/office/officeart/2005/8/layout/process2"/>
    <dgm:cxn modelId="{CB7F2A0E-186B-4E02-BB43-613E05CE19C3}" type="presParOf" srcId="{B3CD8099-680A-436A-BC1E-4C2F86A3D4E5}" destId="{93D61C67-68FA-4C82-A086-3A4AC6875A14}" srcOrd="6" destOrd="0" presId="urn:microsoft.com/office/officeart/2005/8/layout/process2"/>
    <dgm:cxn modelId="{6EB13644-930A-492C-83F7-07F340A65E03}" type="presParOf" srcId="{B3CD8099-680A-436A-BC1E-4C2F86A3D4E5}" destId="{BA45CA7E-86E0-4862-AEEE-B5D2968E128F}" srcOrd="7" destOrd="0" presId="urn:microsoft.com/office/officeart/2005/8/layout/process2"/>
    <dgm:cxn modelId="{4B0BD572-9FAE-48A5-B37B-CF1FC110D6E9}" type="presParOf" srcId="{BA45CA7E-86E0-4862-AEEE-B5D2968E128F}" destId="{C78E6FBF-4957-4C83-AEBE-8E80FFC1D5E0}" srcOrd="0" destOrd="0" presId="urn:microsoft.com/office/officeart/2005/8/layout/process2"/>
    <dgm:cxn modelId="{365BD927-9A00-4C25-B0B5-59DE87345325}" type="presParOf" srcId="{B3CD8099-680A-436A-BC1E-4C2F86A3D4E5}" destId="{C7861961-B51E-4399-963B-6D7CD3214314}" srcOrd="8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8B07741-BF50-48BF-B924-DFFD13A7661D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B2961E5F-2553-4F26-809B-410BA05B113E}">
      <dgm:prSet phldrT="[Texto]" custT="1"/>
      <dgm:spPr>
        <a:solidFill>
          <a:schemeClr val="accent2"/>
        </a:solidFill>
      </dgm:spPr>
      <dgm:t>
        <a:bodyPr/>
        <a:lstStyle/>
        <a:p>
          <a:r>
            <a:rPr lang="pt-BR" sz="3000" dirty="0">
              <a:latin typeface="Aptos" panose="020B0004020202020204" pitchFamily="34" charset="0"/>
            </a:rPr>
            <a:t>Química Analítica</a:t>
          </a:r>
        </a:p>
      </dgm:t>
    </dgm:pt>
    <dgm:pt modelId="{DDA64FA2-AD54-4F1D-966D-40201F258067}" type="parTrans" cxnId="{90C7F68A-33D6-4A83-AE1A-247617A91991}">
      <dgm:prSet/>
      <dgm:spPr/>
      <dgm:t>
        <a:bodyPr/>
        <a:lstStyle/>
        <a:p>
          <a:endParaRPr lang="pt-BR" sz="3000">
            <a:latin typeface="Aptos" panose="020B0004020202020204" pitchFamily="34" charset="0"/>
          </a:endParaRPr>
        </a:p>
      </dgm:t>
    </dgm:pt>
    <dgm:pt modelId="{A716E017-DF66-4A82-A42E-72B5AD020B9C}" type="sibTrans" cxnId="{90C7F68A-33D6-4A83-AE1A-247617A91991}">
      <dgm:prSet/>
      <dgm:spPr/>
      <dgm:t>
        <a:bodyPr/>
        <a:lstStyle/>
        <a:p>
          <a:endParaRPr lang="pt-BR" sz="3000">
            <a:latin typeface="Aptos" panose="020B0004020202020204" pitchFamily="34" charset="0"/>
          </a:endParaRPr>
        </a:p>
      </dgm:t>
    </dgm:pt>
    <dgm:pt modelId="{471BEE97-113F-4092-891F-56E46135E38E}">
      <dgm:prSet phldrT="[Texto]" custT="1"/>
      <dgm:spPr/>
      <dgm:t>
        <a:bodyPr/>
        <a:lstStyle/>
        <a:p>
          <a:r>
            <a:rPr lang="pt-BR" sz="3000" dirty="0">
              <a:latin typeface="Aptos" panose="020B0004020202020204" pitchFamily="34" charset="0"/>
            </a:rPr>
            <a:t>Clássica</a:t>
          </a:r>
        </a:p>
      </dgm:t>
    </dgm:pt>
    <dgm:pt modelId="{C7CE4D0B-8CFB-4110-A253-8E51A726E092}" type="parTrans" cxnId="{084D1927-E1F6-4749-A807-8EDF3B544D25}">
      <dgm:prSet/>
      <dgm:spPr/>
      <dgm:t>
        <a:bodyPr/>
        <a:lstStyle/>
        <a:p>
          <a:endParaRPr lang="pt-BR" sz="3000">
            <a:latin typeface="Aptos" panose="020B0004020202020204" pitchFamily="34" charset="0"/>
          </a:endParaRPr>
        </a:p>
      </dgm:t>
    </dgm:pt>
    <dgm:pt modelId="{5044D0F4-EC32-4B13-A0B2-F4684E52BA96}" type="sibTrans" cxnId="{084D1927-E1F6-4749-A807-8EDF3B544D25}">
      <dgm:prSet/>
      <dgm:spPr/>
      <dgm:t>
        <a:bodyPr/>
        <a:lstStyle/>
        <a:p>
          <a:endParaRPr lang="pt-BR" sz="3000">
            <a:latin typeface="Aptos" panose="020B0004020202020204" pitchFamily="34" charset="0"/>
          </a:endParaRPr>
        </a:p>
      </dgm:t>
    </dgm:pt>
    <dgm:pt modelId="{574D7DB5-4AB6-4927-A510-1ABCBA8A7B75}">
      <dgm:prSet phldrT="[Texto]" custT="1"/>
      <dgm:spPr/>
      <dgm:t>
        <a:bodyPr/>
        <a:lstStyle/>
        <a:p>
          <a:r>
            <a:rPr lang="pt-BR" sz="3000" dirty="0">
              <a:latin typeface="Aptos" panose="020B0004020202020204" pitchFamily="34" charset="0"/>
            </a:rPr>
            <a:t>Instrumental</a:t>
          </a:r>
        </a:p>
      </dgm:t>
    </dgm:pt>
    <dgm:pt modelId="{FBD5F46E-E6A6-4D6A-9DA8-1888557EDC24}" type="parTrans" cxnId="{08365CA2-1A12-4310-AF41-9F2A593F70C0}">
      <dgm:prSet/>
      <dgm:spPr/>
      <dgm:t>
        <a:bodyPr/>
        <a:lstStyle/>
        <a:p>
          <a:endParaRPr lang="pt-BR" sz="3000">
            <a:latin typeface="Aptos" panose="020B0004020202020204" pitchFamily="34" charset="0"/>
          </a:endParaRPr>
        </a:p>
      </dgm:t>
    </dgm:pt>
    <dgm:pt modelId="{B5C34871-83C7-4F47-93BA-EEEE6EAB2C89}" type="sibTrans" cxnId="{08365CA2-1A12-4310-AF41-9F2A593F70C0}">
      <dgm:prSet/>
      <dgm:spPr/>
      <dgm:t>
        <a:bodyPr/>
        <a:lstStyle/>
        <a:p>
          <a:endParaRPr lang="pt-BR" sz="3000">
            <a:latin typeface="Aptos" panose="020B0004020202020204" pitchFamily="34" charset="0"/>
          </a:endParaRPr>
        </a:p>
      </dgm:t>
    </dgm:pt>
    <dgm:pt modelId="{F879EA9C-1055-49D9-8CB3-AE8C7F08D45D}" type="pres">
      <dgm:prSet presAssocID="{A8B07741-BF50-48BF-B924-DFFD13A7661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DBE2D7D0-DF84-4CF7-B34E-CC9EC339157E}" type="pres">
      <dgm:prSet presAssocID="{B2961E5F-2553-4F26-809B-410BA05B113E}" presName="hierRoot1" presStyleCnt="0">
        <dgm:presLayoutVars>
          <dgm:hierBranch val="init"/>
        </dgm:presLayoutVars>
      </dgm:prSet>
      <dgm:spPr/>
    </dgm:pt>
    <dgm:pt modelId="{DDE14F88-7BB5-493C-9366-5F041B65358F}" type="pres">
      <dgm:prSet presAssocID="{B2961E5F-2553-4F26-809B-410BA05B113E}" presName="rootComposite1" presStyleCnt="0"/>
      <dgm:spPr/>
    </dgm:pt>
    <dgm:pt modelId="{39534328-8815-41CC-8417-E76D1368C33A}" type="pres">
      <dgm:prSet presAssocID="{B2961E5F-2553-4F26-809B-410BA05B113E}" presName="rootText1" presStyleLbl="node0" presStyleIdx="0" presStyleCnt="1" custScaleX="129435" custScaleY="72371" custLinFactNeighborX="0" custLinFactNeighborY="-20937">
        <dgm:presLayoutVars>
          <dgm:chPref val="3"/>
        </dgm:presLayoutVars>
      </dgm:prSet>
      <dgm:spPr/>
    </dgm:pt>
    <dgm:pt modelId="{C88BF577-CCE9-4308-85E2-99467F5D424D}" type="pres">
      <dgm:prSet presAssocID="{B2961E5F-2553-4F26-809B-410BA05B113E}" presName="rootConnector1" presStyleLbl="node1" presStyleIdx="0" presStyleCnt="0"/>
      <dgm:spPr/>
    </dgm:pt>
    <dgm:pt modelId="{09CD9903-6651-4485-AD95-857E292F6F7F}" type="pres">
      <dgm:prSet presAssocID="{B2961E5F-2553-4F26-809B-410BA05B113E}" presName="hierChild2" presStyleCnt="0"/>
      <dgm:spPr/>
    </dgm:pt>
    <dgm:pt modelId="{902DCD12-7824-44FF-8F50-6156368195DC}" type="pres">
      <dgm:prSet presAssocID="{C7CE4D0B-8CFB-4110-A253-8E51A726E092}" presName="Name37" presStyleLbl="parChTrans1D2" presStyleIdx="0" presStyleCnt="2"/>
      <dgm:spPr/>
    </dgm:pt>
    <dgm:pt modelId="{3A52F5F2-A831-4189-AF38-BACBC4C47CE0}" type="pres">
      <dgm:prSet presAssocID="{471BEE97-113F-4092-891F-56E46135E38E}" presName="hierRoot2" presStyleCnt="0">
        <dgm:presLayoutVars>
          <dgm:hierBranch val="init"/>
        </dgm:presLayoutVars>
      </dgm:prSet>
      <dgm:spPr/>
    </dgm:pt>
    <dgm:pt modelId="{77A6E427-249F-403B-B58D-A883A5B0AF22}" type="pres">
      <dgm:prSet presAssocID="{471BEE97-113F-4092-891F-56E46135E38E}" presName="rootComposite" presStyleCnt="0"/>
      <dgm:spPr/>
    </dgm:pt>
    <dgm:pt modelId="{A1EEC688-2DC4-4450-AE98-77B65E43C6B7}" type="pres">
      <dgm:prSet presAssocID="{471BEE97-113F-4092-891F-56E46135E38E}" presName="rootText" presStyleLbl="node2" presStyleIdx="0" presStyleCnt="2" custScaleY="46327" custLinFactX="-31367" custLinFactNeighborX="-100000">
        <dgm:presLayoutVars>
          <dgm:chPref val="3"/>
        </dgm:presLayoutVars>
      </dgm:prSet>
      <dgm:spPr/>
    </dgm:pt>
    <dgm:pt modelId="{6004B198-AC03-4A7F-A1CD-52E6FB27F819}" type="pres">
      <dgm:prSet presAssocID="{471BEE97-113F-4092-891F-56E46135E38E}" presName="rootConnector" presStyleLbl="node2" presStyleIdx="0" presStyleCnt="2"/>
      <dgm:spPr/>
    </dgm:pt>
    <dgm:pt modelId="{148C5A7F-6711-4E00-BCA4-692A2D3F4469}" type="pres">
      <dgm:prSet presAssocID="{471BEE97-113F-4092-891F-56E46135E38E}" presName="hierChild4" presStyleCnt="0"/>
      <dgm:spPr/>
    </dgm:pt>
    <dgm:pt modelId="{3618B684-7734-4D23-B811-9EBBF7FA6BFC}" type="pres">
      <dgm:prSet presAssocID="{471BEE97-113F-4092-891F-56E46135E38E}" presName="hierChild5" presStyleCnt="0"/>
      <dgm:spPr/>
    </dgm:pt>
    <dgm:pt modelId="{D5882A98-AB2B-4119-B4D9-49C5816B8944}" type="pres">
      <dgm:prSet presAssocID="{FBD5F46E-E6A6-4D6A-9DA8-1888557EDC24}" presName="Name37" presStyleLbl="parChTrans1D2" presStyleIdx="1" presStyleCnt="2"/>
      <dgm:spPr/>
    </dgm:pt>
    <dgm:pt modelId="{02504859-7AA8-4FEA-A506-32525DFE1AFB}" type="pres">
      <dgm:prSet presAssocID="{574D7DB5-4AB6-4927-A510-1ABCBA8A7B75}" presName="hierRoot2" presStyleCnt="0">
        <dgm:presLayoutVars>
          <dgm:hierBranch val="init"/>
        </dgm:presLayoutVars>
      </dgm:prSet>
      <dgm:spPr/>
    </dgm:pt>
    <dgm:pt modelId="{072576E6-845B-4EE2-885A-3EFEB599465F}" type="pres">
      <dgm:prSet presAssocID="{574D7DB5-4AB6-4927-A510-1ABCBA8A7B75}" presName="rootComposite" presStyleCnt="0"/>
      <dgm:spPr/>
    </dgm:pt>
    <dgm:pt modelId="{88EE3601-7A0F-47E5-82C4-2BF529B01702}" type="pres">
      <dgm:prSet presAssocID="{574D7DB5-4AB6-4927-A510-1ABCBA8A7B75}" presName="rootText" presStyleLbl="node2" presStyleIdx="1" presStyleCnt="2" custScaleY="46413" custLinFactNeighborX="92829" custLinFactNeighborY="1488">
        <dgm:presLayoutVars>
          <dgm:chPref val="3"/>
        </dgm:presLayoutVars>
      </dgm:prSet>
      <dgm:spPr/>
    </dgm:pt>
    <dgm:pt modelId="{2ACF62F0-4177-408B-B6E2-D79D4078E9B3}" type="pres">
      <dgm:prSet presAssocID="{574D7DB5-4AB6-4927-A510-1ABCBA8A7B75}" presName="rootConnector" presStyleLbl="node2" presStyleIdx="1" presStyleCnt="2"/>
      <dgm:spPr/>
    </dgm:pt>
    <dgm:pt modelId="{4F72D98D-8C08-425D-8E6B-A4458EDF38B9}" type="pres">
      <dgm:prSet presAssocID="{574D7DB5-4AB6-4927-A510-1ABCBA8A7B75}" presName="hierChild4" presStyleCnt="0"/>
      <dgm:spPr/>
    </dgm:pt>
    <dgm:pt modelId="{584089EC-A13D-4E17-AAB5-EFACA4391D57}" type="pres">
      <dgm:prSet presAssocID="{574D7DB5-4AB6-4927-A510-1ABCBA8A7B75}" presName="hierChild5" presStyleCnt="0"/>
      <dgm:spPr/>
    </dgm:pt>
    <dgm:pt modelId="{7E2CADD1-FCC7-464F-8704-4FEE182367EF}" type="pres">
      <dgm:prSet presAssocID="{B2961E5F-2553-4F26-809B-410BA05B113E}" presName="hierChild3" presStyleCnt="0"/>
      <dgm:spPr/>
    </dgm:pt>
  </dgm:ptLst>
  <dgm:cxnLst>
    <dgm:cxn modelId="{2199D30A-25AD-4EC1-B14E-716E3A895ACF}" type="presOf" srcId="{B2961E5F-2553-4F26-809B-410BA05B113E}" destId="{39534328-8815-41CC-8417-E76D1368C33A}" srcOrd="0" destOrd="0" presId="urn:microsoft.com/office/officeart/2005/8/layout/orgChart1"/>
    <dgm:cxn modelId="{2DFB7A20-03EA-48F8-B137-27DBE8CF2C0D}" type="presOf" srcId="{A8B07741-BF50-48BF-B924-DFFD13A7661D}" destId="{F879EA9C-1055-49D9-8CB3-AE8C7F08D45D}" srcOrd="0" destOrd="0" presId="urn:microsoft.com/office/officeart/2005/8/layout/orgChart1"/>
    <dgm:cxn modelId="{084D1927-E1F6-4749-A807-8EDF3B544D25}" srcId="{B2961E5F-2553-4F26-809B-410BA05B113E}" destId="{471BEE97-113F-4092-891F-56E46135E38E}" srcOrd="0" destOrd="0" parTransId="{C7CE4D0B-8CFB-4110-A253-8E51A726E092}" sibTransId="{5044D0F4-EC32-4B13-A0B2-F4684E52BA96}"/>
    <dgm:cxn modelId="{1D7F1543-5D46-4FE9-87FA-33E162D42934}" type="presOf" srcId="{471BEE97-113F-4092-891F-56E46135E38E}" destId="{6004B198-AC03-4A7F-A1CD-52E6FB27F819}" srcOrd="1" destOrd="0" presId="urn:microsoft.com/office/officeart/2005/8/layout/orgChart1"/>
    <dgm:cxn modelId="{7430D065-3AB2-49D5-92A0-0BA20D6CA9A8}" type="presOf" srcId="{B2961E5F-2553-4F26-809B-410BA05B113E}" destId="{C88BF577-CCE9-4308-85E2-99467F5D424D}" srcOrd="1" destOrd="0" presId="urn:microsoft.com/office/officeart/2005/8/layout/orgChart1"/>
    <dgm:cxn modelId="{AF81B84C-4E89-461E-9C71-CD39C5E290C5}" type="presOf" srcId="{C7CE4D0B-8CFB-4110-A253-8E51A726E092}" destId="{902DCD12-7824-44FF-8F50-6156368195DC}" srcOrd="0" destOrd="0" presId="urn:microsoft.com/office/officeart/2005/8/layout/orgChart1"/>
    <dgm:cxn modelId="{90C7F68A-33D6-4A83-AE1A-247617A91991}" srcId="{A8B07741-BF50-48BF-B924-DFFD13A7661D}" destId="{B2961E5F-2553-4F26-809B-410BA05B113E}" srcOrd="0" destOrd="0" parTransId="{DDA64FA2-AD54-4F1D-966D-40201F258067}" sibTransId="{A716E017-DF66-4A82-A42E-72B5AD020B9C}"/>
    <dgm:cxn modelId="{08365CA2-1A12-4310-AF41-9F2A593F70C0}" srcId="{B2961E5F-2553-4F26-809B-410BA05B113E}" destId="{574D7DB5-4AB6-4927-A510-1ABCBA8A7B75}" srcOrd="1" destOrd="0" parTransId="{FBD5F46E-E6A6-4D6A-9DA8-1888557EDC24}" sibTransId="{B5C34871-83C7-4F47-93BA-EEEE6EAB2C89}"/>
    <dgm:cxn modelId="{7B2E1AB6-3F58-48C9-936D-1759903632E4}" type="presOf" srcId="{FBD5F46E-E6A6-4D6A-9DA8-1888557EDC24}" destId="{D5882A98-AB2B-4119-B4D9-49C5816B8944}" srcOrd="0" destOrd="0" presId="urn:microsoft.com/office/officeart/2005/8/layout/orgChart1"/>
    <dgm:cxn modelId="{9CC23ABA-AA7D-4E06-B3D5-5CCEE49582E6}" type="presOf" srcId="{574D7DB5-4AB6-4927-A510-1ABCBA8A7B75}" destId="{88EE3601-7A0F-47E5-82C4-2BF529B01702}" srcOrd="0" destOrd="0" presId="urn:microsoft.com/office/officeart/2005/8/layout/orgChart1"/>
    <dgm:cxn modelId="{2BED18F2-CBD0-4DB6-8F7C-5E08E8A6AAE5}" type="presOf" srcId="{471BEE97-113F-4092-891F-56E46135E38E}" destId="{A1EEC688-2DC4-4450-AE98-77B65E43C6B7}" srcOrd="0" destOrd="0" presId="urn:microsoft.com/office/officeart/2005/8/layout/orgChart1"/>
    <dgm:cxn modelId="{5ADC7CFA-974F-4E64-828D-50620680416C}" type="presOf" srcId="{574D7DB5-4AB6-4927-A510-1ABCBA8A7B75}" destId="{2ACF62F0-4177-408B-B6E2-D79D4078E9B3}" srcOrd="1" destOrd="0" presId="urn:microsoft.com/office/officeart/2005/8/layout/orgChart1"/>
    <dgm:cxn modelId="{459FBD89-3F28-4EB5-A8AE-134060AD6EEE}" type="presParOf" srcId="{F879EA9C-1055-49D9-8CB3-AE8C7F08D45D}" destId="{DBE2D7D0-DF84-4CF7-B34E-CC9EC339157E}" srcOrd="0" destOrd="0" presId="urn:microsoft.com/office/officeart/2005/8/layout/orgChart1"/>
    <dgm:cxn modelId="{5C9AAC44-2EB9-4872-A85D-80D2DBBF12A0}" type="presParOf" srcId="{DBE2D7D0-DF84-4CF7-B34E-CC9EC339157E}" destId="{DDE14F88-7BB5-493C-9366-5F041B65358F}" srcOrd="0" destOrd="0" presId="urn:microsoft.com/office/officeart/2005/8/layout/orgChart1"/>
    <dgm:cxn modelId="{FB47E14E-4093-40CC-A6E5-FFE0684FBFC6}" type="presParOf" srcId="{DDE14F88-7BB5-493C-9366-5F041B65358F}" destId="{39534328-8815-41CC-8417-E76D1368C33A}" srcOrd="0" destOrd="0" presId="urn:microsoft.com/office/officeart/2005/8/layout/orgChart1"/>
    <dgm:cxn modelId="{235746E4-1126-456A-9F01-0580DAB474BF}" type="presParOf" srcId="{DDE14F88-7BB5-493C-9366-5F041B65358F}" destId="{C88BF577-CCE9-4308-85E2-99467F5D424D}" srcOrd="1" destOrd="0" presId="urn:microsoft.com/office/officeart/2005/8/layout/orgChart1"/>
    <dgm:cxn modelId="{FE545FD7-AA2E-4431-972B-2A98281470C1}" type="presParOf" srcId="{DBE2D7D0-DF84-4CF7-B34E-CC9EC339157E}" destId="{09CD9903-6651-4485-AD95-857E292F6F7F}" srcOrd="1" destOrd="0" presId="urn:microsoft.com/office/officeart/2005/8/layout/orgChart1"/>
    <dgm:cxn modelId="{6D1BE11B-73CF-4DDE-8A9E-CD0F921C5D86}" type="presParOf" srcId="{09CD9903-6651-4485-AD95-857E292F6F7F}" destId="{902DCD12-7824-44FF-8F50-6156368195DC}" srcOrd="0" destOrd="0" presId="urn:microsoft.com/office/officeart/2005/8/layout/orgChart1"/>
    <dgm:cxn modelId="{6F429435-ACDA-40EC-8E94-003E81678E34}" type="presParOf" srcId="{09CD9903-6651-4485-AD95-857E292F6F7F}" destId="{3A52F5F2-A831-4189-AF38-BACBC4C47CE0}" srcOrd="1" destOrd="0" presId="urn:microsoft.com/office/officeart/2005/8/layout/orgChart1"/>
    <dgm:cxn modelId="{385F0A0E-E569-450A-B476-5E3BE199A850}" type="presParOf" srcId="{3A52F5F2-A831-4189-AF38-BACBC4C47CE0}" destId="{77A6E427-249F-403B-B58D-A883A5B0AF22}" srcOrd="0" destOrd="0" presId="urn:microsoft.com/office/officeart/2005/8/layout/orgChart1"/>
    <dgm:cxn modelId="{9722143F-7FDC-478F-BA52-4C2C44D00222}" type="presParOf" srcId="{77A6E427-249F-403B-B58D-A883A5B0AF22}" destId="{A1EEC688-2DC4-4450-AE98-77B65E43C6B7}" srcOrd="0" destOrd="0" presId="urn:microsoft.com/office/officeart/2005/8/layout/orgChart1"/>
    <dgm:cxn modelId="{22414EB3-FCB3-444F-B5BE-59229DE7AA3F}" type="presParOf" srcId="{77A6E427-249F-403B-B58D-A883A5B0AF22}" destId="{6004B198-AC03-4A7F-A1CD-52E6FB27F819}" srcOrd="1" destOrd="0" presId="urn:microsoft.com/office/officeart/2005/8/layout/orgChart1"/>
    <dgm:cxn modelId="{CC8B4D20-F447-4F4D-BEBD-928088DE3671}" type="presParOf" srcId="{3A52F5F2-A831-4189-AF38-BACBC4C47CE0}" destId="{148C5A7F-6711-4E00-BCA4-692A2D3F4469}" srcOrd="1" destOrd="0" presId="urn:microsoft.com/office/officeart/2005/8/layout/orgChart1"/>
    <dgm:cxn modelId="{A597A6B7-87C4-4EEA-B4E1-EAAB8531B662}" type="presParOf" srcId="{3A52F5F2-A831-4189-AF38-BACBC4C47CE0}" destId="{3618B684-7734-4D23-B811-9EBBF7FA6BFC}" srcOrd="2" destOrd="0" presId="urn:microsoft.com/office/officeart/2005/8/layout/orgChart1"/>
    <dgm:cxn modelId="{4C606864-A32F-4190-B53A-C16FEB5A8483}" type="presParOf" srcId="{09CD9903-6651-4485-AD95-857E292F6F7F}" destId="{D5882A98-AB2B-4119-B4D9-49C5816B8944}" srcOrd="2" destOrd="0" presId="urn:microsoft.com/office/officeart/2005/8/layout/orgChart1"/>
    <dgm:cxn modelId="{D1941A98-002A-40AD-AD3D-01356CBF8D83}" type="presParOf" srcId="{09CD9903-6651-4485-AD95-857E292F6F7F}" destId="{02504859-7AA8-4FEA-A506-32525DFE1AFB}" srcOrd="3" destOrd="0" presId="urn:microsoft.com/office/officeart/2005/8/layout/orgChart1"/>
    <dgm:cxn modelId="{19045D16-28B7-4CA3-AC24-05FD75C6EE20}" type="presParOf" srcId="{02504859-7AA8-4FEA-A506-32525DFE1AFB}" destId="{072576E6-845B-4EE2-885A-3EFEB599465F}" srcOrd="0" destOrd="0" presId="urn:microsoft.com/office/officeart/2005/8/layout/orgChart1"/>
    <dgm:cxn modelId="{2C14B686-C0CA-469D-A430-32AEADCE5AD1}" type="presParOf" srcId="{072576E6-845B-4EE2-885A-3EFEB599465F}" destId="{88EE3601-7A0F-47E5-82C4-2BF529B01702}" srcOrd="0" destOrd="0" presId="urn:microsoft.com/office/officeart/2005/8/layout/orgChart1"/>
    <dgm:cxn modelId="{71B3D58B-331C-4D61-A74C-6C7F4E17F2C8}" type="presParOf" srcId="{072576E6-845B-4EE2-885A-3EFEB599465F}" destId="{2ACF62F0-4177-408B-B6E2-D79D4078E9B3}" srcOrd="1" destOrd="0" presId="urn:microsoft.com/office/officeart/2005/8/layout/orgChart1"/>
    <dgm:cxn modelId="{827EE2F0-530D-4C1F-88B7-B82EFE761EF4}" type="presParOf" srcId="{02504859-7AA8-4FEA-A506-32525DFE1AFB}" destId="{4F72D98D-8C08-425D-8E6B-A4458EDF38B9}" srcOrd="1" destOrd="0" presId="urn:microsoft.com/office/officeart/2005/8/layout/orgChart1"/>
    <dgm:cxn modelId="{17FFEAE2-26A9-457C-9854-DF5375B71646}" type="presParOf" srcId="{02504859-7AA8-4FEA-A506-32525DFE1AFB}" destId="{584089EC-A13D-4E17-AAB5-EFACA4391D57}" srcOrd="2" destOrd="0" presId="urn:microsoft.com/office/officeart/2005/8/layout/orgChart1"/>
    <dgm:cxn modelId="{516C9934-9D97-42E7-B21D-900D2A67C981}" type="presParOf" srcId="{DBE2D7D0-DF84-4CF7-B34E-CC9EC339157E}" destId="{7E2CADD1-FCC7-464F-8704-4FEE182367EF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4C2C8C2-2C80-49BE-BF5F-61BD418F4B47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</dgm:pt>
    <dgm:pt modelId="{C1EEEAD4-51E6-4297-A75F-D1B380ED0656}">
      <dgm:prSet phldrT="[Texto]" custT="1"/>
      <dgm:spPr>
        <a:solidFill>
          <a:schemeClr val="accent1"/>
        </a:solidFill>
      </dgm:spPr>
      <dgm:t>
        <a:bodyPr/>
        <a:lstStyle/>
        <a:p>
          <a:r>
            <a:rPr lang="pt-BR" sz="2200" b="1" dirty="0">
              <a:latin typeface="Aptos" panose="020B0004020202020204" pitchFamily="34" charset="0"/>
            </a:rPr>
            <a:t>Seleção do método</a:t>
          </a:r>
        </a:p>
      </dgm:t>
    </dgm:pt>
    <dgm:pt modelId="{0613B903-42A0-4A72-9831-4E04435F624D}" type="parTrans" cxnId="{B88AF96D-66A1-4EF3-A686-720D84C840F4}">
      <dgm:prSet/>
      <dgm:spPr/>
      <dgm:t>
        <a:bodyPr/>
        <a:lstStyle/>
        <a:p>
          <a:endParaRPr lang="pt-BR" sz="2200">
            <a:latin typeface="Aptos" panose="020B0004020202020204" pitchFamily="34" charset="0"/>
          </a:endParaRPr>
        </a:p>
      </dgm:t>
    </dgm:pt>
    <dgm:pt modelId="{486F77C6-07F6-4797-9633-968952D66832}" type="sibTrans" cxnId="{B88AF96D-66A1-4EF3-A686-720D84C840F4}">
      <dgm:prSet custT="1"/>
      <dgm:spPr/>
      <dgm:t>
        <a:bodyPr/>
        <a:lstStyle/>
        <a:p>
          <a:endParaRPr lang="pt-BR" sz="2200">
            <a:latin typeface="Aptos" panose="020B0004020202020204" pitchFamily="34" charset="0"/>
          </a:endParaRPr>
        </a:p>
      </dgm:t>
    </dgm:pt>
    <dgm:pt modelId="{F75EA237-F864-420B-912A-FB97D1736BE6}">
      <dgm:prSet phldrT="[Texto]" custT="1"/>
      <dgm:spPr>
        <a:solidFill>
          <a:srgbClr val="FF0000"/>
        </a:solidFill>
      </dgm:spPr>
      <dgm:t>
        <a:bodyPr/>
        <a:lstStyle/>
        <a:p>
          <a:r>
            <a:rPr lang="pt-BR" sz="2200" b="1" dirty="0">
              <a:latin typeface="Aptos" panose="020B0004020202020204" pitchFamily="34" charset="0"/>
            </a:rPr>
            <a:t>Amostragem</a:t>
          </a:r>
        </a:p>
      </dgm:t>
    </dgm:pt>
    <dgm:pt modelId="{0CB57C59-3859-480F-8199-3D6DD7AD4F17}" type="parTrans" cxnId="{28E12910-4D01-4570-94D0-37D82CA727A6}">
      <dgm:prSet/>
      <dgm:spPr/>
      <dgm:t>
        <a:bodyPr/>
        <a:lstStyle/>
        <a:p>
          <a:endParaRPr lang="pt-BR" sz="2200">
            <a:latin typeface="Aptos" panose="020B0004020202020204" pitchFamily="34" charset="0"/>
          </a:endParaRPr>
        </a:p>
      </dgm:t>
    </dgm:pt>
    <dgm:pt modelId="{DCABA41C-6454-4595-AB20-385BDE79DC83}" type="sibTrans" cxnId="{28E12910-4D01-4570-94D0-37D82CA727A6}">
      <dgm:prSet custT="1"/>
      <dgm:spPr/>
      <dgm:t>
        <a:bodyPr/>
        <a:lstStyle/>
        <a:p>
          <a:endParaRPr lang="pt-BR" sz="2200">
            <a:latin typeface="Aptos" panose="020B0004020202020204" pitchFamily="34" charset="0"/>
          </a:endParaRPr>
        </a:p>
      </dgm:t>
    </dgm:pt>
    <dgm:pt modelId="{E00DABD2-7B69-4F78-AD8A-35281AD9A8C4}">
      <dgm:prSet phldrT="[Texto]" custT="1"/>
      <dgm:spPr/>
      <dgm:t>
        <a:bodyPr/>
        <a:lstStyle/>
        <a:p>
          <a:r>
            <a:rPr lang="pt-BR" sz="2200" b="1" dirty="0">
              <a:latin typeface="Aptos" panose="020B0004020202020204" pitchFamily="34" charset="0"/>
            </a:rPr>
            <a:t>Tratamento da amostra</a:t>
          </a:r>
        </a:p>
      </dgm:t>
    </dgm:pt>
    <dgm:pt modelId="{1530C20D-9404-4563-A8FD-6C40E95D7498}" type="parTrans" cxnId="{D117696B-6E1A-4F40-84F2-40A6F766E75E}">
      <dgm:prSet/>
      <dgm:spPr/>
      <dgm:t>
        <a:bodyPr/>
        <a:lstStyle/>
        <a:p>
          <a:endParaRPr lang="pt-BR" sz="2200">
            <a:latin typeface="Aptos" panose="020B0004020202020204" pitchFamily="34" charset="0"/>
          </a:endParaRPr>
        </a:p>
      </dgm:t>
    </dgm:pt>
    <dgm:pt modelId="{F073E5BF-6578-4E44-BCC9-9945D76B293F}" type="sibTrans" cxnId="{D117696B-6E1A-4F40-84F2-40A6F766E75E}">
      <dgm:prSet custT="1"/>
      <dgm:spPr/>
      <dgm:t>
        <a:bodyPr/>
        <a:lstStyle/>
        <a:p>
          <a:endParaRPr lang="pt-BR" sz="2200">
            <a:latin typeface="Aptos" panose="020B0004020202020204" pitchFamily="34" charset="0"/>
          </a:endParaRPr>
        </a:p>
      </dgm:t>
    </dgm:pt>
    <dgm:pt modelId="{0FA4A2F9-1E87-4D52-B588-6E93E3C16D14}">
      <dgm:prSet phldrT="[Texto]" custT="1"/>
      <dgm:spPr/>
      <dgm:t>
        <a:bodyPr/>
        <a:lstStyle/>
        <a:p>
          <a:r>
            <a:rPr lang="pt-BR" sz="2200" b="1" dirty="0">
              <a:latin typeface="Aptos" panose="020B0004020202020204" pitchFamily="34" charset="0"/>
            </a:rPr>
            <a:t>Medida Analítica</a:t>
          </a:r>
        </a:p>
      </dgm:t>
    </dgm:pt>
    <dgm:pt modelId="{C1FA0B1F-074F-489E-ABD4-CF5C4AF0DEAC}" type="parTrans" cxnId="{BB7A9CD4-7E70-4628-A88B-A2E947FF4367}">
      <dgm:prSet/>
      <dgm:spPr/>
      <dgm:t>
        <a:bodyPr/>
        <a:lstStyle/>
        <a:p>
          <a:endParaRPr lang="pt-BR" sz="2200">
            <a:latin typeface="Aptos" panose="020B0004020202020204" pitchFamily="34" charset="0"/>
          </a:endParaRPr>
        </a:p>
      </dgm:t>
    </dgm:pt>
    <dgm:pt modelId="{E28E6210-8827-4CCF-9A32-2BD7D82F441B}" type="sibTrans" cxnId="{BB7A9CD4-7E70-4628-A88B-A2E947FF4367}">
      <dgm:prSet custT="1"/>
      <dgm:spPr/>
      <dgm:t>
        <a:bodyPr/>
        <a:lstStyle/>
        <a:p>
          <a:endParaRPr lang="pt-BR" sz="2200">
            <a:latin typeface="Aptos" panose="020B0004020202020204" pitchFamily="34" charset="0"/>
          </a:endParaRPr>
        </a:p>
      </dgm:t>
    </dgm:pt>
    <dgm:pt modelId="{07515F6A-BF07-4D04-A27F-AD58EB2A9445}">
      <dgm:prSet phldrT="[Texto]" custT="1"/>
      <dgm:spPr/>
      <dgm:t>
        <a:bodyPr/>
        <a:lstStyle/>
        <a:p>
          <a:r>
            <a:rPr lang="pt-BR" sz="2200" b="1" dirty="0">
              <a:latin typeface="Aptos" panose="020B0004020202020204" pitchFamily="34" charset="0"/>
            </a:rPr>
            <a:t>Cálculo e avaliação dos resultados</a:t>
          </a:r>
        </a:p>
      </dgm:t>
    </dgm:pt>
    <dgm:pt modelId="{C2A0A1E3-4936-4071-BA60-7D368971F013}" type="parTrans" cxnId="{C6CAAE3B-E93A-463D-86F5-321C37C1D90A}">
      <dgm:prSet/>
      <dgm:spPr/>
      <dgm:t>
        <a:bodyPr/>
        <a:lstStyle/>
        <a:p>
          <a:endParaRPr lang="pt-BR" sz="2200">
            <a:latin typeface="Aptos" panose="020B0004020202020204" pitchFamily="34" charset="0"/>
          </a:endParaRPr>
        </a:p>
      </dgm:t>
    </dgm:pt>
    <dgm:pt modelId="{AFD9037F-D527-4A7D-BAD3-F6F059FA4959}" type="sibTrans" cxnId="{C6CAAE3B-E93A-463D-86F5-321C37C1D90A}">
      <dgm:prSet/>
      <dgm:spPr/>
      <dgm:t>
        <a:bodyPr/>
        <a:lstStyle/>
        <a:p>
          <a:endParaRPr lang="pt-BR" sz="2200">
            <a:latin typeface="Aptos" panose="020B0004020202020204" pitchFamily="34" charset="0"/>
          </a:endParaRPr>
        </a:p>
      </dgm:t>
    </dgm:pt>
    <dgm:pt modelId="{B3CD8099-680A-436A-BC1E-4C2F86A3D4E5}" type="pres">
      <dgm:prSet presAssocID="{64C2C8C2-2C80-49BE-BF5F-61BD418F4B47}" presName="linearFlow" presStyleCnt="0">
        <dgm:presLayoutVars>
          <dgm:resizeHandles val="exact"/>
        </dgm:presLayoutVars>
      </dgm:prSet>
      <dgm:spPr/>
    </dgm:pt>
    <dgm:pt modelId="{E5A3A1A5-5BEB-4605-AA39-AE8FD6914031}" type="pres">
      <dgm:prSet presAssocID="{C1EEEAD4-51E6-4297-A75F-D1B380ED0656}" presName="node" presStyleLbl="node1" presStyleIdx="0" presStyleCnt="5" custScaleX="148104">
        <dgm:presLayoutVars>
          <dgm:bulletEnabled val="1"/>
        </dgm:presLayoutVars>
      </dgm:prSet>
      <dgm:spPr/>
    </dgm:pt>
    <dgm:pt modelId="{B54DF70A-9445-4768-AA20-AA1DD24737D8}" type="pres">
      <dgm:prSet presAssocID="{486F77C6-07F6-4797-9633-968952D66832}" presName="sibTrans" presStyleLbl="sibTrans2D1" presStyleIdx="0" presStyleCnt="4"/>
      <dgm:spPr/>
    </dgm:pt>
    <dgm:pt modelId="{94971CE0-B282-4D63-B565-957F97661674}" type="pres">
      <dgm:prSet presAssocID="{486F77C6-07F6-4797-9633-968952D66832}" presName="connectorText" presStyleLbl="sibTrans2D1" presStyleIdx="0" presStyleCnt="4"/>
      <dgm:spPr/>
    </dgm:pt>
    <dgm:pt modelId="{35DB9096-BEE7-47E6-9B85-8F26A331DC10}" type="pres">
      <dgm:prSet presAssocID="{F75EA237-F864-420B-912A-FB97D1736BE6}" presName="node" presStyleLbl="node1" presStyleIdx="1" presStyleCnt="5" custScaleX="148104">
        <dgm:presLayoutVars>
          <dgm:bulletEnabled val="1"/>
        </dgm:presLayoutVars>
      </dgm:prSet>
      <dgm:spPr/>
    </dgm:pt>
    <dgm:pt modelId="{5F969FB2-2A2F-470E-ABC6-EEE462394548}" type="pres">
      <dgm:prSet presAssocID="{DCABA41C-6454-4595-AB20-385BDE79DC83}" presName="sibTrans" presStyleLbl="sibTrans2D1" presStyleIdx="1" presStyleCnt="4"/>
      <dgm:spPr/>
    </dgm:pt>
    <dgm:pt modelId="{01FAC918-6F37-40EB-ACA8-F25315032EC2}" type="pres">
      <dgm:prSet presAssocID="{DCABA41C-6454-4595-AB20-385BDE79DC83}" presName="connectorText" presStyleLbl="sibTrans2D1" presStyleIdx="1" presStyleCnt="4"/>
      <dgm:spPr/>
    </dgm:pt>
    <dgm:pt modelId="{F3EE16D4-DAE9-41B6-8863-03865C342D6B}" type="pres">
      <dgm:prSet presAssocID="{E00DABD2-7B69-4F78-AD8A-35281AD9A8C4}" presName="node" presStyleLbl="node1" presStyleIdx="2" presStyleCnt="5" custScaleX="148104">
        <dgm:presLayoutVars>
          <dgm:bulletEnabled val="1"/>
        </dgm:presLayoutVars>
      </dgm:prSet>
      <dgm:spPr/>
    </dgm:pt>
    <dgm:pt modelId="{9096DBBE-C14D-46E7-8366-A06F3BC5C449}" type="pres">
      <dgm:prSet presAssocID="{F073E5BF-6578-4E44-BCC9-9945D76B293F}" presName="sibTrans" presStyleLbl="sibTrans2D1" presStyleIdx="2" presStyleCnt="4"/>
      <dgm:spPr/>
    </dgm:pt>
    <dgm:pt modelId="{6965BE85-1DEA-445C-AE62-B2A02DE199DD}" type="pres">
      <dgm:prSet presAssocID="{F073E5BF-6578-4E44-BCC9-9945D76B293F}" presName="connectorText" presStyleLbl="sibTrans2D1" presStyleIdx="2" presStyleCnt="4"/>
      <dgm:spPr/>
    </dgm:pt>
    <dgm:pt modelId="{93D61C67-68FA-4C82-A086-3A4AC6875A14}" type="pres">
      <dgm:prSet presAssocID="{0FA4A2F9-1E87-4D52-B588-6E93E3C16D14}" presName="node" presStyleLbl="node1" presStyleIdx="3" presStyleCnt="5" custScaleX="148104">
        <dgm:presLayoutVars>
          <dgm:bulletEnabled val="1"/>
        </dgm:presLayoutVars>
      </dgm:prSet>
      <dgm:spPr/>
    </dgm:pt>
    <dgm:pt modelId="{BA45CA7E-86E0-4862-AEEE-B5D2968E128F}" type="pres">
      <dgm:prSet presAssocID="{E28E6210-8827-4CCF-9A32-2BD7D82F441B}" presName="sibTrans" presStyleLbl="sibTrans2D1" presStyleIdx="3" presStyleCnt="4"/>
      <dgm:spPr/>
    </dgm:pt>
    <dgm:pt modelId="{C78E6FBF-4957-4C83-AEBE-8E80FFC1D5E0}" type="pres">
      <dgm:prSet presAssocID="{E28E6210-8827-4CCF-9A32-2BD7D82F441B}" presName="connectorText" presStyleLbl="sibTrans2D1" presStyleIdx="3" presStyleCnt="4"/>
      <dgm:spPr/>
    </dgm:pt>
    <dgm:pt modelId="{C7861961-B51E-4399-963B-6D7CD3214314}" type="pres">
      <dgm:prSet presAssocID="{07515F6A-BF07-4D04-A27F-AD58EB2A9445}" presName="node" presStyleLbl="node1" presStyleIdx="4" presStyleCnt="5" custScaleX="148104">
        <dgm:presLayoutVars>
          <dgm:bulletEnabled val="1"/>
        </dgm:presLayoutVars>
      </dgm:prSet>
      <dgm:spPr/>
    </dgm:pt>
  </dgm:ptLst>
  <dgm:cxnLst>
    <dgm:cxn modelId="{28E12910-4D01-4570-94D0-37D82CA727A6}" srcId="{64C2C8C2-2C80-49BE-BF5F-61BD418F4B47}" destId="{F75EA237-F864-420B-912A-FB97D1736BE6}" srcOrd="1" destOrd="0" parTransId="{0CB57C59-3859-480F-8199-3D6DD7AD4F17}" sibTransId="{DCABA41C-6454-4595-AB20-385BDE79DC83}"/>
    <dgm:cxn modelId="{4E44E327-CF8D-4530-9EE3-EDEB94D3F192}" type="presOf" srcId="{F073E5BF-6578-4E44-BCC9-9945D76B293F}" destId="{9096DBBE-C14D-46E7-8366-A06F3BC5C449}" srcOrd="0" destOrd="0" presId="urn:microsoft.com/office/officeart/2005/8/layout/process2"/>
    <dgm:cxn modelId="{F208A53B-5B5A-4CC0-9CDC-95931E69D471}" type="presOf" srcId="{E00DABD2-7B69-4F78-AD8A-35281AD9A8C4}" destId="{F3EE16D4-DAE9-41B6-8863-03865C342D6B}" srcOrd="0" destOrd="0" presId="urn:microsoft.com/office/officeart/2005/8/layout/process2"/>
    <dgm:cxn modelId="{C6CAAE3B-E93A-463D-86F5-321C37C1D90A}" srcId="{64C2C8C2-2C80-49BE-BF5F-61BD418F4B47}" destId="{07515F6A-BF07-4D04-A27F-AD58EB2A9445}" srcOrd="4" destOrd="0" parTransId="{C2A0A1E3-4936-4071-BA60-7D368971F013}" sibTransId="{AFD9037F-D527-4A7D-BAD3-F6F059FA4959}"/>
    <dgm:cxn modelId="{1886CD47-1F8A-48DA-ADB9-811CBD68FDE8}" type="presOf" srcId="{07515F6A-BF07-4D04-A27F-AD58EB2A9445}" destId="{C7861961-B51E-4399-963B-6D7CD3214314}" srcOrd="0" destOrd="0" presId="urn:microsoft.com/office/officeart/2005/8/layout/process2"/>
    <dgm:cxn modelId="{D117696B-6E1A-4F40-84F2-40A6F766E75E}" srcId="{64C2C8C2-2C80-49BE-BF5F-61BD418F4B47}" destId="{E00DABD2-7B69-4F78-AD8A-35281AD9A8C4}" srcOrd="2" destOrd="0" parTransId="{1530C20D-9404-4563-A8FD-6C40E95D7498}" sibTransId="{F073E5BF-6578-4E44-BCC9-9945D76B293F}"/>
    <dgm:cxn modelId="{AEDC7D4D-196B-414D-8CAB-12111C5F1608}" type="presOf" srcId="{0FA4A2F9-1E87-4D52-B588-6E93E3C16D14}" destId="{93D61C67-68FA-4C82-A086-3A4AC6875A14}" srcOrd="0" destOrd="0" presId="urn:microsoft.com/office/officeart/2005/8/layout/process2"/>
    <dgm:cxn modelId="{B88AF96D-66A1-4EF3-A686-720D84C840F4}" srcId="{64C2C8C2-2C80-49BE-BF5F-61BD418F4B47}" destId="{C1EEEAD4-51E6-4297-A75F-D1B380ED0656}" srcOrd="0" destOrd="0" parTransId="{0613B903-42A0-4A72-9831-4E04435F624D}" sibTransId="{486F77C6-07F6-4797-9633-968952D66832}"/>
    <dgm:cxn modelId="{553BEA4F-5848-4816-8604-E07CD781B2B5}" type="presOf" srcId="{F073E5BF-6578-4E44-BCC9-9945D76B293F}" destId="{6965BE85-1DEA-445C-AE62-B2A02DE199DD}" srcOrd="1" destOrd="0" presId="urn:microsoft.com/office/officeart/2005/8/layout/process2"/>
    <dgm:cxn modelId="{8276BE57-231E-4755-BFE4-8DFADC3931A7}" type="presOf" srcId="{E28E6210-8827-4CCF-9A32-2BD7D82F441B}" destId="{C78E6FBF-4957-4C83-AEBE-8E80FFC1D5E0}" srcOrd="1" destOrd="0" presId="urn:microsoft.com/office/officeart/2005/8/layout/process2"/>
    <dgm:cxn modelId="{D7EE157B-CA14-4DD3-96BC-E3C01411835E}" type="presOf" srcId="{64C2C8C2-2C80-49BE-BF5F-61BD418F4B47}" destId="{B3CD8099-680A-436A-BC1E-4C2F86A3D4E5}" srcOrd="0" destOrd="0" presId="urn:microsoft.com/office/officeart/2005/8/layout/process2"/>
    <dgm:cxn modelId="{52AA4387-ED8F-4481-B4B5-052E2FCCC290}" type="presOf" srcId="{E28E6210-8827-4CCF-9A32-2BD7D82F441B}" destId="{BA45CA7E-86E0-4862-AEEE-B5D2968E128F}" srcOrd="0" destOrd="0" presId="urn:microsoft.com/office/officeart/2005/8/layout/process2"/>
    <dgm:cxn modelId="{1E288991-59BD-46AD-915C-39054024BFE2}" type="presOf" srcId="{DCABA41C-6454-4595-AB20-385BDE79DC83}" destId="{01FAC918-6F37-40EB-ACA8-F25315032EC2}" srcOrd="1" destOrd="0" presId="urn:microsoft.com/office/officeart/2005/8/layout/process2"/>
    <dgm:cxn modelId="{B92A1A92-72A1-4DAC-A4D9-4C27AF6880B7}" type="presOf" srcId="{F75EA237-F864-420B-912A-FB97D1736BE6}" destId="{35DB9096-BEE7-47E6-9B85-8F26A331DC10}" srcOrd="0" destOrd="0" presId="urn:microsoft.com/office/officeart/2005/8/layout/process2"/>
    <dgm:cxn modelId="{177BE4AB-F217-4648-A85B-435FD0F427F8}" type="presOf" srcId="{486F77C6-07F6-4797-9633-968952D66832}" destId="{94971CE0-B282-4D63-B565-957F97661674}" srcOrd="1" destOrd="0" presId="urn:microsoft.com/office/officeart/2005/8/layout/process2"/>
    <dgm:cxn modelId="{F56BE9BE-3E7D-4893-9A32-48CD71C6D317}" type="presOf" srcId="{486F77C6-07F6-4797-9633-968952D66832}" destId="{B54DF70A-9445-4768-AA20-AA1DD24737D8}" srcOrd="0" destOrd="0" presId="urn:microsoft.com/office/officeart/2005/8/layout/process2"/>
    <dgm:cxn modelId="{BB7A9CD4-7E70-4628-A88B-A2E947FF4367}" srcId="{64C2C8C2-2C80-49BE-BF5F-61BD418F4B47}" destId="{0FA4A2F9-1E87-4D52-B588-6E93E3C16D14}" srcOrd="3" destOrd="0" parTransId="{C1FA0B1F-074F-489E-ABD4-CF5C4AF0DEAC}" sibTransId="{E28E6210-8827-4CCF-9A32-2BD7D82F441B}"/>
    <dgm:cxn modelId="{053CC5E6-B5FE-49DF-BAA2-B2F15641FB95}" type="presOf" srcId="{DCABA41C-6454-4595-AB20-385BDE79DC83}" destId="{5F969FB2-2A2F-470E-ABC6-EEE462394548}" srcOrd="0" destOrd="0" presId="urn:microsoft.com/office/officeart/2005/8/layout/process2"/>
    <dgm:cxn modelId="{FAD780FD-681A-4DE8-B12F-B02D849048FE}" type="presOf" srcId="{C1EEEAD4-51E6-4297-A75F-D1B380ED0656}" destId="{E5A3A1A5-5BEB-4605-AA39-AE8FD6914031}" srcOrd="0" destOrd="0" presId="urn:microsoft.com/office/officeart/2005/8/layout/process2"/>
    <dgm:cxn modelId="{BB5B3C03-A329-45F1-AACA-4158A6501442}" type="presParOf" srcId="{B3CD8099-680A-436A-BC1E-4C2F86A3D4E5}" destId="{E5A3A1A5-5BEB-4605-AA39-AE8FD6914031}" srcOrd="0" destOrd="0" presId="urn:microsoft.com/office/officeart/2005/8/layout/process2"/>
    <dgm:cxn modelId="{2EB0D64F-756A-434C-82C7-DF1418AB678A}" type="presParOf" srcId="{B3CD8099-680A-436A-BC1E-4C2F86A3D4E5}" destId="{B54DF70A-9445-4768-AA20-AA1DD24737D8}" srcOrd="1" destOrd="0" presId="urn:microsoft.com/office/officeart/2005/8/layout/process2"/>
    <dgm:cxn modelId="{E2463AE7-6651-44BE-8920-6A0EC655610D}" type="presParOf" srcId="{B54DF70A-9445-4768-AA20-AA1DD24737D8}" destId="{94971CE0-B282-4D63-B565-957F97661674}" srcOrd="0" destOrd="0" presId="urn:microsoft.com/office/officeart/2005/8/layout/process2"/>
    <dgm:cxn modelId="{FA955843-CD09-4743-B746-998E2C198528}" type="presParOf" srcId="{B3CD8099-680A-436A-BC1E-4C2F86A3D4E5}" destId="{35DB9096-BEE7-47E6-9B85-8F26A331DC10}" srcOrd="2" destOrd="0" presId="urn:microsoft.com/office/officeart/2005/8/layout/process2"/>
    <dgm:cxn modelId="{07848966-6045-42A8-A1DA-27430E4C76D3}" type="presParOf" srcId="{B3CD8099-680A-436A-BC1E-4C2F86A3D4E5}" destId="{5F969FB2-2A2F-470E-ABC6-EEE462394548}" srcOrd="3" destOrd="0" presId="urn:microsoft.com/office/officeart/2005/8/layout/process2"/>
    <dgm:cxn modelId="{ABAAF641-CCB9-4F08-97F0-DC9419CA8B50}" type="presParOf" srcId="{5F969FB2-2A2F-470E-ABC6-EEE462394548}" destId="{01FAC918-6F37-40EB-ACA8-F25315032EC2}" srcOrd="0" destOrd="0" presId="urn:microsoft.com/office/officeart/2005/8/layout/process2"/>
    <dgm:cxn modelId="{766F9875-B559-4981-AFFB-F8A2A05D3492}" type="presParOf" srcId="{B3CD8099-680A-436A-BC1E-4C2F86A3D4E5}" destId="{F3EE16D4-DAE9-41B6-8863-03865C342D6B}" srcOrd="4" destOrd="0" presId="urn:microsoft.com/office/officeart/2005/8/layout/process2"/>
    <dgm:cxn modelId="{2D5F5FFD-BA54-4BC2-A8FF-2D03E2A39950}" type="presParOf" srcId="{B3CD8099-680A-436A-BC1E-4C2F86A3D4E5}" destId="{9096DBBE-C14D-46E7-8366-A06F3BC5C449}" srcOrd="5" destOrd="0" presId="urn:microsoft.com/office/officeart/2005/8/layout/process2"/>
    <dgm:cxn modelId="{02CCE545-DBAD-4816-882D-411D996791C4}" type="presParOf" srcId="{9096DBBE-C14D-46E7-8366-A06F3BC5C449}" destId="{6965BE85-1DEA-445C-AE62-B2A02DE199DD}" srcOrd="0" destOrd="0" presId="urn:microsoft.com/office/officeart/2005/8/layout/process2"/>
    <dgm:cxn modelId="{CB7F2A0E-186B-4E02-BB43-613E05CE19C3}" type="presParOf" srcId="{B3CD8099-680A-436A-BC1E-4C2F86A3D4E5}" destId="{93D61C67-68FA-4C82-A086-3A4AC6875A14}" srcOrd="6" destOrd="0" presId="urn:microsoft.com/office/officeart/2005/8/layout/process2"/>
    <dgm:cxn modelId="{6EB13644-930A-492C-83F7-07F340A65E03}" type="presParOf" srcId="{B3CD8099-680A-436A-BC1E-4C2F86A3D4E5}" destId="{BA45CA7E-86E0-4862-AEEE-B5D2968E128F}" srcOrd="7" destOrd="0" presId="urn:microsoft.com/office/officeart/2005/8/layout/process2"/>
    <dgm:cxn modelId="{4B0BD572-9FAE-48A5-B37B-CF1FC110D6E9}" type="presParOf" srcId="{BA45CA7E-86E0-4862-AEEE-B5D2968E128F}" destId="{C78E6FBF-4957-4C83-AEBE-8E80FFC1D5E0}" srcOrd="0" destOrd="0" presId="urn:microsoft.com/office/officeart/2005/8/layout/process2"/>
    <dgm:cxn modelId="{365BD927-9A00-4C25-B0B5-59DE87345325}" type="presParOf" srcId="{B3CD8099-680A-436A-BC1E-4C2F86A3D4E5}" destId="{C7861961-B51E-4399-963B-6D7CD3214314}" srcOrd="8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4C2C8C2-2C80-49BE-BF5F-61BD418F4B47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</dgm:pt>
    <dgm:pt modelId="{C1EEEAD4-51E6-4297-A75F-D1B380ED0656}">
      <dgm:prSet phldrT="[Texto]" custT="1"/>
      <dgm:spPr/>
      <dgm:t>
        <a:bodyPr/>
        <a:lstStyle/>
        <a:p>
          <a:r>
            <a:rPr lang="pt-BR" sz="2200" b="1" dirty="0">
              <a:latin typeface="Aptos" panose="020B0004020202020204" pitchFamily="34" charset="0"/>
            </a:rPr>
            <a:t>Seleção do método</a:t>
          </a:r>
        </a:p>
      </dgm:t>
    </dgm:pt>
    <dgm:pt modelId="{0613B903-42A0-4A72-9831-4E04435F624D}" type="parTrans" cxnId="{B88AF96D-66A1-4EF3-A686-720D84C840F4}">
      <dgm:prSet/>
      <dgm:spPr/>
      <dgm:t>
        <a:bodyPr/>
        <a:lstStyle/>
        <a:p>
          <a:endParaRPr lang="pt-BR" sz="2200">
            <a:latin typeface="Aptos" panose="020B0004020202020204" pitchFamily="34" charset="0"/>
          </a:endParaRPr>
        </a:p>
      </dgm:t>
    </dgm:pt>
    <dgm:pt modelId="{486F77C6-07F6-4797-9633-968952D66832}" type="sibTrans" cxnId="{B88AF96D-66A1-4EF3-A686-720D84C840F4}">
      <dgm:prSet custT="1"/>
      <dgm:spPr/>
      <dgm:t>
        <a:bodyPr/>
        <a:lstStyle/>
        <a:p>
          <a:endParaRPr lang="pt-BR" sz="2200">
            <a:latin typeface="Aptos" panose="020B0004020202020204" pitchFamily="34" charset="0"/>
          </a:endParaRPr>
        </a:p>
      </dgm:t>
    </dgm:pt>
    <dgm:pt modelId="{F75EA237-F864-420B-912A-FB97D1736BE6}">
      <dgm:prSet phldrT="[Texto]" custT="1"/>
      <dgm:spPr/>
      <dgm:t>
        <a:bodyPr/>
        <a:lstStyle/>
        <a:p>
          <a:r>
            <a:rPr lang="pt-BR" sz="2200" b="1" dirty="0">
              <a:latin typeface="Aptos" panose="020B0004020202020204" pitchFamily="34" charset="0"/>
            </a:rPr>
            <a:t>Amostragem</a:t>
          </a:r>
        </a:p>
      </dgm:t>
    </dgm:pt>
    <dgm:pt modelId="{0CB57C59-3859-480F-8199-3D6DD7AD4F17}" type="parTrans" cxnId="{28E12910-4D01-4570-94D0-37D82CA727A6}">
      <dgm:prSet/>
      <dgm:spPr/>
      <dgm:t>
        <a:bodyPr/>
        <a:lstStyle/>
        <a:p>
          <a:endParaRPr lang="pt-BR" sz="2200">
            <a:latin typeface="Aptos" panose="020B0004020202020204" pitchFamily="34" charset="0"/>
          </a:endParaRPr>
        </a:p>
      </dgm:t>
    </dgm:pt>
    <dgm:pt modelId="{DCABA41C-6454-4595-AB20-385BDE79DC83}" type="sibTrans" cxnId="{28E12910-4D01-4570-94D0-37D82CA727A6}">
      <dgm:prSet custT="1"/>
      <dgm:spPr/>
      <dgm:t>
        <a:bodyPr/>
        <a:lstStyle/>
        <a:p>
          <a:endParaRPr lang="pt-BR" sz="2200">
            <a:latin typeface="Aptos" panose="020B0004020202020204" pitchFamily="34" charset="0"/>
          </a:endParaRPr>
        </a:p>
      </dgm:t>
    </dgm:pt>
    <dgm:pt modelId="{E00DABD2-7B69-4F78-AD8A-35281AD9A8C4}">
      <dgm:prSet phldrT="[Texto]" custT="1"/>
      <dgm:spPr>
        <a:solidFill>
          <a:srgbClr val="FF0000"/>
        </a:solidFill>
      </dgm:spPr>
      <dgm:t>
        <a:bodyPr/>
        <a:lstStyle/>
        <a:p>
          <a:r>
            <a:rPr lang="pt-BR" sz="2200" b="1" dirty="0">
              <a:latin typeface="Aptos" panose="020B0004020202020204" pitchFamily="34" charset="0"/>
            </a:rPr>
            <a:t>Tratamento da amostra</a:t>
          </a:r>
        </a:p>
      </dgm:t>
    </dgm:pt>
    <dgm:pt modelId="{1530C20D-9404-4563-A8FD-6C40E95D7498}" type="parTrans" cxnId="{D117696B-6E1A-4F40-84F2-40A6F766E75E}">
      <dgm:prSet/>
      <dgm:spPr/>
      <dgm:t>
        <a:bodyPr/>
        <a:lstStyle/>
        <a:p>
          <a:endParaRPr lang="pt-BR" sz="2200">
            <a:latin typeface="Aptos" panose="020B0004020202020204" pitchFamily="34" charset="0"/>
          </a:endParaRPr>
        </a:p>
      </dgm:t>
    </dgm:pt>
    <dgm:pt modelId="{F073E5BF-6578-4E44-BCC9-9945D76B293F}" type="sibTrans" cxnId="{D117696B-6E1A-4F40-84F2-40A6F766E75E}">
      <dgm:prSet custT="1"/>
      <dgm:spPr/>
      <dgm:t>
        <a:bodyPr/>
        <a:lstStyle/>
        <a:p>
          <a:endParaRPr lang="pt-BR" sz="2200">
            <a:latin typeface="Aptos" panose="020B0004020202020204" pitchFamily="34" charset="0"/>
          </a:endParaRPr>
        </a:p>
      </dgm:t>
    </dgm:pt>
    <dgm:pt modelId="{0FA4A2F9-1E87-4D52-B588-6E93E3C16D14}">
      <dgm:prSet phldrT="[Texto]" custT="1"/>
      <dgm:spPr/>
      <dgm:t>
        <a:bodyPr/>
        <a:lstStyle/>
        <a:p>
          <a:r>
            <a:rPr lang="pt-BR" sz="2200" b="1" dirty="0">
              <a:latin typeface="Aptos" panose="020B0004020202020204" pitchFamily="34" charset="0"/>
            </a:rPr>
            <a:t>Medida Analítica</a:t>
          </a:r>
        </a:p>
      </dgm:t>
    </dgm:pt>
    <dgm:pt modelId="{C1FA0B1F-074F-489E-ABD4-CF5C4AF0DEAC}" type="parTrans" cxnId="{BB7A9CD4-7E70-4628-A88B-A2E947FF4367}">
      <dgm:prSet/>
      <dgm:spPr/>
      <dgm:t>
        <a:bodyPr/>
        <a:lstStyle/>
        <a:p>
          <a:endParaRPr lang="pt-BR" sz="2200">
            <a:latin typeface="Aptos" panose="020B0004020202020204" pitchFamily="34" charset="0"/>
          </a:endParaRPr>
        </a:p>
      </dgm:t>
    </dgm:pt>
    <dgm:pt modelId="{E28E6210-8827-4CCF-9A32-2BD7D82F441B}" type="sibTrans" cxnId="{BB7A9CD4-7E70-4628-A88B-A2E947FF4367}">
      <dgm:prSet custT="1"/>
      <dgm:spPr/>
      <dgm:t>
        <a:bodyPr/>
        <a:lstStyle/>
        <a:p>
          <a:endParaRPr lang="pt-BR" sz="2200">
            <a:latin typeface="Aptos" panose="020B0004020202020204" pitchFamily="34" charset="0"/>
          </a:endParaRPr>
        </a:p>
      </dgm:t>
    </dgm:pt>
    <dgm:pt modelId="{07515F6A-BF07-4D04-A27F-AD58EB2A9445}">
      <dgm:prSet phldrT="[Texto]" custT="1"/>
      <dgm:spPr/>
      <dgm:t>
        <a:bodyPr/>
        <a:lstStyle/>
        <a:p>
          <a:r>
            <a:rPr lang="pt-BR" sz="2200" b="1" dirty="0">
              <a:latin typeface="Aptos" panose="020B0004020202020204" pitchFamily="34" charset="0"/>
            </a:rPr>
            <a:t>Cálculo e avaliação dos resultados</a:t>
          </a:r>
        </a:p>
      </dgm:t>
    </dgm:pt>
    <dgm:pt modelId="{C2A0A1E3-4936-4071-BA60-7D368971F013}" type="parTrans" cxnId="{C6CAAE3B-E93A-463D-86F5-321C37C1D90A}">
      <dgm:prSet/>
      <dgm:spPr/>
      <dgm:t>
        <a:bodyPr/>
        <a:lstStyle/>
        <a:p>
          <a:endParaRPr lang="pt-BR" sz="2200">
            <a:latin typeface="Aptos" panose="020B0004020202020204" pitchFamily="34" charset="0"/>
          </a:endParaRPr>
        </a:p>
      </dgm:t>
    </dgm:pt>
    <dgm:pt modelId="{AFD9037F-D527-4A7D-BAD3-F6F059FA4959}" type="sibTrans" cxnId="{C6CAAE3B-E93A-463D-86F5-321C37C1D90A}">
      <dgm:prSet/>
      <dgm:spPr/>
      <dgm:t>
        <a:bodyPr/>
        <a:lstStyle/>
        <a:p>
          <a:endParaRPr lang="pt-BR" sz="2200">
            <a:latin typeface="Aptos" panose="020B0004020202020204" pitchFamily="34" charset="0"/>
          </a:endParaRPr>
        </a:p>
      </dgm:t>
    </dgm:pt>
    <dgm:pt modelId="{B3CD8099-680A-436A-BC1E-4C2F86A3D4E5}" type="pres">
      <dgm:prSet presAssocID="{64C2C8C2-2C80-49BE-BF5F-61BD418F4B47}" presName="linearFlow" presStyleCnt="0">
        <dgm:presLayoutVars>
          <dgm:resizeHandles val="exact"/>
        </dgm:presLayoutVars>
      </dgm:prSet>
      <dgm:spPr/>
    </dgm:pt>
    <dgm:pt modelId="{E5A3A1A5-5BEB-4605-AA39-AE8FD6914031}" type="pres">
      <dgm:prSet presAssocID="{C1EEEAD4-51E6-4297-A75F-D1B380ED0656}" presName="node" presStyleLbl="node1" presStyleIdx="0" presStyleCnt="5" custScaleX="148104">
        <dgm:presLayoutVars>
          <dgm:bulletEnabled val="1"/>
        </dgm:presLayoutVars>
      </dgm:prSet>
      <dgm:spPr/>
    </dgm:pt>
    <dgm:pt modelId="{B54DF70A-9445-4768-AA20-AA1DD24737D8}" type="pres">
      <dgm:prSet presAssocID="{486F77C6-07F6-4797-9633-968952D66832}" presName="sibTrans" presStyleLbl="sibTrans2D1" presStyleIdx="0" presStyleCnt="4"/>
      <dgm:spPr/>
    </dgm:pt>
    <dgm:pt modelId="{94971CE0-B282-4D63-B565-957F97661674}" type="pres">
      <dgm:prSet presAssocID="{486F77C6-07F6-4797-9633-968952D66832}" presName="connectorText" presStyleLbl="sibTrans2D1" presStyleIdx="0" presStyleCnt="4"/>
      <dgm:spPr/>
    </dgm:pt>
    <dgm:pt modelId="{35DB9096-BEE7-47E6-9B85-8F26A331DC10}" type="pres">
      <dgm:prSet presAssocID="{F75EA237-F864-420B-912A-FB97D1736BE6}" presName="node" presStyleLbl="node1" presStyleIdx="1" presStyleCnt="5" custScaleX="148104">
        <dgm:presLayoutVars>
          <dgm:bulletEnabled val="1"/>
        </dgm:presLayoutVars>
      </dgm:prSet>
      <dgm:spPr/>
    </dgm:pt>
    <dgm:pt modelId="{5F969FB2-2A2F-470E-ABC6-EEE462394548}" type="pres">
      <dgm:prSet presAssocID="{DCABA41C-6454-4595-AB20-385BDE79DC83}" presName="sibTrans" presStyleLbl="sibTrans2D1" presStyleIdx="1" presStyleCnt="4"/>
      <dgm:spPr/>
    </dgm:pt>
    <dgm:pt modelId="{01FAC918-6F37-40EB-ACA8-F25315032EC2}" type="pres">
      <dgm:prSet presAssocID="{DCABA41C-6454-4595-AB20-385BDE79DC83}" presName="connectorText" presStyleLbl="sibTrans2D1" presStyleIdx="1" presStyleCnt="4"/>
      <dgm:spPr/>
    </dgm:pt>
    <dgm:pt modelId="{F3EE16D4-DAE9-41B6-8863-03865C342D6B}" type="pres">
      <dgm:prSet presAssocID="{E00DABD2-7B69-4F78-AD8A-35281AD9A8C4}" presName="node" presStyleLbl="node1" presStyleIdx="2" presStyleCnt="5" custScaleX="148104">
        <dgm:presLayoutVars>
          <dgm:bulletEnabled val="1"/>
        </dgm:presLayoutVars>
      </dgm:prSet>
      <dgm:spPr/>
    </dgm:pt>
    <dgm:pt modelId="{9096DBBE-C14D-46E7-8366-A06F3BC5C449}" type="pres">
      <dgm:prSet presAssocID="{F073E5BF-6578-4E44-BCC9-9945D76B293F}" presName="sibTrans" presStyleLbl="sibTrans2D1" presStyleIdx="2" presStyleCnt="4"/>
      <dgm:spPr/>
    </dgm:pt>
    <dgm:pt modelId="{6965BE85-1DEA-445C-AE62-B2A02DE199DD}" type="pres">
      <dgm:prSet presAssocID="{F073E5BF-6578-4E44-BCC9-9945D76B293F}" presName="connectorText" presStyleLbl="sibTrans2D1" presStyleIdx="2" presStyleCnt="4"/>
      <dgm:spPr/>
    </dgm:pt>
    <dgm:pt modelId="{93D61C67-68FA-4C82-A086-3A4AC6875A14}" type="pres">
      <dgm:prSet presAssocID="{0FA4A2F9-1E87-4D52-B588-6E93E3C16D14}" presName="node" presStyleLbl="node1" presStyleIdx="3" presStyleCnt="5" custScaleX="148104">
        <dgm:presLayoutVars>
          <dgm:bulletEnabled val="1"/>
        </dgm:presLayoutVars>
      </dgm:prSet>
      <dgm:spPr/>
    </dgm:pt>
    <dgm:pt modelId="{BA45CA7E-86E0-4862-AEEE-B5D2968E128F}" type="pres">
      <dgm:prSet presAssocID="{E28E6210-8827-4CCF-9A32-2BD7D82F441B}" presName="sibTrans" presStyleLbl="sibTrans2D1" presStyleIdx="3" presStyleCnt="4"/>
      <dgm:spPr/>
    </dgm:pt>
    <dgm:pt modelId="{C78E6FBF-4957-4C83-AEBE-8E80FFC1D5E0}" type="pres">
      <dgm:prSet presAssocID="{E28E6210-8827-4CCF-9A32-2BD7D82F441B}" presName="connectorText" presStyleLbl="sibTrans2D1" presStyleIdx="3" presStyleCnt="4"/>
      <dgm:spPr/>
    </dgm:pt>
    <dgm:pt modelId="{C7861961-B51E-4399-963B-6D7CD3214314}" type="pres">
      <dgm:prSet presAssocID="{07515F6A-BF07-4D04-A27F-AD58EB2A9445}" presName="node" presStyleLbl="node1" presStyleIdx="4" presStyleCnt="5" custScaleX="148104">
        <dgm:presLayoutVars>
          <dgm:bulletEnabled val="1"/>
        </dgm:presLayoutVars>
      </dgm:prSet>
      <dgm:spPr/>
    </dgm:pt>
  </dgm:ptLst>
  <dgm:cxnLst>
    <dgm:cxn modelId="{28E12910-4D01-4570-94D0-37D82CA727A6}" srcId="{64C2C8C2-2C80-49BE-BF5F-61BD418F4B47}" destId="{F75EA237-F864-420B-912A-FB97D1736BE6}" srcOrd="1" destOrd="0" parTransId="{0CB57C59-3859-480F-8199-3D6DD7AD4F17}" sibTransId="{DCABA41C-6454-4595-AB20-385BDE79DC83}"/>
    <dgm:cxn modelId="{4E44E327-CF8D-4530-9EE3-EDEB94D3F192}" type="presOf" srcId="{F073E5BF-6578-4E44-BCC9-9945D76B293F}" destId="{9096DBBE-C14D-46E7-8366-A06F3BC5C449}" srcOrd="0" destOrd="0" presId="urn:microsoft.com/office/officeart/2005/8/layout/process2"/>
    <dgm:cxn modelId="{F208A53B-5B5A-4CC0-9CDC-95931E69D471}" type="presOf" srcId="{E00DABD2-7B69-4F78-AD8A-35281AD9A8C4}" destId="{F3EE16D4-DAE9-41B6-8863-03865C342D6B}" srcOrd="0" destOrd="0" presId="urn:microsoft.com/office/officeart/2005/8/layout/process2"/>
    <dgm:cxn modelId="{C6CAAE3B-E93A-463D-86F5-321C37C1D90A}" srcId="{64C2C8C2-2C80-49BE-BF5F-61BD418F4B47}" destId="{07515F6A-BF07-4D04-A27F-AD58EB2A9445}" srcOrd="4" destOrd="0" parTransId="{C2A0A1E3-4936-4071-BA60-7D368971F013}" sibTransId="{AFD9037F-D527-4A7D-BAD3-F6F059FA4959}"/>
    <dgm:cxn modelId="{1886CD47-1F8A-48DA-ADB9-811CBD68FDE8}" type="presOf" srcId="{07515F6A-BF07-4D04-A27F-AD58EB2A9445}" destId="{C7861961-B51E-4399-963B-6D7CD3214314}" srcOrd="0" destOrd="0" presId="urn:microsoft.com/office/officeart/2005/8/layout/process2"/>
    <dgm:cxn modelId="{D117696B-6E1A-4F40-84F2-40A6F766E75E}" srcId="{64C2C8C2-2C80-49BE-BF5F-61BD418F4B47}" destId="{E00DABD2-7B69-4F78-AD8A-35281AD9A8C4}" srcOrd="2" destOrd="0" parTransId="{1530C20D-9404-4563-A8FD-6C40E95D7498}" sibTransId="{F073E5BF-6578-4E44-BCC9-9945D76B293F}"/>
    <dgm:cxn modelId="{AEDC7D4D-196B-414D-8CAB-12111C5F1608}" type="presOf" srcId="{0FA4A2F9-1E87-4D52-B588-6E93E3C16D14}" destId="{93D61C67-68FA-4C82-A086-3A4AC6875A14}" srcOrd="0" destOrd="0" presId="urn:microsoft.com/office/officeart/2005/8/layout/process2"/>
    <dgm:cxn modelId="{B88AF96D-66A1-4EF3-A686-720D84C840F4}" srcId="{64C2C8C2-2C80-49BE-BF5F-61BD418F4B47}" destId="{C1EEEAD4-51E6-4297-A75F-D1B380ED0656}" srcOrd="0" destOrd="0" parTransId="{0613B903-42A0-4A72-9831-4E04435F624D}" sibTransId="{486F77C6-07F6-4797-9633-968952D66832}"/>
    <dgm:cxn modelId="{553BEA4F-5848-4816-8604-E07CD781B2B5}" type="presOf" srcId="{F073E5BF-6578-4E44-BCC9-9945D76B293F}" destId="{6965BE85-1DEA-445C-AE62-B2A02DE199DD}" srcOrd="1" destOrd="0" presId="urn:microsoft.com/office/officeart/2005/8/layout/process2"/>
    <dgm:cxn modelId="{8276BE57-231E-4755-BFE4-8DFADC3931A7}" type="presOf" srcId="{E28E6210-8827-4CCF-9A32-2BD7D82F441B}" destId="{C78E6FBF-4957-4C83-AEBE-8E80FFC1D5E0}" srcOrd="1" destOrd="0" presId="urn:microsoft.com/office/officeart/2005/8/layout/process2"/>
    <dgm:cxn modelId="{D7EE157B-CA14-4DD3-96BC-E3C01411835E}" type="presOf" srcId="{64C2C8C2-2C80-49BE-BF5F-61BD418F4B47}" destId="{B3CD8099-680A-436A-BC1E-4C2F86A3D4E5}" srcOrd="0" destOrd="0" presId="urn:microsoft.com/office/officeart/2005/8/layout/process2"/>
    <dgm:cxn modelId="{52AA4387-ED8F-4481-B4B5-052E2FCCC290}" type="presOf" srcId="{E28E6210-8827-4CCF-9A32-2BD7D82F441B}" destId="{BA45CA7E-86E0-4862-AEEE-B5D2968E128F}" srcOrd="0" destOrd="0" presId="urn:microsoft.com/office/officeart/2005/8/layout/process2"/>
    <dgm:cxn modelId="{1E288991-59BD-46AD-915C-39054024BFE2}" type="presOf" srcId="{DCABA41C-6454-4595-AB20-385BDE79DC83}" destId="{01FAC918-6F37-40EB-ACA8-F25315032EC2}" srcOrd="1" destOrd="0" presId="urn:microsoft.com/office/officeart/2005/8/layout/process2"/>
    <dgm:cxn modelId="{B92A1A92-72A1-4DAC-A4D9-4C27AF6880B7}" type="presOf" srcId="{F75EA237-F864-420B-912A-FB97D1736BE6}" destId="{35DB9096-BEE7-47E6-9B85-8F26A331DC10}" srcOrd="0" destOrd="0" presId="urn:microsoft.com/office/officeart/2005/8/layout/process2"/>
    <dgm:cxn modelId="{177BE4AB-F217-4648-A85B-435FD0F427F8}" type="presOf" srcId="{486F77C6-07F6-4797-9633-968952D66832}" destId="{94971CE0-B282-4D63-B565-957F97661674}" srcOrd="1" destOrd="0" presId="urn:microsoft.com/office/officeart/2005/8/layout/process2"/>
    <dgm:cxn modelId="{F56BE9BE-3E7D-4893-9A32-48CD71C6D317}" type="presOf" srcId="{486F77C6-07F6-4797-9633-968952D66832}" destId="{B54DF70A-9445-4768-AA20-AA1DD24737D8}" srcOrd="0" destOrd="0" presId="urn:microsoft.com/office/officeart/2005/8/layout/process2"/>
    <dgm:cxn modelId="{BB7A9CD4-7E70-4628-A88B-A2E947FF4367}" srcId="{64C2C8C2-2C80-49BE-BF5F-61BD418F4B47}" destId="{0FA4A2F9-1E87-4D52-B588-6E93E3C16D14}" srcOrd="3" destOrd="0" parTransId="{C1FA0B1F-074F-489E-ABD4-CF5C4AF0DEAC}" sibTransId="{E28E6210-8827-4CCF-9A32-2BD7D82F441B}"/>
    <dgm:cxn modelId="{053CC5E6-B5FE-49DF-BAA2-B2F15641FB95}" type="presOf" srcId="{DCABA41C-6454-4595-AB20-385BDE79DC83}" destId="{5F969FB2-2A2F-470E-ABC6-EEE462394548}" srcOrd="0" destOrd="0" presId="urn:microsoft.com/office/officeart/2005/8/layout/process2"/>
    <dgm:cxn modelId="{FAD780FD-681A-4DE8-B12F-B02D849048FE}" type="presOf" srcId="{C1EEEAD4-51E6-4297-A75F-D1B380ED0656}" destId="{E5A3A1A5-5BEB-4605-AA39-AE8FD6914031}" srcOrd="0" destOrd="0" presId="urn:microsoft.com/office/officeart/2005/8/layout/process2"/>
    <dgm:cxn modelId="{BB5B3C03-A329-45F1-AACA-4158A6501442}" type="presParOf" srcId="{B3CD8099-680A-436A-BC1E-4C2F86A3D4E5}" destId="{E5A3A1A5-5BEB-4605-AA39-AE8FD6914031}" srcOrd="0" destOrd="0" presId="urn:microsoft.com/office/officeart/2005/8/layout/process2"/>
    <dgm:cxn modelId="{2EB0D64F-756A-434C-82C7-DF1418AB678A}" type="presParOf" srcId="{B3CD8099-680A-436A-BC1E-4C2F86A3D4E5}" destId="{B54DF70A-9445-4768-AA20-AA1DD24737D8}" srcOrd="1" destOrd="0" presId="urn:microsoft.com/office/officeart/2005/8/layout/process2"/>
    <dgm:cxn modelId="{E2463AE7-6651-44BE-8920-6A0EC655610D}" type="presParOf" srcId="{B54DF70A-9445-4768-AA20-AA1DD24737D8}" destId="{94971CE0-B282-4D63-B565-957F97661674}" srcOrd="0" destOrd="0" presId="urn:microsoft.com/office/officeart/2005/8/layout/process2"/>
    <dgm:cxn modelId="{FA955843-CD09-4743-B746-998E2C198528}" type="presParOf" srcId="{B3CD8099-680A-436A-BC1E-4C2F86A3D4E5}" destId="{35DB9096-BEE7-47E6-9B85-8F26A331DC10}" srcOrd="2" destOrd="0" presId="urn:microsoft.com/office/officeart/2005/8/layout/process2"/>
    <dgm:cxn modelId="{07848966-6045-42A8-A1DA-27430E4C76D3}" type="presParOf" srcId="{B3CD8099-680A-436A-BC1E-4C2F86A3D4E5}" destId="{5F969FB2-2A2F-470E-ABC6-EEE462394548}" srcOrd="3" destOrd="0" presId="urn:microsoft.com/office/officeart/2005/8/layout/process2"/>
    <dgm:cxn modelId="{ABAAF641-CCB9-4F08-97F0-DC9419CA8B50}" type="presParOf" srcId="{5F969FB2-2A2F-470E-ABC6-EEE462394548}" destId="{01FAC918-6F37-40EB-ACA8-F25315032EC2}" srcOrd="0" destOrd="0" presId="urn:microsoft.com/office/officeart/2005/8/layout/process2"/>
    <dgm:cxn modelId="{766F9875-B559-4981-AFFB-F8A2A05D3492}" type="presParOf" srcId="{B3CD8099-680A-436A-BC1E-4C2F86A3D4E5}" destId="{F3EE16D4-DAE9-41B6-8863-03865C342D6B}" srcOrd="4" destOrd="0" presId="urn:microsoft.com/office/officeart/2005/8/layout/process2"/>
    <dgm:cxn modelId="{2D5F5FFD-BA54-4BC2-A8FF-2D03E2A39950}" type="presParOf" srcId="{B3CD8099-680A-436A-BC1E-4C2F86A3D4E5}" destId="{9096DBBE-C14D-46E7-8366-A06F3BC5C449}" srcOrd="5" destOrd="0" presId="urn:microsoft.com/office/officeart/2005/8/layout/process2"/>
    <dgm:cxn modelId="{02CCE545-DBAD-4816-882D-411D996791C4}" type="presParOf" srcId="{9096DBBE-C14D-46E7-8366-A06F3BC5C449}" destId="{6965BE85-1DEA-445C-AE62-B2A02DE199DD}" srcOrd="0" destOrd="0" presId="urn:microsoft.com/office/officeart/2005/8/layout/process2"/>
    <dgm:cxn modelId="{CB7F2A0E-186B-4E02-BB43-613E05CE19C3}" type="presParOf" srcId="{B3CD8099-680A-436A-BC1E-4C2F86A3D4E5}" destId="{93D61C67-68FA-4C82-A086-3A4AC6875A14}" srcOrd="6" destOrd="0" presId="urn:microsoft.com/office/officeart/2005/8/layout/process2"/>
    <dgm:cxn modelId="{6EB13644-930A-492C-83F7-07F340A65E03}" type="presParOf" srcId="{B3CD8099-680A-436A-BC1E-4C2F86A3D4E5}" destId="{BA45CA7E-86E0-4862-AEEE-B5D2968E128F}" srcOrd="7" destOrd="0" presId="urn:microsoft.com/office/officeart/2005/8/layout/process2"/>
    <dgm:cxn modelId="{4B0BD572-9FAE-48A5-B37B-CF1FC110D6E9}" type="presParOf" srcId="{BA45CA7E-86E0-4862-AEEE-B5D2968E128F}" destId="{C78E6FBF-4957-4C83-AEBE-8E80FFC1D5E0}" srcOrd="0" destOrd="0" presId="urn:microsoft.com/office/officeart/2005/8/layout/process2"/>
    <dgm:cxn modelId="{365BD927-9A00-4C25-B0B5-59DE87345325}" type="presParOf" srcId="{B3CD8099-680A-436A-BC1E-4C2F86A3D4E5}" destId="{C7861961-B51E-4399-963B-6D7CD3214314}" srcOrd="8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A8B07741-BF50-48BF-B924-DFFD13A7661D}" type="doc">
      <dgm:prSet loTypeId="urn:microsoft.com/office/officeart/2005/8/layout/hierarchy2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pt-BR"/>
        </a:p>
      </dgm:t>
    </dgm:pt>
    <dgm:pt modelId="{B2961E5F-2553-4F26-809B-410BA05B113E}">
      <dgm:prSet phldrT="[Texto]" custT="1"/>
      <dgm:spPr/>
      <dgm:t>
        <a:bodyPr/>
        <a:lstStyle/>
        <a:p>
          <a:r>
            <a:rPr lang="pt-BR" sz="2400" dirty="0">
              <a:latin typeface="Aptos" panose="020B0004020202020204" pitchFamily="34" charset="0"/>
            </a:rPr>
            <a:t>Amostra</a:t>
          </a:r>
        </a:p>
      </dgm:t>
    </dgm:pt>
    <dgm:pt modelId="{DDA64FA2-AD54-4F1D-966D-40201F258067}" type="parTrans" cxnId="{90C7F68A-33D6-4A83-AE1A-247617A91991}">
      <dgm:prSet/>
      <dgm:spPr/>
      <dgm:t>
        <a:bodyPr/>
        <a:lstStyle/>
        <a:p>
          <a:endParaRPr lang="pt-BR" sz="2400">
            <a:latin typeface="Aptos" panose="020B0004020202020204" pitchFamily="34" charset="0"/>
          </a:endParaRPr>
        </a:p>
      </dgm:t>
    </dgm:pt>
    <dgm:pt modelId="{A716E017-DF66-4A82-A42E-72B5AD020B9C}" type="sibTrans" cxnId="{90C7F68A-33D6-4A83-AE1A-247617A91991}">
      <dgm:prSet/>
      <dgm:spPr/>
      <dgm:t>
        <a:bodyPr/>
        <a:lstStyle/>
        <a:p>
          <a:endParaRPr lang="pt-BR" sz="2400">
            <a:latin typeface="Aptos" panose="020B0004020202020204" pitchFamily="34" charset="0"/>
          </a:endParaRPr>
        </a:p>
      </dgm:t>
    </dgm:pt>
    <dgm:pt modelId="{471BEE97-113F-4092-891F-56E46135E38E}">
      <dgm:prSet phldrT="[Texto]" custT="1"/>
      <dgm:spPr/>
      <dgm:t>
        <a:bodyPr/>
        <a:lstStyle/>
        <a:p>
          <a:r>
            <a:rPr lang="pt-BR" sz="2400" dirty="0">
              <a:latin typeface="Aptos" panose="020B0004020202020204" pitchFamily="34" charset="0"/>
            </a:rPr>
            <a:t>Via úmida</a:t>
          </a:r>
        </a:p>
      </dgm:t>
    </dgm:pt>
    <dgm:pt modelId="{C7CE4D0B-8CFB-4110-A253-8E51A726E092}" type="parTrans" cxnId="{084D1927-E1F6-4749-A807-8EDF3B544D25}">
      <dgm:prSet custT="1"/>
      <dgm:spPr/>
      <dgm:t>
        <a:bodyPr/>
        <a:lstStyle/>
        <a:p>
          <a:endParaRPr lang="pt-BR" sz="2400">
            <a:latin typeface="Aptos" panose="020B0004020202020204" pitchFamily="34" charset="0"/>
          </a:endParaRPr>
        </a:p>
      </dgm:t>
    </dgm:pt>
    <dgm:pt modelId="{5044D0F4-EC32-4B13-A0B2-F4684E52BA96}" type="sibTrans" cxnId="{084D1927-E1F6-4749-A807-8EDF3B544D25}">
      <dgm:prSet/>
      <dgm:spPr/>
      <dgm:t>
        <a:bodyPr/>
        <a:lstStyle/>
        <a:p>
          <a:endParaRPr lang="pt-BR" sz="2400">
            <a:latin typeface="Aptos" panose="020B0004020202020204" pitchFamily="34" charset="0"/>
          </a:endParaRPr>
        </a:p>
      </dgm:t>
    </dgm:pt>
    <dgm:pt modelId="{574D7DB5-4AB6-4927-A510-1ABCBA8A7B75}">
      <dgm:prSet phldrT="[Texto]" custT="1"/>
      <dgm:spPr/>
      <dgm:t>
        <a:bodyPr/>
        <a:lstStyle/>
        <a:p>
          <a:r>
            <a:rPr lang="pt-BR" sz="2400" dirty="0">
              <a:latin typeface="Aptos" panose="020B0004020202020204" pitchFamily="34" charset="0"/>
            </a:rPr>
            <a:t>Via seca</a:t>
          </a:r>
        </a:p>
      </dgm:t>
    </dgm:pt>
    <dgm:pt modelId="{FBD5F46E-E6A6-4D6A-9DA8-1888557EDC24}" type="parTrans" cxnId="{08365CA2-1A12-4310-AF41-9F2A593F70C0}">
      <dgm:prSet custT="1"/>
      <dgm:spPr/>
      <dgm:t>
        <a:bodyPr/>
        <a:lstStyle/>
        <a:p>
          <a:endParaRPr lang="pt-BR" sz="2400">
            <a:latin typeface="Aptos" panose="020B0004020202020204" pitchFamily="34" charset="0"/>
          </a:endParaRPr>
        </a:p>
      </dgm:t>
    </dgm:pt>
    <dgm:pt modelId="{B5C34871-83C7-4F47-93BA-EEEE6EAB2C89}" type="sibTrans" cxnId="{08365CA2-1A12-4310-AF41-9F2A593F70C0}">
      <dgm:prSet/>
      <dgm:spPr/>
      <dgm:t>
        <a:bodyPr/>
        <a:lstStyle/>
        <a:p>
          <a:endParaRPr lang="pt-BR" sz="2400">
            <a:latin typeface="Aptos" panose="020B0004020202020204" pitchFamily="34" charset="0"/>
          </a:endParaRPr>
        </a:p>
      </dgm:t>
    </dgm:pt>
    <dgm:pt modelId="{1C4D3971-088A-4C69-BF69-D465B0E595E7}">
      <dgm:prSet phldrT="[Texto]" custT="1"/>
      <dgm:spPr/>
      <dgm:t>
        <a:bodyPr/>
        <a:lstStyle/>
        <a:p>
          <a:r>
            <a:rPr lang="pt-BR" sz="2400" dirty="0">
              <a:latin typeface="Aptos" panose="020B0004020202020204" pitchFamily="34" charset="0"/>
            </a:rPr>
            <a:t>Sem aquecimento</a:t>
          </a:r>
        </a:p>
      </dgm:t>
    </dgm:pt>
    <dgm:pt modelId="{48173CC6-5256-463B-A726-EDF89E88A0C6}" type="parTrans" cxnId="{0FDFDBA7-6802-4CDE-86AB-934A101E7642}">
      <dgm:prSet custT="1"/>
      <dgm:spPr/>
      <dgm:t>
        <a:bodyPr/>
        <a:lstStyle/>
        <a:p>
          <a:endParaRPr lang="pt-BR" sz="2400">
            <a:latin typeface="Aptos" panose="020B0004020202020204" pitchFamily="34" charset="0"/>
          </a:endParaRPr>
        </a:p>
      </dgm:t>
    </dgm:pt>
    <dgm:pt modelId="{C52A5785-BA82-400B-97D5-BA20FF90642B}" type="sibTrans" cxnId="{0FDFDBA7-6802-4CDE-86AB-934A101E7642}">
      <dgm:prSet/>
      <dgm:spPr/>
      <dgm:t>
        <a:bodyPr/>
        <a:lstStyle/>
        <a:p>
          <a:endParaRPr lang="pt-BR" sz="2400">
            <a:latin typeface="Aptos" panose="020B0004020202020204" pitchFamily="34" charset="0"/>
          </a:endParaRPr>
        </a:p>
      </dgm:t>
    </dgm:pt>
    <dgm:pt modelId="{34E9F2D5-FDD3-410D-891E-3D55CC8D2AE2}">
      <dgm:prSet phldrT="[Texto]" custT="1"/>
      <dgm:spPr/>
      <dgm:t>
        <a:bodyPr/>
        <a:lstStyle/>
        <a:p>
          <a:r>
            <a:rPr lang="pt-BR" sz="2400" dirty="0">
              <a:latin typeface="Aptos" panose="020B0004020202020204" pitchFamily="34" charset="0"/>
            </a:rPr>
            <a:t>Com aquecimento</a:t>
          </a:r>
        </a:p>
      </dgm:t>
    </dgm:pt>
    <dgm:pt modelId="{D7A46301-F389-4970-BD95-461BCAD6ABFE}" type="parTrans" cxnId="{05AFE7AA-B1C4-4768-B1D9-282DB8B47C21}">
      <dgm:prSet custT="1"/>
      <dgm:spPr/>
      <dgm:t>
        <a:bodyPr/>
        <a:lstStyle/>
        <a:p>
          <a:endParaRPr lang="pt-BR" sz="2400">
            <a:latin typeface="Aptos" panose="020B0004020202020204" pitchFamily="34" charset="0"/>
          </a:endParaRPr>
        </a:p>
      </dgm:t>
    </dgm:pt>
    <dgm:pt modelId="{A9E0028D-AD17-4DD6-BFCE-050FA3D99360}" type="sibTrans" cxnId="{05AFE7AA-B1C4-4768-B1D9-282DB8B47C21}">
      <dgm:prSet/>
      <dgm:spPr/>
      <dgm:t>
        <a:bodyPr/>
        <a:lstStyle/>
        <a:p>
          <a:endParaRPr lang="pt-BR" sz="2400">
            <a:latin typeface="Aptos" panose="020B0004020202020204" pitchFamily="34" charset="0"/>
          </a:endParaRPr>
        </a:p>
      </dgm:t>
    </dgm:pt>
    <dgm:pt modelId="{3DC2F46B-7426-4C5B-A5D2-8579C0595AFD}">
      <dgm:prSet phldrT="[Texto]" custT="1"/>
      <dgm:spPr/>
      <dgm:t>
        <a:bodyPr/>
        <a:lstStyle/>
        <a:p>
          <a:r>
            <a:rPr lang="pt-BR" sz="2400" dirty="0">
              <a:latin typeface="Aptos" panose="020B0004020202020204" pitchFamily="34" charset="0"/>
            </a:rPr>
            <a:t>Convencional</a:t>
          </a:r>
        </a:p>
      </dgm:t>
    </dgm:pt>
    <dgm:pt modelId="{A06E4AE2-DC96-4700-9138-4B7F1AA93E03}" type="parTrans" cxnId="{7BFDDA7C-ABFD-47AA-B058-DF1FB12DC6B0}">
      <dgm:prSet custT="1"/>
      <dgm:spPr/>
      <dgm:t>
        <a:bodyPr/>
        <a:lstStyle/>
        <a:p>
          <a:endParaRPr lang="pt-BR" sz="2400">
            <a:latin typeface="Aptos" panose="020B0004020202020204" pitchFamily="34" charset="0"/>
          </a:endParaRPr>
        </a:p>
      </dgm:t>
    </dgm:pt>
    <dgm:pt modelId="{834E47D0-A37A-4962-80CE-419FCC0F83D4}" type="sibTrans" cxnId="{7BFDDA7C-ABFD-47AA-B058-DF1FB12DC6B0}">
      <dgm:prSet/>
      <dgm:spPr/>
      <dgm:t>
        <a:bodyPr/>
        <a:lstStyle/>
        <a:p>
          <a:endParaRPr lang="pt-BR" sz="2400">
            <a:latin typeface="Aptos" panose="020B0004020202020204" pitchFamily="34" charset="0"/>
          </a:endParaRPr>
        </a:p>
      </dgm:t>
    </dgm:pt>
    <dgm:pt modelId="{16154995-76FD-4A51-915F-B88ABFC19C6F}">
      <dgm:prSet phldrT="[Texto]" custT="1"/>
      <dgm:spPr/>
      <dgm:t>
        <a:bodyPr/>
        <a:lstStyle/>
        <a:p>
          <a:r>
            <a:rPr lang="pt-BR" sz="2400" dirty="0" err="1">
              <a:latin typeface="Aptos" panose="020B0004020202020204" pitchFamily="34" charset="0"/>
            </a:rPr>
            <a:t>Microondas</a:t>
          </a:r>
          <a:endParaRPr lang="pt-BR" sz="2400" dirty="0">
            <a:latin typeface="Aptos" panose="020B0004020202020204" pitchFamily="34" charset="0"/>
          </a:endParaRPr>
        </a:p>
      </dgm:t>
    </dgm:pt>
    <dgm:pt modelId="{6560AF4B-2CE1-4CD0-A9C0-F5A4445CEB85}" type="parTrans" cxnId="{B658C88D-B9D1-49E7-A34C-366D4C2E214C}">
      <dgm:prSet custT="1"/>
      <dgm:spPr/>
      <dgm:t>
        <a:bodyPr/>
        <a:lstStyle/>
        <a:p>
          <a:endParaRPr lang="pt-BR" sz="2400">
            <a:latin typeface="Aptos" panose="020B0004020202020204" pitchFamily="34" charset="0"/>
          </a:endParaRPr>
        </a:p>
      </dgm:t>
    </dgm:pt>
    <dgm:pt modelId="{0B7FEB7E-C4DD-4D9B-B0BD-02B568B51EC0}" type="sibTrans" cxnId="{B658C88D-B9D1-49E7-A34C-366D4C2E214C}">
      <dgm:prSet/>
      <dgm:spPr/>
      <dgm:t>
        <a:bodyPr/>
        <a:lstStyle/>
        <a:p>
          <a:endParaRPr lang="pt-BR" sz="2400">
            <a:latin typeface="Aptos" panose="020B0004020202020204" pitchFamily="34" charset="0"/>
          </a:endParaRPr>
        </a:p>
      </dgm:t>
    </dgm:pt>
    <dgm:pt modelId="{3104578C-6DD3-48F7-9D7E-6E205E3B9660}">
      <dgm:prSet phldrT="[Texto]" custT="1"/>
      <dgm:spPr/>
      <dgm:t>
        <a:bodyPr/>
        <a:lstStyle/>
        <a:p>
          <a:r>
            <a:rPr lang="pt-BR" sz="2400" dirty="0">
              <a:latin typeface="Aptos" panose="020B0004020202020204" pitchFamily="34" charset="0"/>
            </a:rPr>
            <a:t>Fusão alcalina</a:t>
          </a:r>
        </a:p>
      </dgm:t>
    </dgm:pt>
    <dgm:pt modelId="{FCC91003-9EE1-4CAE-82BC-4D459354A3D5}" type="parTrans" cxnId="{DE160E76-38F1-4FF2-BF64-65D1F22A9723}">
      <dgm:prSet custT="1"/>
      <dgm:spPr/>
      <dgm:t>
        <a:bodyPr/>
        <a:lstStyle/>
        <a:p>
          <a:endParaRPr lang="pt-BR" sz="2400">
            <a:latin typeface="Aptos" panose="020B0004020202020204" pitchFamily="34" charset="0"/>
          </a:endParaRPr>
        </a:p>
      </dgm:t>
    </dgm:pt>
    <dgm:pt modelId="{6AD0F36E-FA3A-465F-AA5A-62A734720F7E}" type="sibTrans" cxnId="{DE160E76-38F1-4FF2-BF64-65D1F22A9723}">
      <dgm:prSet/>
      <dgm:spPr/>
      <dgm:t>
        <a:bodyPr/>
        <a:lstStyle/>
        <a:p>
          <a:endParaRPr lang="pt-BR" sz="2400">
            <a:latin typeface="Aptos" panose="020B0004020202020204" pitchFamily="34" charset="0"/>
          </a:endParaRPr>
        </a:p>
      </dgm:t>
    </dgm:pt>
    <dgm:pt modelId="{06B56B5C-7C8D-460C-A05F-DC0A8E530D08}">
      <dgm:prSet phldrT="[Texto]" custT="1"/>
      <dgm:spPr/>
      <dgm:t>
        <a:bodyPr/>
        <a:lstStyle/>
        <a:p>
          <a:r>
            <a:rPr lang="pt-BR" sz="2400" dirty="0">
              <a:latin typeface="Aptos" panose="020B0004020202020204" pitchFamily="34" charset="0"/>
            </a:rPr>
            <a:t>Combustão</a:t>
          </a:r>
        </a:p>
      </dgm:t>
    </dgm:pt>
    <dgm:pt modelId="{923A68E4-63E9-432B-8666-8BF2D0A85703}" type="parTrans" cxnId="{76DC22E4-7BDB-4FE8-A197-3C3D65AC0AAC}">
      <dgm:prSet custT="1"/>
      <dgm:spPr/>
      <dgm:t>
        <a:bodyPr/>
        <a:lstStyle/>
        <a:p>
          <a:endParaRPr lang="pt-BR" sz="2400">
            <a:latin typeface="Aptos" panose="020B0004020202020204" pitchFamily="34" charset="0"/>
          </a:endParaRPr>
        </a:p>
      </dgm:t>
    </dgm:pt>
    <dgm:pt modelId="{5842E688-B98B-47D5-B29D-9A4114EDDF89}" type="sibTrans" cxnId="{76DC22E4-7BDB-4FE8-A197-3C3D65AC0AAC}">
      <dgm:prSet/>
      <dgm:spPr/>
      <dgm:t>
        <a:bodyPr/>
        <a:lstStyle/>
        <a:p>
          <a:endParaRPr lang="pt-BR" sz="2400">
            <a:latin typeface="Aptos" panose="020B0004020202020204" pitchFamily="34" charset="0"/>
          </a:endParaRPr>
        </a:p>
      </dgm:t>
    </dgm:pt>
    <dgm:pt modelId="{F0076DFE-9029-44C7-9933-64D8C439B858}" type="pres">
      <dgm:prSet presAssocID="{A8B07741-BF50-48BF-B924-DFFD13A7661D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B5BC5C4F-F2FE-4161-8812-CA42D9207F8C}" type="pres">
      <dgm:prSet presAssocID="{B2961E5F-2553-4F26-809B-410BA05B113E}" presName="root1" presStyleCnt="0"/>
      <dgm:spPr/>
    </dgm:pt>
    <dgm:pt modelId="{3D959973-9D9F-4D3B-92C9-8FA9AC479B9C}" type="pres">
      <dgm:prSet presAssocID="{B2961E5F-2553-4F26-809B-410BA05B113E}" presName="LevelOneTextNode" presStyleLbl="node0" presStyleIdx="0" presStyleCnt="1">
        <dgm:presLayoutVars>
          <dgm:chPref val="3"/>
        </dgm:presLayoutVars>
      </dgm:prSet>
      <dgm:spPr/>
    </dgm:pt>
    <dgm:pt modelId="{F953C6B2-67A7-4576-AA72-CD73B4E80C5A}" type="pres">
      <dgm:prSet presAssocID="{B2961E5F-2553-4F26-809B-410BA05B113E}" presName="level2hierChild" presStyleCnt="0"/>
      <dgm:spPr/>
    </dgm:pt>
    <dgm:pt modelId="{A9F35BC7-3FCD-466D-9267-73D16053A050}" type="pres">
      <dgm:prSet presAssocID="{C7CE4D0B-8CFB-4110-A253-8E51A726E092}" presName="conn2-1" presStyleLbl="parChTrans1D2" presStyleIdx="0" presStyleCnt="2"/>
      <dgm:spPr/>
    </dgm:pt>
    <dgm:pt modelId="{9E777D7D-3E64-465F-8BC2-BEB57A073DC5}" type="pres">
      <dgm:prSet presAssocID="{C7CE4D0B-8CFB-4110-A253-8E51A726E092}" presName="connTx" presStyleLbl="parChTrans1D2" presStyleIdx="0" presStyleCnt="2"/>
      <dgm:spPr/>
    </dgm:pt>
    <dgm:pt modelId="{59F7775A-81CE-4E6B-B90A-BB4E84CB4268}" type="pres">
      <dgm:prSet presAssocID="{471BEE97-113F-4092-891F-56E46135E38E}" presName="root2" presStyleCnt="0"/>
      <dgm:spPr/>
    </dgm:pt>
    <dgm:pt modelId="{73B0A2DC-7518-4B6C-8F51-2CA6DA7BB983}" type="pres">
      <dgm:prSet presAssocID="{471BEE97-113F-4092-891F-56E46135E38E}" presName="LevelTwoTextNode" presStyleLbl="node2" presStyleIdx="0" presStyleCnt="2">
        <dgm:presLayoutVars>
          <dgm:chPref val="3"/>
        </dgm:presLayoutVars>
      </dgm:prSet>
      <dgm:spPr/>
    </dgm:pt>
    <dgm:pt modelId="{43333BA6-123D-4739-81D9-6F9F488462F0}" type="pres">
      <dgm:prSet presAssocID="{471BEE97-113F-4092-891F-56E46135E38E}" presName="level3hierChild" presStyleCnt="0"/>
      <dgm:spPr/>
    </dgm:pt>
    <dgm:pt modelId="{52465AB1-FAB2-4393-B972-E2480B443A99}" type="pres">
      <dgm:prSet presAssocID="{D7A46301-F389-4970-BD95-461BCAD6ABFE}" presName="conn2-1" presStyleLbl="parChTrans1D3" presStyleIdx="0" presStyleCnt="4"/>
      <dgm:spPr/>
    </dgm:pt>
    <dgm:pt modelId="{E4A80919-D245-45C0-9435-D652748C770F}" type="pres">
      <dgm:prSet presAssocID="{D7A46301-F389-4970-BD95-461BCAD6ABFE}" presName="connTx" presStyleLbl="parChTrans1D3" presStyleIdx="0" presStyleCnt="4"/>
      <dgm:spPr/>
    </dgm:pt>
    <dgm:pt modelId="{9B7A59B7-1B0D-49CF-97A2-BA3DC066AB89}" type="pres">
      <dgm:prSet presAssocID="{34E9F2D5-FDD3-410D-891E-3D55CC8D2AE2}" presName="root2" presStyleCnt="0"/>
      <dgm:spPr/>
    </dgm:pt>
    <dgm:pt modelId="{2E2FA06B-3B77-4A10-9DB3-3F27BD7C2B71}" type="pres">
      <dgm:prSet presAssocID="{34E9F2D5-FDD3-410D-891E-3D55CC8D2AE2}" presName="LevelTwoTextNode" presStyleLbl="node3" presStyleIdx="0" presStyleCnt="4">
        <dgm:presLayoutVars>
          <dgm:chPref val="3"/>
        </dgm:presLayoutVars>
      </dgm:prSet>
      <dgm:spPr/>
    </dgm:pt>
    <dgm:pt modelId="{5C089866-A1CA-443A-8EF4-46B0E2E0589E}" type="pres">
      <dgm:prSet presAssocID="{34E9F2D5-FDD3-410D-891E-3D55CC8D2AE2}" presName="level3hierChild" presStyleCnt="0"/>
      <dgm:spPr/>
    </dgm:pt>
    <dgm:pt modelId="{599AAE4D-6199-4D46-A9FE-9E5FC8153135}" type="pres">
      <dgm:prSet presAssocID="{A06E4AE2-DC96-4700-9138-4B7F1AA93E03}" presName="conn2-1" presStyleLbl="parChTrans1D4" presStyleIdx="0" presStyleCnt="2"/>
      <dgm:spPr/>
    </dgm:pt>
    <dgm:pt modelId="{8E3A37D3-7E7F-4AF3-9CEE-45586923BCF8}" type="pres">
      <dgm:prSet presAssocID="{A06E4AE2-DC96-4700-9138-4B7F1AA93E03}" presName="connTx" presStyleLbl="parChTrans1D4" presStyleIdx="0" presStyleCnt="2"/>
      <dgm:spPr/>
    </dgm:pt>
    <dgm:pt modelId="{48DFD560-71D5-49A7-9CD9-4F61F11CDB79}" type="pres">
      <dgm:prSet presAssocID="{3DC2F46B-7426-4C5B-A5D2-8579C0595AFD}" presName="root2" presStyleCnt="0"/>
      <dgm:spPr/>
    </dgm:pt>
    <dgm:pt modelId="{6CCC27DF-41F0-4BBB-A680-3DF6B3DD51DC}" type="pres">
      <dgm:prSet presAssocID="{3DC2F46B-7426-4C5B-A5D2-8579C0595AFD}" presName="LevelTwoTextNode" presStyleLbl="node4" presStyleIdx="0" presStyleCnt="2">
        <dgm:presLayoutVars>
          <dgm:chPref val="3"/>
        </dgm:presLayoutVars>
      </dgm:prSet>
      <dgm:spPr/>
    </dgm:pt>
    <dgm:pt modelId="{A6183C12-1294-49BF-82E5-E36433363DCD}" type="pres">
      <dgm:prSet presAssocID="{3DC2F46B-7426-4C5B-A5D2-8579C0595AFD}" presName="level3hierChild" presStyleCnt="0"/>
      <dgm:spPr/>
    </dgm:pt>
    <dgm:pt modelId="{AF0441A0-7D34-44DD-9073-4A8927CDBD7D}" type="pres">
      <dgm:prSet presAssocID="{6560AF4B-2CE1-4CD0-A9C0-F5A4445CEB85}" presName="conn2-1" presStyleLbl="parChTrans1D4" presStyleIdx="1" presStyleCnt="2"/>
      <dgm:spPr/>
    </dgm:pt>
    <dgm:pt modelId="{6CED2AD1-8411-47F1-9F9F-4638AB07FBEC}" type="pres">
      <dgm:prSet presAssocID="{6560AF4B-2CE1-4CD0-A9C0-F5A4445CEB85}" presName="connTx" presStyleLbl="parChTrans1D4" presStyleIdx="1" presStyleCnt="2"/>
      <dgm:spPr/>
    </dgm:pt>
    <dgm:pt modelId="{155701BE-3B87-4E81-A0FF-F2204E144A49}" type="pres">
      <dgm:prSet presAssocID="{16154995-76FD-4A51-915F-B88ABFC19C6F}" presName="root2" presStyleCnt="0"/>
      <dgm:spPr/>
    </dgm:pt>
    <dgm:pt modelId="{85029771-AF7E-4135-A3CA-A1BF796DCD71}" type="pres">
      <dgm:prSet presAssocID="{16154995-76FD-4A51-915F-B88ABFC19C6F}" presName="LevelTwoTextNode" presStyleLbl="node4" presStyleIdx="1" presStyleCnt="2">
        <dgm:presLayoutVars>
          <dgm:chPref val="3"/>
        </dgm:presLayoutVars>
      </dgm:prSet>
      <dgm:spPr/>
    </dgm:pt>
    <dgm:pt modelId="{464DB9BE-0810-4D82-A7F8-807D52D2D8EA}" type="pres">
      <dgm:prSet presAssocID="{16154995-76FD-4A51-915F-B88ABFC19C6F}" presName="level3hierChild" presStyleCnt="0"/>
      <dgm:spPr/>
    </dgm:pt>
    <dgm:pt modelId="{D3246273-7717-46F9-AA3B-11B166D40864}" type="pres">
      <dgm:prSet presAssocID="{48173CC6-5256-463B-A726-EDF89E88A0C6}" presName="conn2-1" presStyleLbl="parChTrans1D3" presStyleIdx="1" presStyleCnt="4"/>
      <dgm:spPr/>
    </dgm:pt>
    <dgm:pt modelId="{F8AB2BB5-0480-44AA-AFD1-CF650807D07E}" type="pres">
      <dgm:prSet presAssocID="{48173CC6-5256-463B-A726-EDF89E88A0C6}" presName="connTx" presStyleLbl="parChTrans1D3" presStyleIdx="1" presStyleCnt="4"/>
      <dgm:spPr/>
    </dgm:pt>
    <dgm:pt modelId="{3FE780B2-15AB-4E4D-A9D9-27CAE3A761D0}" type="pres">
      <dgm:prSet presAssocID="{1C4D3971-088A-4C69-BF69-D465B0E595E7}" presName="root2" presStyleCnt="0"/>
      <dgm:spPr/>
    </dgm:pt>
    <dgm:pt modelId="{BA10D7EB-4631-4096-9056-5CE571F9FF2B}" type="pres">
      <dgm:prSet presAssocID="{1C4D3971-088A-4C69-BF69-D465B0E595E7}" presName="LevelTwoTextNode" presStyleLbl="node3" presStyleIdx="1" presStyleCnt="4">
        <dgm:presLayoutVars>
          <dgm:chPref val="3"/>
        </dgm:presLayoutVars>
      </dgm:prSet>
      <dgm:spPr/>
    </dgm:pt>
    <dgm:pt modelId="{BD507016-5A27-4FBA-A864-A19B040AF80D}" type="pres">
      <dgm:prSet presAssocID="{1C4D3971-088A-4C69-BF69-D465B0E595E7}" presName="level3hierChild" presStyleCnt="0"/>
      <dgm:spPr/>
    </dgm:pt>
    <dgm:pt modelId="{3DDB3E60-7DAE-4EAF-B015-CAD18AF84DE0}" type="pres">
      <dgm:prSet presAssocID="{FBD5F46E-E6A6-4D6A-9DA8-1888557EDC24}" presName="conn2-1" presStyleLbl="parChTrans1D2" presStyleIdx="1" presStyleCnt="2"/>
      <dgm:spPr/>
    </dgm:pt>
    <dgm:pt modelId="{841F6788-C5D3-4427-96DF-3BEDD5911FF2}" type="pres">
      <dgm:prSet presAssocID="{FBD5F46E-E6A6-4D6A-9DA8-1888557EDC24}" presName="connTx" presStyleLbl="parChTrans1D2" presStyleIdx="1" presStyleCnt="2"/>
      <dgm:spPr/>
    </dgm:pt>
    <dgm:pt modelId="{DB67159D-4D3E-4F18-803D-895C3F00C41A}" type="pres">
      <dgm:prSet presAssocID="{574D7DB5-4AB6-4927-A510-1ABCBA8A7B75}" presName="root2" presStyleCnt="0"/>
      <dgm:spPr/>
    </dgm:pt>
    <dgm:pt modelId="{0A48855B-B5D3-461A-9551-E00031427BA8}" type="pres">
      <dgm:prSet presAssocID="{574D7DB5-4AB6-4927-A510-1ABCBA8A7B75}" presName="LevelTwoTextNode" presStyleLbl="node2" presStyleIdx="1" presStyleCnt="2">
        <dgm:presLayoutVars>
          <dgm:chPref val="3"/>
        </dgm:presLayoutVars>
      </dgm:prSet>
      <dgm:spPr/>
    </dgm:pt>
    <dgm:pt modelId="{B39B83FD-1A29-4AE7-8227-3E611FCEA57D}" type="pres">
      <dgm:prSet presAssocID="{574D7DB5-4AB6-4927-A510-1ABCBA8A7B75}" presName="level3hierChild" presStyleCnt="0"/>
      <dgm:spPr/>
    </dgm:pt>
    <dgm:pt modelId="{CD8ED7AB-B4B4-45C5-80A9-E4B89A660516}" type="pres">
      <dgm:prSet presAssocID="{FCC91003-9EE1-4CAE-82BC-4D459354A3D5}" presName="conn2-1" presStyleLbl="parChTrans1D3" presStyleIdx="2" presStyleCnt="4"/>
      <dgm:spPr/>
    </dgm:pt>
    <dgm:pt modelId="{2873237E-8E37-492B-8BA2-6C8429A1FE63}" type="pres">
      <dgm:prSet presAssocID="{FCC91003-9EE1-4CAE-82BC-4D459354A3D5}" presName="connTx" presStyleLbl="parChTrans1D3" presStyleIdx="2" presStyleCnt="4"/>
      <dgm:spPr/>
    </dgm:pt>
    <dgm:pt modelId="{7F389789-74D7-4C72-88BF-898C3F508B3F}" type="pres">
      <dgm:prSet presAssocID="{3104578C-6DD3-48F7-9D7E-6E205E3B9660}" presName="root2" presStyleCnt="0"/>
      <dgm:spPr/>
    </dgm:pt>
    <dgm:pt modelId="{20D0DDC1-56FF-4387-99B1-F6B586036F6B}" type="pres">
      <dgm:prSet presAssocID="{3104578C-6DD3-48F7-9D7E-6E205E3B9660}" presName="LevelTwoTextNode" presStyleLbl="node3" presStyleIdx="2" presStyleCnt="4">
        <dgm:presLayoutVars>
          <dgm:chPref val="3"/>
        </dgm:presLayoutVars>
      </dgm:prSet>
      <dgm:spPr/>
    </dgm:pt>
    <dgm:pt modelId="{CAD5018A-9C16-4FDF-8911-5E8513A1D587}" type="pres">
      <dgm:prSet presAssocID="{3104578C-6DD3-48F7-9D7E-6E205E3B9660}" presName="level3hierChild" presStyleCnt="0"/>
      <dgm:spPr/>
    </dgm:pt>
    <dgm:pt modelId="{D9DAA3C9-CC24-49DF-A2D2-4706A27DD10A}" type="pres">
      <dgm:prSet presAssocID="{923A68E4-63E9-432B-8666-8BF2D0A85703}" presName="conn2-1" presStyleLbl="parChTrans1D3" presStyleIdx="3" presStyleCnt="4"/>
      <dgm:spPr/>
    </dgm:pt>
    <dgm:pt modelId="{4C10CCBB-0389-4254-9B70-D4CCF4A48BEA}" type="pres">
      <dgm:prSet presAssocID="{923A68E4-63E9-432B-8666-8BF2D0A85703}" presName="connTx" presStyleLbl="parChTrans1D3" presStyleIdx="3" presStyleCnt="4"/>
      <dgm:spPr/>
    </dgm:pt>
    <dgm:pt modelId="{6702717D-7CED-42AE-A795-12DB510D406F}" type="pres">
      <dgm:prSet presAssocID="{06B56B5C-7C8D-460C-A05F-DC0A8E530D08}" presName="root2" presStyleCnt="0"/>
      <dgm:spPr/>
    </dgm:pt>
    <dgm:pt modelId="{5E958A4B-111D-4A8A-8A30-5BE998A903D4}" type="pres">
      <dgm:prSet presAssocID="{06B56B5C-7C8D-460C-A05F-DC0A8E530D08}" presName="LevelTwoTextNode" presStyleLbl="node3" presStyleIdx="3" presStyleCnt="4">
        <dgm:presLayoutVars>
          <dgm:chPref val="3"/>
        </dgm:presLayoutVars>
      </dgm:prSet>
      <dgm:spPr/>
    </dgm:pt>
    <dgm:pt modelId="{3B704103-7C9A-485E-91FD-694FA4584A25}" type="pres">
      <dgm:prSet presAssocID="{06B56B5C-7C8D-460C-A05F-DC0A8E530D08}" presName="level3hierChild" presStyleCnt="0"/>
      <dgm:spPr/>
    </dgm:pt>
  </dgm:ptLst>
  <dgm:cxnLst>
    <dgm:cxn modelId="{63131100-BE11-40FC-9D05-99DD8EBABDE1}" type="presOf" srcId="{FBD5F46E-E6A6-4D6A-9DA8-1888557EDC24}" destId="{3DDB3E60-7DAE-4EAF-B015-CAD18AF84DE0}" srcOrd="0" destOrd="0" presId="urn:microsoft.com/office/officeart/2005/8/layout/hierarchy2"/>
    <dgm:cxn modelId="{98E84B08-DD06-4DAB-810E-586CD217E191}" type="presOf" srcId="{16154995-76FD-4A51-915F-B88ABFC19C6F}" destId="{85029771-AF7E-4135-A3CA-A1BF796DCD71}" srcOrd="0" destOrd="0" presId="urn:microsoft.com/office/officeart/2005/8/layout/hierarchy2"/>
    <dgm:cxn modelId="{60FABC0D-6DA2-492D-94C5-9E1B294ED3FC}" type="presOf" srcId="{574D7DB5-4AB6-4927-A510-1ABCBA8A7B75}" destId="{0A48855B-B5D3-461A-9551-E00031427BA8}" srcOrd="0" destOrd="0" presId="urn:microsoft.com/office/officeart/2005/8/layout/hierarchy2"/>
    <dgm:cxn modelId="{803C0F15-167A-4C87-8816-6939C3704188}" type="presOf" srcId="{A8B07741-BF50-48BF-B924-DFFD13A7661D}" destId="{F0076DFE-9029-44C7-9933-64D8C439B858}" srcOrd="0" destOrd="0" presId="urn:microsoft.com/office/officeart/2005/8/layout/hierarchy2"/>
    <dgm:cxn modelId="{A518D615-8835-4C10-B13D-CFAEF7C7CEDE}" type="presOf" srcId="{D7A46301-F389-4970-BD95-461BCAD6ABFE}" destId="{52465AB1-FAB2-4393-B972-E2480B443A99}" srcOrd="0" destOrd="0" presId="urn:microsoft.com/office/officeart/2005/8/layout/hierarchy2"/>
    <dgm:cxn modelId="{E916D219-A22E-4C73-8EE6-4F9F999D3FB8}" type="presOf" srcId="{C7CE4D0B-8CFB-4110-A253-8E51A726E092}" destId="{9E777D7D-3E64-465F-8BC2-BEB57A073DC5}" srcOrd="1" destOrd="0" presId="urn:microsoft.com/office/officeart/2005/8/layout/hierarchy2"/>
    <dgm:cxn modelId="{736CC91E-5945-47D0-A315-7DC0E746E7F4}" type="presOf" srcId="{1C4D3971-088A-4C69-BF69-D465B0E595E7}" destId="{BA10D7EB-4631-4096-9056-5CE571F9FF2B}" srcOrd="0" destOrd="0" presId="urn:microsoft.com/office/officeart/2005/8/layout/hierarchy2"/>
    <dgm:cxn modelId="{535CC821-043D-4A3F-9164-ABC89ABFA4A8}" type="presOf" srcId="{B2961E5F-2553-4F26-809B-410BA05B113E}" destId="{3D959973-9D9F-4D3B-92C9-8FA9AC479B9C}" srcOrd="0" destOrd="0" presId="urn:microsoft.com/office/officeart/2005/8/layout/hierarchy2"/>
    <dgm:cxn modelId="{084D1927-E1F6-4749-A807-8EDF3B544D25}" srcId="{B2961E5F-2553-4F26-809B-410BA05B113E}" destId="{471BEE97-113F-4092-891F-56E46135E38E}" srcOrd="0" destOrd="0" parTransId="{C7CE4D0B-8CFB-4110-A253-8E51A726E092}" sibTransId="{5044D0F4-EC32-4B13-A0B2-F4684E52BA96}"/>
    <dgm:cxn modelId="{A885F32A-F68B-4B11-B0FE-51B4836BA184}" type="presOf" srcId="{3104578C-6DD3-48F7-9D7E-6E205E3B9660}" destId="{20D0DDC1-56FF-4387-99B1-F6B586036F6B}" srcOrd="0" destOrd="0" presId="urn:microsoft.com/office/officeart/2005/8/layout/hierarchy2"/>
    <dgm:cxn modelId="{A8D4593A-0FDC-4D43-AEC7-5C02C65C29E9}" type="presOf" srcId="{923A68E4-63E9-432B-8666-8BF2D0A85703}" destId="{D9DAA3C9-CC24-49DF-A2D2-4706A27DD10A}" srcOrd="0" destOrd="0" presId="urn:microsoft.com/office/officeart/2005/8/layout/hierarchy2"/>
    <dgm:cxn modelId="{7BD2933B-85D7-4B86-92FC-5294FC26B9E4}" type="presOf" srcId="{C7CE4D0B-8CFB-4110-A253-8E51A726E092}" destId="{A9F35BC7-3FCD-466D-9267-73D16053A050}" srcOrd="0" destOrd="0" presId="urn:microsoft.com/office/officeart/2005/8/layout/hierarchy2"/>
    <dgm:cxn modelId="{9D5EF542-9E33-4A81-AEEB-F1747746B3FE}" type="presOf" srcId="{D7A46301-F389-4970-BD95-461BCAD6ABFE}" destId="{E4A80919-D245-45C0-9435-D652748C770F}" srcOrd="1" destOrd="0" presId="urn:microsoft.com/office/officeart/2005/8/layout/hierarchy2"/>
    <dgm:cxn modelId="{D77D9763-96DB-4A28-97CE-F1AAA9D34E78}" type="presOf" srcId="{471BEE97-113F-4092-891F-56E46135E38E}" destId="{73B0A2DC-7518-4B6C-8F51-2CA6DA7BB983}" srcOrd="0" destOrd="0" presId="urn:microsoft.com/office/officeart/2005/8/layout/hierarchy2"/>
    <dgm:cxn modelId="{14ADED4A-DE82-4C62-A29E-F5105D066840}" type="presOf" srcId="{6560AF4B-2CE1-4CD0-A9C0-F5A4445CEB85}" destId="{6CED2AD1-8411-47F1-9F9F-4638AB07FBEC}" srcOrd="1" destOrd="0" presId="urn:microsoft.com/office/officeart/2005/8/layout/hierarchy2"/>
    <dgm:cxn modelId="{5E1C8B6D-0B96-4440-8B1C-55B96E05F75E}" type="presOf" srcId="{923A68E4-63E9-432B-8666-8BF2D0A85703}" destId="{4C10CCBB-0389-4254-9B70-D4CCF4A48BEA}" srcOrd="1" destOrd="0" presId="urn:microsoft.com/office/officeart/2005/8/layout/hierarchy2"/>
    <dgm:cxn modelId="{9235624E-3335-4FE5-86D3-4A8ED3692A5D}" type="presOf" srcId="{34E9F2D5-FDD3-410D-891E-3D55CC8D2AE2}" destId="{2E2FA06B-3B77-4A10-9DB3-3F27BD7C2B71}" srcOrd="0" destOrd="0" presId="urn:microsoft.com/office/officeart/2005/8/layout/hierarchy2"/>
    <dgm:cxn modelId="{46E74C51-C72F-4C4A-83A6-EA9B5AF6322D}" type="presOf" srcId="{FBD5F46E-E6A6-4D6A-9DA8-1888557EDC24}" destId="{841F6788-C5D3-4427-96DF-3BEDD5911FF2}" srcOrd="1" destOrd="0" presId="urn:microsoft.com/office/officeart/2005/8/layout/hierarchy2"/>
    <dgm:cxn modelId="{DE160E76-38F1-4FF2-BF64-65D1F22A9723}" srcId="{574D7DB5-4AB6-4927-A510-1ABCBA8A7B75}" destId="{3104578C-6DD3-48F7-9D7E-6E205E3B9660}" srcOrd="0" destOrd="0" parTransId="{FCC91003-9EE1-4CAE-82BC-4D459354A3D5}" sibTransId="{6AD0F36E-FA3A-465F-AA5A-62A734720F7E}"/>
    <dgm:cxn modelId="{BE6C8E58-32B9-4524-BC05-D0B14810ABC2}" type="presOf" srcId="{A06E4AE2-DC96-4700-9138-4B7F1AA93E03}" destId="{599AAE4D-6199-4D46-A9FE-9E5FC8153135}" srcOrd="0" destOrd="0" presId="urn:microsoft.com/office/officeart/2005/8/layout/hierarchy2"/>
    <dgm:cxn modelId="{7BFDDA7C-ABFD-47AA-B058-DF1FB12DC6B0}" srcId="{34E9F2D5-FDD3-410D-891E-3D55CC8D2AE2}" destId="{3DC2F46B-7426-4C5B-A5D2-8579C0595AFD}" srcOrd="0" destOrd="0" parTransId="{A06E4AE2-DC96-4700-9138-4B7F1AA93E03}" sibTransId="{834E47D0-A37A-4962-80CE-419FCC0F83D4}"/>
    <dgm:cxn modelId="{90C7F68A-33D6-4A83-AE1A-247617A91991}" srcId="{A8B07741-BF50-48BF-B924-DFFD13A7661D}" destId="{B2961E5F-2553-4F26-809B-410BA05B113E}" srcOrd="0" destOrd="0" parTransId="{DDA64FA2-AD54-4F1D-966D-40201F258067}" sibTransId="{A716E017-DF66-4A82-A42E-72B5AD020B9C}"/>
    <dgm:cxn modelId="{B658C88D-B9D1-49E7-A34C-366D4C2E214C}" srcId="{34E9F2D5-FDD3-410D-891E-3D55CC8D2AE2}" destId="{16154995-76FD-4A51-915F-B88ABFC19C6F}" srcOrd="1" destOrd="0" parTransId="{6560AF4B-2CE1-4CD0-A9C0-F5A4445CEB85}" sibTransId="{0B7FEB7E-C4DD-4D9B-B0BD-02B568B51EC0}"/>
    <dgm:cxn modelId="{958AE195-6D5F-46A0-B1AD-965F41E7EE5D}" type="presOf" srcId="{48173CC6-5256-463B-A726-EDF89E88A0C6}" destId="{D3246273-7717-46F9-AA3B-11B166D40864}" srcOrd="0" destOrd="0" presId="urn:microsoft.com/office/officeart/2005/8/layout/hierarchy2"/>
    <dgm:cxn modelId="{4A3A6596-F6C3-4136-8987-BCBC9EFF6632}" type="presOf" srcId="{FCC91003-9EE1-4CAE-82BC-4D459354A3D5}" destId="{CD8ED7AB-B4B4-45C5-80A9-E4B89A660516}" srcOrd="0" destOrd="0" presId="urn:microsoft.com/office/officeart/2005/8/layout/hierarchy2"/>
    <dgm:cxn modelId="{59154996-8AA2-4171-BC8E-EE8E195E8258}" type="presOf" srcId="{A06E4AE2-DC96-4700-9138-4B7F1AA93E03}" destId="{8E3A37D3-7E7F-4AF3-9CEE-45586923BCF8}" srcOrd="1" destOrd="0" presId="urn:microsoft.com/office/officeart/2005/8/layout/hierarchy2"/>
    <dgm:cxn modelId="{08365CA2-1A12-4310-AF41-9F2A593F70C0}" srcId="{B2961E5F-2553-4F26-809B-410BA05B113E}" destId="{574D7DB5-4AB6-4927-A510-1ABCBA8A7B75}" srcOrd="1" destOrd="0" parTransId="{FBD5F46E-E6A6-4D6A-9DA8-1888557EDC24}" sibTransId="{B5C34871-83C7-4F47-93BA-EEEE6EAB2C89}"/>
    <dgm:cxn modelId="{95A194A3-EE87-4C59-A90B-E941D88234C5}" type="presOf" srcId="{3DC2F46B-7426-4C5B-A5D2-8579C0595AFD}" destId="{6CCC27DF-41F0-4BBB-A680-3DF6B3DD51DC}" srcOrd="0" destOrd="0" presId="urn:microsoft.com/office/officeart/2005/8/layout/hierarchy2"/>
    <dgm:cxn modelId="{0FDFDBA7-6802-4CDE-86AB-934A101E7642}" srcId="{471BEE97-113F-4092-891F-56E46135E38E}" destId="{1C4D3971-088A-4C69-BF69-D465B0E595E7}" srcOrd="1" destOrd="0" parTransId="{48173CC6-5256-463B-A726-EDF89E88A0C6}" sibTransId="{C52A5785-BA82-400B-97D5-BA20FF90642B}"/>
    <dgm:cxn modelId="{05AFE7AA-B1C4-4768-B1D9-282DB8B47C21}" srcId="{471BEE97-113F-4092-891F-56E46135E38E}" destId="{34E9F2D5-FDD3-410D-891E-3D55CC8D2AE2}" srcOrd="0" destOrd="0" parTransId="{D7A46301-F389-4970-BD95-461BCAD6ABFE}" sibTransId="{A9E0028D-AD17-4DD6-BFCE-050FA3D99360}"/>
    <dgm:cxn modelId="{FE2E59D0-1AFC-45AE-8373-85FDEFFC8349}" type="presOf" srcId="{48173CC6-5256-463B-A726-EDF89E88A0C6}" destId="{F8AB2BB5-0480-44AA-AFD1-CF650807D07E}" srcOrd="1" destOrd="0" presId="urn:microsoft.com/office/officeart/2005/8/layout/hierarchy2"/>
    <dgm:cxn modelId="{C14833D2-E6FE-4DC0-B6A0-E0778AD7F3B7}" type="presOf" srcId="{6560AF4B-2CE1-4CD0-A9C0-F5A4445CEB85}" destId="{AF0441A0-7D34-44DD-9073-4A8927CDBD7D}" srcOrd="0" destOrd="0" presId="urn:microsoft.com/office/officeart/2005/8/layout/hierarchy2"/>
    <dgm:cxn modelId="{76DC22E4-7BDB-4FE8-A197-3C3D65AC0AAC}" srcId="{574D7DB5-4AB6-4927-A510-1ABCBA8A7B75}" destId="{06B56B5C-7C8D-460C-A05F-DC0A8E530D08}" srcOrd="1" destOrd="0" parTransId="{923A68E4-63E9-432B-8666-8BF2D0A85703}" sibTransId="{5842E688-B98B-47D5-B29D-9A4114EDDF89}"/>
    <dgm:cxn modelId="{B17100E9-0E40-4F5F-9767-C5326B893577}" type="presOf" srcId="{FCC91003-9EE1-4CAE-82BC-4D459354A3D5}" destId="{2873237E-8E37-492B-8BA2-6C8429A1FE63}" srcOrd="1" destOrd="0" presId="urn:microsoft.com/office/officeart/2005/8/layout/hierarchy2"/>
    <dgm:cxn modelId="{38627DFF-BB04-42E3-9774-8595520E81C7}" type="presOf" srcId="{06B56B5C-7C8D-460C-A05F-DC0A8E530D08}" destId="{5E958A4B-111D-4A8A-8A30-5BE998A903D4}" srcOrd="0" destOrd="0" presId="urn:microsoft.com/office/officeart/2005/8/layout/hierarchy2"/>
    <dgm:cxn modelId="{7CCB60AF-2B58-46C4-9431-06707F175300}" type="presParOf" srcId="{F0076DFE-9029-44C7-9933-64D8C439B858}" destId="{B5BC5C4F-F2FE-4161-8812-CA42D9207F8C}" srcOrd="0" destOrd="0" presId="urn:microsoft.com/office/officeart/2005/8/layout/hierarchy2"/>
    <dgm:cxn modelId="{89271CB1-C0E0-488D-8491-B0C8C10E1635}" type="presParOf" srcId="{B5BC5C4F-F2FE-4161-8812-CA42D9207F8C}" destId="{3D959973-9D9F-4D3B-92C9-8FA9AC479B9C}" srcOrd="0" destOrd="0" presId="urn:microsoft.com/office/officeart/2005/8/layout/hierarchy2"/>
    <dgm:cxn modelId="{919D51A3-7117-4226-AFE5-A58A3EBFC2ED}" type="presParOf" srcId="{B5BC5C4F-F2FE-4161-8812-CA42D9207F8C}" destId="{F953C6B2-67A7-4576-AA72-CD73B4E80C5A}" srcOrd="1" destOrd="0" presId="urn:microsoft.com/office/officeart/2005/8/layout/hierarchy2"/>
    <dgm:cxn modelId="{58A04EAE-62FA-4EA7-9C88-2825C270B95B}" type="presParOf" srcId="{F953C6B2-67A7-4576-AA72-CD73B4E80C5A}" destId="{A9F35BC7-3FCD-466D-9267-73D16053A050}" srcOrd="0" destOrd="0" presId="urn:microsoft.com/office/officeart/2005/8/layout/hierarchy2"/>
    <dgm:cxn modelId="{4AFC8275-4262-4293-9746-2A16FFBC24B2}" type="presParOf" srcId="{A9F35BC7-3FCD-466D-9267-73D16053A050}" destId="{9E777D7D-3E64-465F-8BC2-BEB57A073DC5}" srcOrd="0" destOrd="0" presId="urn:microsoft.com/office/officeart/2005/8/layout/hierarchy2"/>
    <dgm:cxn modelId="{388AD1FA-1D2C-452D-B5EC-F722E4FAFC0A}" type="presParOf" srcId="{F953C6B2-67A7-4576-AA72-CD73B4E80C5A}" destId="{59F7775A-81CE-4E6B-B90A-BB4E84CB4268}" srcOrd="1" destOrd="0" presId="urn:microsoft.com/office/officeart/2005/8/layout/hierarchy2"/>
    <dgm:cxn modelId="{47DD30F0-F7A3-4A6B-B546-C741479A13C7}" type="presParOf" srcId="{59F7775A-81CE-4E6B-B90A-BB4E84CB4268}" destId="{73B0A2DC-7518-4B6C-8F51-2CA6DA7BB983}" srcOrd="0" destOrd="0" presId="urn:microsoft.com/office/officeart/2005/8/layout/hierarchy2"/>
    <dgm:cxn modelId="{04B43C51-7EDB-462C-9E7F-0414070D2E91}" type="presParOf" srcId="{59F7775A-81CE-4E6B-B90A-BB4E84CB4268}" destId="{43333BA6-123D-4739-81D9-6F9F488462F0}" srcOrd="1" destOrd="0" presId="urn:microsoft.com/office/officeart/2005/8/layout/hierarchy2"/>
    <dgm:cxn modelId="{F4A5E270-9D1B-41C4-8DE1-5F889EBA20D5}" type="presParOf" srcId="{43333BA6-123D-4739-81D9-6F9F488462F0}" destId="{52465AB1-FAB2-4393-B972-E2480B443A99}" srcOrd="0" destOrd="0" presId="urn:microsoft.com/office/officeart/2005/8/layout/hierarchy2"/>
    <dgm:cxn modelId="{430D9F56-8CFD-483C-AB31-0421409BB6B6}" type="presParOf" srcId="{52465AB1-FAB2-4393-B972-E2480B443A99}" destId="{E4A80919-D245-45C0-9435-D652748C770F}" srcOrd="0" destOrd="0" presId="urn:microsoft.com/office/officeart/2005/8/layout/hierarchy2"/>
    <dgm:cxn modelId="{8DC61ECF-34B5-47D8-A379-B2173EF87AE3}" type="presParOf" srcId="{43333BA6-123D-4739-81D9-6F9F488462F0}" destId="{9B7A59B7-1B0D-49CF-97A2-BA3DC066AB89}" srcOrd="1" destOrd="0" presId="urn:microsoft.com/office/officeart/2005/8/layout/hierarchy2"/>
    <dgm:cxn modelId="{510A251D-ED8C-47E7-AC33-99DB37E7B7F7}" type="presParOf" srcId="{9B7A59B7-1B0D-49CF-97A2-BA3DC066AB89}" destId="{2E2FA06B-3B77-4A10-9DB3-3F27BD7C2B71}" srcOrd="0" destOrd="0" presId="urn:microsoft.com/office/officeart/2005/8/layout/hierarchy2"/>
    <dgm:cxn modelId="{32C47D8A-AA72-469F-BCD2-73EE196641F7}" type="presParOf" srcId="{9B7A59B7-1B0D-49CF-97A2-BA3DC066AB89}" destId="{5C089866-A1CA-443A-8EF4-46B0E2E0589E}" srcOrd="1" destOrd="0" presId="urn:microsoft.com/office/officeart/2005/8/layout/hierarchy2"/>
    <dgm:cxn modelId="{219A8059-E089-4BC3-934B-AD4918BAB4E2}" type="presParOf" srcId="{5C089866-A1CA-443A-8EF4-46B0E2E0589E}" destId="{599AAE4D-6199-4D46-A9FE-9E5FC8153135}" srcOrd="0" destOrd="0" presId="urn:microsoft.com/office/officeart/2005/8/layout/hierarchy2"/>
    <dgm:cxn modelId="{A5F62E1B-E774-4723-B003-E83D53A39667}" type="presParOf" srcId="{599AAE4D-6199-4D46-A9FE-9E5FC8153135}" destId="{8E3A37D3-7E7F-4AF3-9CEE-45586923BCF8}" srcOrd="0" destOrd="0" presId="urn:microsoft.com/office/officeart/2005/8/layout/hierarchy2"/>
    <dgm:cxn modelId="{5F15ACB6-5262-4AD0-9B67-30452CEF0CDF}" type="presParOf" srcId="{5C089866-A1CA-443A-8EF4-46B0E2E0589E}" destId="{48DFD560-71D5-49A7-9CD9-4F61F11CDB79}" srcOrd="1" destOrd="0" presId="urn:microsoft.com/office/officeart/2005/8/layout/hierarchy2"/>
    <dgm:cxn modelId="{9C7A1420-3F72-4DDD-A7C2-3E62D8239841}" type="presParOf" srcId="{48DFD560-71D5-49A7-9CD9-4F61F11CDB79}" destId="{6CCC27DF-41F0-4BBB-A680-3DF6B3DD51DC}" srcOrd="0" destOrd="0" presId="urn:microsoft.com/office/officeart/2005/8/layout/hierarchy2"/>
    <dgm:cxn modelId="{C2CF504B-2BCB-478A-9F94-17FBC72EA33C}" type="presParOf" srcId="{48DFD560-71D5-49A7-9CD9-4F61F11CDB79}" destId="{A6183C12-1294-49BF-82E5-E36433363DCD}" srcOrd="1" destOrd="0" presId="urn:microsoft.com/office/officeart/2005/8/layout/hierarchy2"/>
    <dgm:cxn modelId="{0FD7BB60-DD96-4942-AA71-0FBBE895C6E6}" type="presParOf" srcId="{5C089866-A1CA-443A-8EF4-46B0E2E0589E}" destId="{AF0441A0-7D34-44DD-9073-4A8927CDBD7D}" srcOrd="2" destOrd="0" presId="urn:microsoft.com/office/officeart/2005/8/layout/hierarchy2"/>
    <dgm:cxn modelId="{C17ECB72-4881-4240-B02F-D09EEB112F9A}" type="presParOf" srcId="{AF0441A0-7D34-44DD-9073-4A8927CDBD7D}" destId="{6CED2AD1-8411-47F1-9F9F-4638AB07FBEC}" srcOrd="0" destOrd="0" presId="urn:microsoft.com/office/officeart/2005/8/layout/hierarchy2"/>
    <dgm:cxn modelId="{565B89CD-A077-43FA-B83E-C74ABC888A5B}" type="presParOf" srcId="{5C089866-A1CA-443A-8EF4-46B0E2E0589E}" destId="{155701BE-3B87-4E81-A0FF-F2204E144A49}" srcOrd="3" destOrd="0" presId="urn:microsoft.com/office/officeart/2005/8/layout/hierarchy2"/>
    <dgm:cxn modelId="{E871DAEC-2D1D-4D54-B71D-220C2230683E}" type="presParOf" srcId="{155701BE-3B87-4E81-A0FF-F2204E144A49}" destId="{85029771-AF7E-4135-A3CA-A1BF796DCD71}" srcOrd="0" destOrd="0" presId="urn:microsoft.com/office/officeart/2005/8/layout/hierarchy2"/>
    <dgm:cxn modelId="{7AAD0F56-B448-4C30-93BD-E3766533C12D}" type="presParOf" srcId="{155701BE-3B87-4E81-A0FF-F2204E144A49}" destId="{464DB9BE-0810-4D82-A7F8-807D52D2D8EA}" srcOrd="1" destOrd="0" presId="urn:microsoft.com/office/officeart/2005/8/layout/hierarchy2"/>
    <dgm:cxn modelId="{1F608411-4814-4E3F-8836-44F01E60508B}" type="presParOf" srcId="{43333BA6-123D-4739-81D9-6F9F488462F0}" destId="{D3246273-7717-46F9-AA3B-11B166D40864}" srcOrd="2" destOrd="0" presId="urn:microsoft.com/office/officeart/2005/8/layout/hierarchy2"/>
    <dgm:cxn modelId="{333A2997-31B6-4A75-BB3D-8CC1AEE01A04}" type="presParOf" srcId="{D3246273-7717-46F9-AA3B-11B166D40864}" destId="{F8AB2BB5-0480-44AA-AFD1-CF650807D07E}" srcOrd="0" destOrd="0" presId="urn:microsoft.com/office/officeart/2005/8/layout/hierarchy2"/>
    <dgm:cxn modelId="{FE8E6424-D700-4794-91E9-8AB2EA9C717B}" type="presParOf" srcId="{43333BA6-123D-4739-81D9-6F9F488462F0}" destId="{3FE780B2-15AB-4E4D-A9D9-27CAE3A761D0}" srcOrd="3" destOrd="0" presId="urn:microsoft.com/office/officeart/2005/8/layout/hierarchy2"/>
    <dgm:cxn modelId="{1FEC3373-1ABB-4ECD-9740-1647FAA74800}" type="presParOf" srcId="{3FE780B2-15AB-4E4D-A9D9-27CAE3A761D0}" destId="{BA10D7EB-4631-4096-9056-5CE571F9FF2B}" srcOrd="0" destOrd="0" presId="urn:microsoft.com/office/officeart/2005/8/layout/hierarchy2"/>
    <dgm:cxn modelId="{177F37A5-F5F7-4CDE-AEBB-2A9C1CF980E0}" type="presParOf" srcId="{3FE780B2-15AB-4E4D-A9D9-27CAE3A761D0}" destId="{BD507016-5A27-4FBA-A864-A19B040AF80D}" srcOrd="1" destOrd="0" presId="urn:microsoft.com/office/officeart/2005/8/layout/hierarchy2"/>
    <dgm:cxn modelId="{24F715C7-D618-43C0-8F9F-81F40C8E4444}" type="presParOf" srcId="{F953C6B2-67A7-4576-AA72-CD73B4E80C5A}" destId="{3DDB3E60-7DAE-4EAF-B015-CAD18AF84DE0}" srcOrd="2" destOrd="0" presId="urn:microsoft.com/office/officeart/2005/8/layout/hierarchy2"/>
    <dgm:cxn modelId="{B3A19FC1-8B3E-4730-A565-53C1012ED92D}" type="presParOf" srcId="{3DDB3E60-7DAE-4EAF-B015-CAD18AF84DE0}" destId="{841F6788-C5D3-4427-96DF-3BEDD5911FF2}" srcOrd="0" destOrd="0" presId="urn:microsoft.com/office/officeart/2005/8/layout/hierarchy2"/>
    <dgm:cxn modelId="{D11EAEE4-020E-4B9A-BFB4-340DD37613E0}" type="presParOf" srcId="{F953C6B2-67A7-4576-AA72-CD73B4E80C5A}" destId="{DB67159D-4D3E-4F18-803D-895C3F00C41A}" srcOrd="3" destOrd="0" presId="urn:microsoft.com/office/officeart/2005/8/layout/hierarchy2"/>
    <dgm:cxn modelId="{192FE49E-EF33-4342-A827-7EB5E2C72532}" type="presParOf" srcId="{DB67159D-4D3E-4F18-803D-895C3F00C41A}" destId="{0A48855B-B5D3-461A-9551-E00031427BA8}" srcOrd="0" destOrd="0" presId="urn:microsoft.com/office/officeart/2005/8/layout/hierarchy2"/>
    <dgm:cxn modelId="{C0BE9151-A49F-414D-B0B9-849300115B2C}" type="presParOf" srcId="{DB67159D-4D3E-4F18-803D-895C3F00C41A}" destId="{B39B83FD-1A29-4AE7-8227-3E611FCEA57D}" srcOrd="1" destOrd="0" presId="urn:microsoft.com/office/officeart/2005/8/layout/hierarchy2"/>
    <dgm:cxn modelId="{8990D650-AEAB-45D7-A51F-76EF7A391B65}" type="presParOf" srcId="{B39B83FD-1A29-4AE7-8227-3E611FCEA57D}" destId="{CD8ED7AB-B4B4-45C5-80A9-E4B89A660516}" srcOrd="0" destOrd="0" presId="urn:microsoft.com/office/officeart/2005/8/layout/hierarchy2"/>
    <dgm:cxn modelId="{DFA88261-D9C6-494E-9D0D-65D311556DAE}" type="presParOf" srcId="{CD8ED7AB-B4B4-45C5-80A9-E4B89A660516}" destId="{2873237E-8E37-492B-8BA2-6C8429A1FE63}" srcOrd="0" destOrd="0" presId="urn:microsoft.com/office/officeart/2005/8/layout/hierarchy2"/>
    <dgm:cxn modelId="{170DF101-9461-427E-A3BF-1440AF5DB04D}" type="presParOf" srcId="{B39B83FD-1A29-4AE7-8227-3E611FCEA57D}" destId="{7F389789-74D7-4C72-88BF-898C3F508B3F}" srcOrd="1" destOrd="0" presId="urn:microsoft.com/office/officeart/2005/8/layout/hierarchy2"/>
    <dgm:cxn modelId="{FF5A02C4-191E-4D09-B3A4-C0E3CE0EBCCD}" type="presParOf" srcId="{7F389789-74D7-4C72-88BF-898C3F508B3F}" destId="{20D0DDC1-56FF-4387-99B1-F6B586036F6B}" srcOrd="0" destOrd="0" presId="urn:microsoft.com/office/officeart/2005/8/layout/hierarchy2"/>
    <dgm:cxn modelId="{9E599B87-D6AD-4165-94C7-1093E5BD6197}" type="presParOf" srcId="{7F389789-74D7-4C72-88BF-898C3F508B3F}" destId="{CAD5018A-9C16-4FDF-8911-5E8513A1D587}" srcOrd="1" destOrd="0" presId="urn:microsoft.com/office/officeart/2005/8/layout/hierarchy2"/>
    <dgm:cxn modelId="{F2D793A5-F30C-4608-AE9A-54C9526C4DAB}" type="presParOf" srcId="{B39B83FD-1A29-4AE7-8227-3E611FCEA57D}" destId="{D9DAA3C9-CC24-49DF-A2D2-4706A27DD10A}" srcOrd="2" destOrd="0" presId="urn:microsoft.com/office/officeart/2005/8/layout/hierarchy2"/>
    <dgm:cxn modelId="{D4158D07-A3E3-47AA-9B33-180B05310E61}" type="presParOf" srcId="{D9DAA3C9-CC24-49DF-A2D2-4706A27DD10A}" destId="{4C10CCBB-0389-4254-9B70-D4CCF4A48BEA}" srcOrd="0" destOrd="0" presId="urn:microsoft.com/office/officeart/2005/8/layout/hierarchy2"/>
    <dgm:cxn modelId="{2C305847-96A6-4388-B07D-FF864D252269}" type="presParOf" srcId="{B39B83FD-1A29-4AE7-8227-3E611FCEA57D}" destId="{6702717D-7CED-42AE-A795-12DB510D406F}" srcOrd="3" destOrd="0" presId="urn:microsoft.com/office/officeart/2005/8/layout/hierarchy2"/>
    <dgm:cxn modelId="{3DBEBBA1-1C41-407F-AA93-7EEA6DC09C99}" type="presParOf" srcId="{6702717D-7CED-42AE-A795-12DB510D406F}" destId="{5E958A4B-111D-4A8A-8A30-5BE998A903D4}" srcOrd="0" destOrd="0" presId="urn:microsoft.com/office/officeart/2005/8/layout/hierarchy2"/>
    <dgm:cxn modelId="{F72D3DD5-B7FE-4783-BE50-83D6F8F2CFCE}" type="presParOf" srcId="{6702717D-7CED-42AE-A795-12DB510D406F}" destId="{3B704103-7C9A-485E-91FD-694FA4584A25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4C2C8C2-2C80-49BE-BF5F-61BD418F4B47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</dgm:pt>
    <dgm:pt modelId="{C1EEEAD4-51E6-4297-A75F-D1B380ED0656}">
      <dgm:prSet phldrT="[Texto]" custT="1"/>
      <dgm:spPr/>
      <dgm:t>
        <a:bodyPr/>
        <a:lstStyle/>
        <a:p>
          <a:r>
            <a:rPr lang="pt-BR" sz="2200" b="1" dirty="0">
              <a:latin typeface="Aptos" panose="020B0004020202020204" pitchFamily="34" charset="0"/>
            </a:rPr>
            <a:t>Seleção do método</a:t>
          </a:r>
        </a:p>
      </dgm:t>
    </dgm:pt>
    <dgm:pt modelId="{0613B903-42A0-4A72-9831-4E04435F624D}" type="parTrans" cxnId="{B88AF96D-66A1-4EF3-A686-720D84C840F4}">
      <dgm:prSet/>
      <dgm:spPr/>
      <dgm:t>
        <a:bodyPr/>
        <a:lstStyle/>
        <a:p>
          <a:endParaRPr lang="pt-BR" sz="2200">
            <a:latin typeface="Aptos" panose="020B0004020202020204" pitchFamily="34" charset="0"/>
          </a:endParaRPr>
        </a:p>
      </dgm:t>
    </dgm:pt>
    <dgm:pt modelId="{486F77C6-07F6-4797-9633-968952D66832}" type="sibTrans" cxnId="{B88AF96D-66A1-4EF3-A686-720D84C840F4}">
      <dgm:prSet custT="1"/>
      <dgm:spPr/>
      <dgm:t>
        <a:bodyPr/>
        <a:lstStyle/>
        <a:p>
          <a:endParaRPr lang="pt-BR" sz="2200">
            <a:latin typeface="Aptos" panose="020B0004020202020204" pitchFamily="34" charset="0"/>
          </a:endParaRPr>
        </a:p>
      </dgm:t>
    </dgm:pt>
    <dgm:pt modelId="{F75EA237-F864-420B-912A-FB97D1736BE6}">
      <dgm:prSet phldrT="[Texto]" custT="1"/>
      <dgm:spPr/>
      <dgm:t>
        <a:bodyPr/>
        <a:lstStyle/>
        <a:p>
          <a:r>
            <a:rPr lang="pt-BR" sz="2200" b="1" dirty="0">
              <a:latin typeface="Aptos" panose="020B0004020202020204" pitchFamily="34" charset="0"/>
            </a:rPr>
            <a:t>Amostragem</a:t>
          </a:r>
        </a:p>
      </dgm:t>
    </dgm:pt>
    <dgm:pt modelId="{0CB57C59-3859-480F-8199-3D6DD7AD4F17}" type="parTrans" cxnId="{28E12910-4D01-4570-94D0-37D82CA727A6}">
      <dgm:prSet/>
      <dgm:spPr/>
      <dgm:t>
        <a:bodyPr/>
        <a:lstStyle/>
        <a:p>
          <a:endParaRPr lang="pt-BR" sz="2200">
            <a:latin typeface="Aptos" panose="020B0004020202020204" pitchFamily="34" charset="0"/>
          </a:endParaRPr>
        </a:p>
      </dgm:t>
    </dgm:pt>
    <dgm:pt modelId="{DCABA41C-6454-4595-AB20-385BDE79DC83}" type="sibTrans" cxnId="{28E12910-4D01-4570-94D0-37D82CA727A6}">
      <dgm:prSet custT="1"/>
      <dgm:spPr/>
      <dgm:t>
        <a:bodyPr/>
        <a:lstStyle/>
        <a:p>
          <a:endParaRPr lang="pt-BR" sz="2200">
            <a:latin typeface="Aptos" panose="020B0004020202020204" pitchFamily="34" charset="0"/>
          </a:endParaRPr>
        </a:p>
      </dgm:t>
    </dgm:pt>
    <dgm:pt modelId="{E00DABD2-7B69-4F78-AD8A-35281AD9A8C4}">
      <dgm:prSet phldrT="[Texto]" custT="1"/>
      <dgm:spPr/>
      <dgm:t>
        <a:bodyPr/>
        <a:lstStyle/>
        <a:p>
          <a:r>
            <a:rPr lang="pt-BR" sz="2200" b="1" dirty="0">
              <a:latin typeface="Aptos" panose="020B0004020202020204" pitchFamily="34" charset="0"/>
            </a:rPr>
            <a:t>Tratamento da amostra</a:t>
          </a:r>
        </a:p>
      </dgm:t>
    </dgm:pt>
    <dgm:pt modelId="{1530C20D-9404-4563-A8FD-6C40E95D7498}" type="parTrans" cxnId="{D117696B-6E1A-4F40-84F2-40A6F766E75E}">
      <dgm:prSet/>
      <dgm:spPr/>
      <dgm:t>
        <a:bodyPr/>
        <a:lstStyle/>
        <a:p>
          <a:endParaRPr lang="pt-BR" sz="2200">
            <a:latin typeface="Aptos" panose="020B0004020202020204" pitchFamily="34" charset="0"/>
          </a:endParaRPr>
        </a:p>
      </dgm:t>
    </dgm:pt>
    <dgm:pt modelId="{F073E5BF-6578-4E44-BCC9-9945D76B293F}" type="sibTrans" cxnId="{D117696B-6E1A-4F40-84F2-40A6F766E75E}">
      <dgm:prSet custT="1"/>
      <dgm:spPr/>
      <dgm:t>
        <a:bodyPr/>
        <a:lstStyle/>
        <a:p>
          <a:endParaRPr lang="pt-BR" sz="2200">
            <a:latin typeface="Aptos" panose="020B0004020202020204" pitchFamily="34" charset="0"/>
          </a:endParaRPr>
        </a:p>
      </dgm:t>
    </dgm:pt>
    <dgm:pt modelId="{0FA4A2F9-1E87-4D52-B588-6E93E3C16D14}">
      <dgm:prSet phldrT="[Texto]" custT="1"/>
      <dgm:spPr>
        <a:solidFill>
          <a:srgbClr val="FF0000"/>
        </a:solidFill>
      </dgm:spPr>
      <dgm:t>
        <a:bodyPr/>
        <a:lstStyle/>
        <a:p>
          <a:r>
            <a:rPr lang="pt-BR" sz="2200" b="1" dirty="0">
              <a:latin typeface="Aptos" panose="020B0004020202020204" pitchFamily="34" charset="0"/>
            </a:rPr>
            <a:t>Medida Analítica</a:t>
          </a:r>
        </a:p>
      </dgm:t>
    </dgm:pt>
    <dgm:pt modelId="{C1FA0B1F-074F-489E-ABD4-CF5C4AF0DEAC}" type="parTrans" cxnId="{BB7A9CD4-7E70-4628-A88B-A2E947FF4367}">
      <dgm:prSet/>
      <dgm:spPr/>
      <dgm:t>
        <a:bodyPr/>
        <a:lstStyle/>
        <a:p>
          <a:endParaRPr lang="pt-BR" sz="2200">
            <a:latin typeface="Aptos" panose="020B0004020202020204" pitchFamily="34" charset="0"/>
          </a:endParaRPr>
        </a:p>
      </dgm:t>
    </dgm:pt>
    <dgm:pt modelId="{E28E6210-8827-4CCF-9A32-2BD7D82F441B}" type="sibTrans" cxnId="{BB7A9CD4-7E70-4628-A88B-A2E947FF4367}">
      <dgm:prSet custT="1"/>
      <dgm:spPr/>
      <dgm:t>
        <a:bodyPr/>
        <a:lstStyle/>
        <a:p>
          <a:endParaRPr lang="pt-BR" sz="2200">
            <a:latin typeface="Aptos" panose="020B0004020202020204" pitchFamily="34" charset="0"/>
          </a:endParaRPr>
        </a:p>
      </dgm:t>
    </dgm:pt>
    <dgm:pt modelId="{07515F6A-BF07-4D04-A27F-AD58EB2A9445}">
      <dgm:prSet phldrT="[Texto]" custT="1"/>
      <dgm:spPr/>
      <dgm:t>
        <a:bodyPr/>
        <a:lstStyle/>
        <a:p>
          <a:r>
            <a:rPr lang="pt-BR" sz="2200" b="1" dirty="0">
              <a:latin typeface="Aptos" panose="020B0004020202020204" pitchFamily="34" charset="0"/>
            </a:rPr>
            <a:t>Cálculo e avaliação dos resultados</a:t>
          </a:r>
        </a:p>
      </dgm:t>
    </dgm:pt>
    <dgm:pt modelId="{C2A0A1E3-4936-4071-BA60-7D368971F013}" type="parTrans" cxnId="{C6CAAE3B-E93A-463D-86F5-321C37C1D90A}">
      <dgm:prSet/>
      <dgm:spPr/>
      <dgm:t>
        <a:bodyPr/>
        <a:lstStyle/>
        <a:p>
          <a:endParaRPr lang="pt-BR" sz="2200">
            <a:latin typeface="Aptos" panose="020B0004020202020204" pitchFamily="34" charset="0"/>
          </a:endParaRPr>
        </a:p>
      </dgm:t>
    </dgm:pt>
    <dgm:pt modelId="{AFD9037F-D527-4A7D-BAD3-F6F059FA4959}" type="sibTrans" cxnId="{C6CAAE3B-E93A-463D-86F5-321C37C1D90A}">
      <dgm:prSet/>
      <dgm:spPr/>
      <dgm:t>
        <a:bodyPr/>
        <a:lstStyle/>
        <a:p>
          <a:endParaRPr lang="pt-BR" sz="2200">
            <a:latin typeface="Aptos" panose="020B0004020202020204" pitchFamily="34" charset="0"/>
          </a:endParaRPr>
        </a:p>
      </dgm:t>
    </dgm:pt>
    <dgm:pt modelId="{B3CD8099-680A-436A-BC1E-4C2F86A3D4E5}" type="pres">
      <dgm:prSet presAssocID="{64C2C8C2-2C80-49BE-BF5F-61BD418F4B47}" presName="linearFlow" presStyleCnt="0">
        <dgm:presLayoutVars>
          <dgm:resizeHandles val="exact"/>
        </dgm:presLayoutVars>
      </dgm:prSet>
      <dgm:spPr/>
    </dgm:pt>
    <dgm:pt modelId="{E5A3A1A5-5BEB-4605-AA39-AE8FD6914031}" type="pres">
      <dgm:prSet presAssocID="{C1EEEAD4-51E6-4297-A75F-D1B380ED0656}" presName="node" presStyleLbl="node1" presStyleIdx="0" presStyleCnt="5" custScaleX="148104">
        <dgm:presLayoutVars>
          <dgm:bulletEnabled val="1"/>
        </dgm:presLayoutVars>
      </dgm:prSet>
      <dgm:spPr/>
    </dgm:pt>
    <dgm:pt modelId="{B54DF70A-9445-4768-AA20-AA1DD24737D8}" type="pres">
      <dgm:prSet presAssocID="{486F77C6-07F6-4797-9633-968952D66832}" presName="sibTrans" presStyleLbl="sibTrans2D1" presStyleIdx="0" presStyleCnt="4"/>
      <dgm:spPr/>
    </dgm:pt>
    <dgm:pt modelId="{94971CE0-B282-4D63-B565-957F97661674}" type="pres">
      <dgm:prSet presAssocID="{486F77C6-07F6-4797-9633-968952D66832}" presName="connectorText" presStyleLbl="sibTrans2D1" presStyleIdx="0" presStyleCnt="4"/>
      <dgm:spPr/>
    </dgm:pt>
    <dgm:pt modelId="{35DB9096-BEE7-47E6-9B85-8F26A331DC10}" type="pres">
      <dgm:prSet presAssocID="{F75EA237-F864-420B-912A-FB97D1736BE6}" presName="node" presStyleLbl="node1" presStyleIdx="1" presStyleCnt="5" custScaleX="148104">
        <dgm:presLayoutVars>
          <dgm:bulletEnabled val="1"/>
        </dgm:presLayoutVars>
      </dgm:prSet>
      <dgm:spPr/>
    </dgm:pt>
    <dgm:pt modelId="{5F969FB2-2A2F-470E-ABC6-EEE462394548}" type="pres">
      <dgm:prSet presAssocID="{DCABA41C-6454-4595-AB20-385BDE79DC83}" presName="sibTrans" presStyleLbl="sibTrans2D1" presStyleIdx="1" presStyleCnt="4"/>
      <dgm:spPr/>
    </dgm:pt>
    <dgm:pt modelId="{01FAC918-6F37-40EB-ACA8-F25315032EC2}" type="pres">
      <dgm:prSet presAssocID="{DCABA41C-6454-4595-AB20-385BDE79DC83}" presName="connectorText" presStyleLbl="sibTrans2D1" presStyleIdx="1" presStyleCnt="4"/>
      <dgm:spPr/>
    </dgm:pt>
    <dgm:pt modelId="{F3EE16D4-DAE9-41B6-8863-03865C342D6B}" type="pres">
      <dgm:prSet presAssocID="{E00DABD2-7B69-4F78-AD8A-35281AD9A8C4}" presName="node" presStyleLbl="node1" presStyleIdx="2" presStyleCnt="5" custScaleX="148104">
        <dgm:presLayoutVars>
          <dgm:bulletEnabled val="1"/>
        </dgm:presLayoutVars>
      </dgm:prSet>
      <dgm:spPr/>
    </dgm:pt>
    <dgm:pt modelId="{9096DBBE-C14D-46E7-8366-A06F3BC5C449}" type="pres">
      <dgm:prSet presAssocID="{F073E5BF-6578-4E44-BCC9-9945D76B293F}" presName="sibTrans" presStyleLbl="sibTrans2D1" presStyleIdx="2" presStyleCnt="4"/>
      <dgm:spPr/>
    </dgm:pt>
    <dgm:pt modelId="{6965BE85-1DEA-445C-AE62-B2A02DE199DD}" type="pres">
      <dgm:prSet presAssocID="{F073E5BF-6578-4E44-BCC9-9945D76B293F}" presName="connectorText" presStyleLbl="sibTrans2D1" presStyleIdx="2" presStyleCnt="4"/>
      <dgm:spPr/>
    </dgm:pt>
    <dgm:pt modelId="{93D61C67-68FA-4C82-A086-3A4AC6875A14}" type="pres">
      <dgm:prSet presAssocID="{0FA4A2F9-1E87-4D52-B588-6E93E3C16D14}" presName="node" presStyleLbl="node1" presStyleIdx="3" presStyleCnt="5" custScaleX="148104">
        <dgm:presLayoutVars>
          <dgm:bulletEnabled val="1"/>
        </dgm:presLayoutVars>
      </dgm:prSet>
      <dgm:spPr/>
    </dgm:pt>
    <dgm:pt modelId="{BA45CA7E-86E0-4862-AEEE-B5D2968E128F}" type="pres">
      <dgm:prSet presAssocID="{E28E6210-8827-4CCF-9A32-2BD7D82F441B}" presName="sibTrans" presStyleLbl="sibTrans2D1" presStyleIdx="3" presStyleCnt="4"/>
      <dgm:spPr/>
    </dgm:pt>
    <dgm:pt modelId="{C78E6FBF-4957-4C83-AEBE-8E80FFC1D5E0}" type="pres">
      <dgm:prSet presAssocID="{E28E6210-8827-4CCF-9A32-2BD7D82F441B}" presName="connectorText" presStyleLbl="sibTrans2D1" presStyleIdx="3" presStyleCnt="4"/>
      <dgm:spPr/>
    </dgm:pt>
    <dgm:pt modelId="{C7861961-B51E-4399-963B-6D7CD3214314}" type="pres">
      <dgm:prSet presAssocID="{07515F6A-BF07-4D04-A27F-AD58EB2A9445}" presName="node" presStyleLbl="node1" presStyleIdx="4" presStyleCnt="5" custScaleX="148104">
        <dgm:presLayoutVars>
          <dgm:bulletEnabled val="1"/>
        </dgm:presLayoutVars>
      </dgm:prSet>
      <dgm:spPr/>
    </dgm:pt>
  </dgm:ptLst>
  <dgm:cxnLst>
    <dgm:cxn modelId="{28E12910-4D01-4570-94D0-37D82CA727A6}" srcId="{64C2C8C2-2C80-49BE-BF5F-61BD418F4B47}" destId="{F75EA237-F864-420B-912A-FB97D1736BE6}" srcOrd="1" destOrd="0" parTransId="{0CB57C59-3859-480F-8199-3D6DD7AD4F17}" sibTransId="{DCABA41C-6454-4595-AB20-385BDE79DC83}"/>
    <dgm:cxn modelId="{4E44E327-CF8D-4530-9EE3-EDEB94D3F192}" type="presOf" srcId="{F073E5BF-6578-4E44-BCC9-9945D76B293F}" destId="{9096DBBE-C14D-46E7-8366-A06F3BC5C449}" srcOrd="0" destOrd="0" presId="urn:microsoft.com/office/officeart/2005/8/layout/process2"/>
    <dgm:cxn modelId="{F208A53B-5B5A-4CC0-9CDC-95931E69D471}" type="presOf" srcId="{E00DABD2-7B69-4F78-AD8A-35281AD9A8C4}" destId="{F3EE16D4-DAE9-41B6-8863-03865C342D6B}" srcOrd="0" destOrd="0" presId="urn:microsoft.com/office/officeart/2005/8/layout/process2"/>
    <dgm:cxn modelId="{C6CAAE3B-E93A-463D-86F5-321C37C1D90A}" srcId="{64C2C8C2-2C80-49BE-BF5F-61BD418F4B47}" destId="{07515F6A-BF07-4D04-A27F-AD58EB2A9445}" srcOrd="4" destOrd="0" parTransId="{C2A0A1E3-4936-4071-BA60-7D368971F013}" sibTransId="{AFD9037F-D527-4A7D-BAD3-F6F059FA4959}"/>
    <dgm:cxn modelId="{1886CD47-1F8A-48DA-ADB9-811CBD68FDE8}" type="presOf" srcId="{07515F6A-BF07-4D04-A27F-AD58EB2A9445}" destId="{C7861961-B51E-4399-963B-6D7CD3214314}" srcOrd="0" destOrd="0" presId="urn:microsoft.com/office/officeart/2005/8/layout/process2"/>
    <dgm:cxn modelId="{D117696B-6E1A-4F40-84F2-40A6F766E75E}" srcId="{64C2C8C2-2C80-49BE-BF5F-61BD418F4B47}" destId="{E00DABD2-7B69-4F78-AD8A-35281AD9A8C4}" srcOrd="2" destOrd="0" parTransId="{1530C20D-9404-4563-A8FD-6C40E95D7498}" sibTransId="{F073E5BF-6578-4E44-BCC9-9945D76B293F}"/>
    <dgm:cxn modelId="{AEDC7D4D-196B-414D-8CAB-12111C5F1608}" type="presOf" srcId="{0FA4A2F9-1E87-4D52-B588-6E93E3C16D14}" destId="{93D61C67-68FA-4C82-A086-3A4AC6875A14}" srcOrd="0" destOrd="0" presId="urn:microsoft.com/office/officeart/2005/8/layout/process2"/>
    <dgm:cxn modelId="{B88AF96D-66A1-4EF3-A686-720D84C840F4}" srcId="{64C2C8C2-2C80-49BE-BF5F-61BD418F4B47}" destId="{C1EEEAD4-51E6-4297-A75F-D1B380ED0656}" srcOrd="0" destOrd="0" parTransId="{0613B903-42A0-4A72-9831-4E04435F624D}" sibTransId="{486F77C6-07F6-4797-9633-968952D66832}"/>
    <dgm:cxn modelId="{553BEA4F-5848-4816-8604-E07CD781B2B5}" type="presOf" srcId="{F073E5BF-6578-4E44-BCC9-9945D76B293F}" destId="{6965BE85-1DEA-445C-AE62-B2A02DE199DD}" srcOrd="1" destOrd="0" presId="urn:microsoft.com/office/officeart/2005/8/layout/process2"/>
    <dgm:cxn modelId="{8276BE57-231E-4755-BFE4-8DFADC3931A7}" type="presOf" srcId="{E28E6210-8827-4CCF-9A32-2BD7D82F441B}" destId="{C78E6FBF-4957-4C83-AEBE-8E80FFC1D5E0}" srcOrd="1" destOrd="0" presId="urn:microsoft.com/office/officeart/2005/8/layout/process2"/>
    <dgm:cxn modelId="{D7EE157B-CA14-4DD3-96BC-E3C01411835E}" type="presOf" srcId="{64C2C8C2-2C80-49BE-BF5F-61BD418F4B47}" destId="{B3CD8099-680A-436A-BC1E-4C2F86A3D4E5}" srcOrd="0" destOrd="0" presId="urn:microsoft.com/office/officeart/2005/8/layout/process2"/>
    <dgm:cxn modelId="{52AA4387-ED8F-4481-B4B5-052E2FCCC290}" type="presOf" srcId="{E28E6210-8827-4CCF-9A32-2BD7D82F441B}" destId="{BA45CA7E-86E0-4862-AEEE-B5D2968E128F}" srcOrd="0" destOrd="0" presId="urn:microsoft.com/office/officeart/2005/8/layout/process2"/>
    <dgm:cxn modelId="{1E288991-59BD-46AD-915C-39054024BFE2}" type="presOf" srcId="{DCABA41C-6454-4595-AB20-385BDE79DC83}" destId="{01FAC918-6F37-40EB-ACA8-F25315032EC2}" srcOrd="1" destOrd="0" presId="urn:microsoft.com/office/officeart/2005/8/layout/process2"/>
    <dgm:cxn modelId="{B92A1A92-72A1-4DAC-A4D9-4C27AF6880B7}" type="presOf" srcId="{F75EA237-F864-420B-912A-FB97D1736BE6}" destId="{35DB9096-BEE7-47E6-9B85-8F26A331DC10}" srcOrd="0" destOrd="0" presId="urn:microsoft.com/office/officeart/2005/8/layout/process2"/>
    <dgm:cxn modelId="{177BE4AB-F217-4648-A85B-435FD0F427F8}" type="presOf" srcId="{486F77C6-07F6-4797-9633-968952D66832}" destId="{94971CE0-B282-4D63-B565-957F97661674}" srcOrd="1" destOrd="0" presId="urn:microsoft.com/office/officeart/2005/8/layout/process2"/>
    <dgm:cxn modelId="{F56BE9BE-3E7D-4893-9A32-48CD71C6D317}" type="presOf" srcId="{486F77C6-07F6-4797-9633-968952D66832}" destId="{B54DF70A-9445-4768-AA20-AA1DD24737D8}" srcOrd="0" destOrd="0" presId="urn:microsoft.com/office/officeart/2005/8/layout/process2"/>
    <dgm:cxn modelId="{BB7A9CD4-7E70-4628-A88B-A2E947FF4367}" srcId="{64C2C8C2-2C80-49BE-BF5F-61BD418F4B47}" destId="{0FA4A2F9-1E87-4D52-B588-6E93E3C16D14}" srcOrd="3" destOrd="0" parTransId="{C1FA0B1F-074F-489E-ABD4-CF5C4AF0DEAC}" sibTransId="{E28E6210-8827-4CCF-9A32-2BD7D82F441B}"/>
    <dgm:cxn modelId="{053CC5E6-B5FE-49DF-BAA2-B2F15641FB95}" type="presOf" srcId="{DCABA41C-6454-4595-AB20-385BDE79DC83}" destId="{5F969FB2-2A2F-470E-ABC6-EEE462394548}" srcOrd="0" destOrd="0" presId="urn:microsoft.com/office/officeart/2005/8/layout/process2"/>
    <dgm:cxn modelId="{FAD780FD-681A-4DE8-B12F-B02D849048FE}" type="presOf" srcId="{C1EEEAD4-51E6-4297-A75F-D1B380ED0656}" destId="{E5A3A1A5-5BEB-4605-AA39-AE8FD6914031}" srcOrd="0" destOrd="0" presId="urn:microsoft.com/office/officeart/2005/8/layout/process2"/>
    <dgm:cxn modelId="{BB5B3C03-A329-45F1-AACA-4158A6501442}" type="presParOf" srcId="{B3CD8099-680A-436A-BC1E-4C2F86A3D4E5}" destId="{E5A3A1A5-5BEB-4605-AA39-AE8FD6914031}" srcOrd="0" destOrd="0" presId="urn:microsoft.com/office/officeart/2005/8/layout/process2"/>
    <dgm:cxn modelId="{2EB0D64F-756A-434C-82C7-DF1418AB678A}" type="presParOf" srcId="{B3CD8099-680A-436A-BC1E-4C2F86A3D4E5}" destId="{B54DF70A-9445-4768-AA20-AA1DD24737D8}" srcOrd="1" destOrd="0" presId="urn:microsoft.com/office/officeart/2005/8/layout/process2"/>
    <dgm:cxn modelId="{E2463AE7-6651-44BE-8920-6A0EC655610D}" type="presParOf" srcId="{B54DF70A-9445-4768-AA20-AA1DD24737D8}" destId="{94971CE0-B282-4D63-B565-957F97661674}" srcOrd="0" destOrd="0" presId="urn:microsoft.com/office/officeart/2005/8/layout/process2"/>
    <dgm:cxn modelId="{FA955843-CD09-4743-B746-998E2C198528}" type="presParOf" srcId="{B3CD8099-680A-436A-BC1E-4C2F86A3D4E5}" destId="{35DB9096-BEE7-47E6-9B85-8F26A331DC10}" srcOrd="2" destOrd="0" presId="urn:microsoft.com/office/officeart/2005/8/layout/process2"/>
    <dgm:cxn modelId="{07848966-6045-42A8-A1DA-27430E4C76D3}" type="presParOf" srcId="{B3CD8099-680A-436A-BC1E-4C2F86A3D4E5}" destId="{5F969FB2-2A2F-470E-ABC6-EEE462394548}" srcOrd="3" destOrd="0" presId="urn:microsoft.com/office/officeart/2005/8/layout/process2"/>
    <dgm:cxn modelId="{ABAAF641-CCB9-4F08-97F0-DC9419CA8B50}" type="presParOf" srcId="{5F969FB2-2A2F-470E-ABC6-EEE462394548}" destId="{01FAC918-6F37-40EB-ACA8-F25315032EC2}" srcOrd="0" destOrd="0" presId="urn:microsoft.com/office/officeart/2005/8/layout/process2"/>
    <dgm:cxn modelId="{766F9875-B559-4981-AFFB-F8A2A05D3492}" type="presParOf" srcId="{B3CD8099-680A-436A-BC1E-4C2F86A3D4E5}" destId="{F3EE16D4-DAE9-41B6-8863-03865C342D6B}" srcOrd="4" destOrd="0" presId="urn:microsoft.com/office/officeart/2005/8/layout/process2"/>
    <dgm:cxn modelId="{2D5F5FFD-BA54-4BC2-A8FF-2D03E2A39950}" type="presParOf" srcId="{B3CD8099-680A-436A-BC1E-4C2F86A3D4E5}" destId="{9096DBBE-C14D-46E7-8366-A06F3BC5C449}" srcOrd="5" destOrd="0" presId="urn:microsoft.com/office/officeart/2005/8/layout/process2"/>
    <dgm:cxn modelId="{02CCE545-DBAD-4816-882D-411D996791C4}" type="presParOf" srcId="{9096DBBE-C14D-46E7-8366-A06F3BC5C449}" destId="{6965BE85-1DEA-445C-AE62-B2A02DE199DD}" srcOrd="0" destOrd="0" presId="urn:microsoft.com/office/officeart/2005/8/layout/process2"/>
    <dgm:cxn modelId="{CB7F2A0E-186B-4E02-BB43-613E05CE19C3}" type="presParOf" srcId="{B3CD8099-680A-436A-BC1E-4C2F86A3D4E5}" destId="{93D61C67-68FA-4C82-A086-3A4AC6875A14}" srcOrd="6" destOrd="0" presId="urn:microsoft.com/office/officeart/2005/8/layout/process2"/>
    <dgm:cxn modelId="{6EB13644-930A-492C-83F7-07F340A65E03}" type="presParOf" srcId="{B3CD8099-680A-436A-BC1E-4C2F86A3D4E5}" destId="{BA45CA7E-86E0-4862-AEEE-B5D2968E128F}" srcOrd="7" destOrd="0" presId="urn:microsoft.com/office/officeart/2005/8/layout/process2"/>
    <dgm:cxn modelId="{4B0BD572-9FAE-48A5-B37B-CF1FC110D6E9}" type="presParOf" srcId="{BA45CA7E-86E0-4862-AEEE-B5D2968E128F}" destId="{C78E6FBF-4957-4C83-AEBE-8E80FFC1D5E0}" srcOrd="0" destOrd="0" presId="urn:microsoft.com/office/officeart/2005/8/layout/process2"/>
    <dgm:cxn modelId="{365BD927-9A00-4C25-B0B5-59DE87345325}" type="presParOf" srcId="{B3CD8099-680A-436A-BC1E-4C2F86A3D4E5}" destId="{C7861961-B51E-4399-963B-6D7CD3214314}" srcOrd="8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A8B07741-BF50-48BF-B924-DFFD13A7661D}" type="doc">
      <dgm:prSet loTypeId="urn:microsoft.com/office/officeart/2005/8/layout/hierarchy2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pt-BR"/>
        </a:p>
      </dgm:t>
    </dgm:pt>
    <dgm:pt modelId="{B2961E5F-2553-4F26-809B-410BA05B113E}">
      <dgm:prSet phldrT="[Texto]" custT="1"/>
      <dgm:spPr/>
      <dgm:t>
        <a:bodyPr/>
        <a:lstStyle/>
        <a:p>
          <a:r>
            <a:rPr lang="pt-BR" sz="2400" dirty="0">
              <a:latin typeface="Aptos" panose="020B0004020202020204" pitchFamily="34" charset="0"/>
            </a:rPr>
            <a:t>Análise Química</a:t>
          </a:r>
        </a:p>
      </dgm:t>
    </dgm:pt>
    <dgm:pt modelId="{DDA64FA2-AD54-4F1D-966D-40201F258067}" type="parTrans" cxnId="{90C7F68A-33D6-4A83-AE1A-247617A91991}">
      <dgm:prSet/>
      <dgm:spPr/>
      <dgm:t>
        <a:bodyPr/>
        <a:lstStyle/>
        <a:p>
          <a:endParaRPr lang="pt-BR" sz="2400">
            <a:latin typeface="Aptos" panose="020B0004020202020204" pitchFamily="34" charset="0"/>
          </a:endParaRPr>
        </a:p>
      </dgm:t>
    </dgm:pt>
    <dgm:pt modelId="{A716E017-DF66-4A82-A42E-72B5AD020B9C}" type="sibTrans" cxnId="{90C7F68A-33D6-4A83-AE1A-247617A91991}">
      <dgm:prSet/>
      <dgm:spPr/>
      <dgm:t>
        <a:bodyPr/>
        <a:lstStyle/>
        <a:p>
          <a:endParaRPr lang="pt-BR" sz="2400">
            <a:latin typeface="Aptos" panose="020B0004020202020204" pitchFamily="34" charset="0"/>
          </a:endParaRPr>
        </a:p>
      </dgm:t>
    </dgm:pt>
    <dgm:pt modelId="{471BEE97-113F-4092-891F-56E46135E38E}">
      <dgm:prSet phldrT="[Texto]" custT="1"/>
      <dgm:spPr/>
      <dgm:t>
        <a:bodyPr/>
        <a:lstStyle/>
        <a:p>
          <a:r>
            <a:rPr lang="pt-BR" sz="2400" dirty="0">
              <a:latin typeface="Aptos" panose="020B0004020202020204" pitchFamily="34" charset="0"/>
            </a:rPr>
            <a:t>Quantitativa</a:t>
          </a:r>
        </a:p>
      </dgm:t>
    </dgm:pt>
    <dgm:pt modelId="{C7CE4D0B-8CFB-4110-A253-8E51A726E092}" type="parTrans" cxnId="{084D1927-E1F6-4749-A807-8EDF3B544D25}">
      <dgm:prSet custT="1"/>
      <dgm:spPr/>
      <dgm:t>
        <a:bodyPr/>
        <a:lstStyle/>
        <a:p>
          <a:endParaRPr lang="pt-BR" sz="2400">
            <a:latin typeface="Aptos" panose="020B0004020202020204" pitchFamily="34" charset="0"/>
          </a:endParaRPr>
        </a:p>
      </dgm:t>
    </dgm:pt>
    <dgm:pt modelId="{5044D0F4-EC32-4B13-A0B2-F4684E52BA96}" type="sibTrans" cxnId="{084D1927-E1F6-4749-A807-8EDF3B544D25}">
      <dgm:prSet/>
      <dgm:spPr/>
      <dgm:t>
        <a:bodyPr/>
        <a:lstStyle/>
        <a:p>
          <a:endParaRPr lang="pt-BR" sz="2400">
            <a:latin typeface="Aptos" panose="020B0004020202020204" pitchFamily="34" charset="0"/>
          </a:endParaRPr>
        </a:p>
      </dgm:t>
    </dgm:pt>
    <dgm:pt modelId="{574D7DB5-4AB6-4927-A510-1ABCBA8A7B75}">
      <dgm:prSet phldrT="[Texto]" custT="1"/>
      <dgm:spPr/>
      <dgm:t>
        <a:bodyPr/>
        <a:lstStyle/>
        <a:p>
          <a:r>
            <a:rPr lang="pt-BR" sz="2400" dirty="0">
              <a:latin typeface="Aptos" panose="020B0004020202020204" pitchFamily="34" charset="0"/>
            </a:rPr>
            <a:t>Qualitativa</a:t>
          </a:r>
        </a:p>
      </dgm:t>
    </dgm:pt>
    <dgm:pt modelId="{FBD5F46E-E6A6-4D6A-9DA8-1888557EDC24}" type="parTrans" cxnId="{08365CA2-1A12-4310-AF41-9F2A593F70C0}">
      <dgm:prSet custT="1"/>
      <dgm:spPr/>
      <dgm:t>
        <a:bodyPr/>
        <a:lstStyle/>
        <a:p>
          <a:endParaRPr lang="pt-BR" sz="2400">
            <a:latin typeface="Aptos" panose="020B0004020202020204" pitchFamily="34" charset="0"/>
          </a:endParaRPr>
        </a:p>
      </dgm:t>
    </dgm:pt>
    <dgm:pt modelId="{B5C34871-83C7-4F47-93BA-EEEE6EAB2C89}" type="sibTrans" cxnId="{08365CA2-1A12-4310-AF41-9F2A593F70C0}">
      <dgm:prSet/>
      <dgm:spPr/>
      <dgm:t>
        <a:bodyPr/>
        <a:lstStyle/>
        <a:p>
          <a:endParaRPr lang="pt-BR" sz="2400">
            <a:latin typeface="Aptos" panose="020B0004020202020204" pitchFamily="34" charset="0"/>
          </a:endParaRPr>
        </a:p>
      </dgm:t>
    </dgm:pt>
    <dgm:pt modelId="{1C4D3971-088A-4C69-BF69-D465B0E595E7}">
      <dgm:prSet phldrT="[Texto]" custT="1"/>
      <dgm:spPr/>
      <dgm:t>
        <a:bodyPr/>
        <a:lstStyle/>
        <a:p>
          <a:r>
            <a:rPr lang="pt-BR" sz="2400" dirty="0">
              <a:latin typeface="Aptos" panose="020B0004020202020204" pitchFamily="34" charset="0"/>
            </a:rPr>
            <a:t>Métodos Físico-químicos</a:t>
          </a:r>
        </a:p>
      </dgm:t>
    </dgm:pt>
    <dgm:pt modelId="{48173CC6-5256-463B-A726-EDF89E88A0C6}" type="parTrans" cxnId="{0FDFDBA7-6802-4CDE-86AB-934A101E7642}">
      <dgm:prSet custT="1"/>
      <dgm:spPr/>
      <dgm:t>
        <a:bodyPr/>
        <a:lstStyle/>
        <a:p>
          <a:endParaRPr lang="pt-BR" sz="2400">
            <a:latin typeface="Aptos" panose="020B0004020202020204" pitchFamily="34" charset="0"/>
          </a:endParaRPr>
        </a:p>
      </dgm:t>
    </dgm:pt>
    <dgm:pt modelId="{C52A5785-BA82-400B-97D5-BA20FF90642B}" type="sibTrans" cxnId="{0FDFDBA7-6802-4CDE-86AB-934A101E7642}">
      <dgm:prSet/>
      <dgm:spPr/>
      <dgm:t>
        <a:bodyPr/>
        <a:lstStyle/>
        <a:p>
          <a:endParaRPr lang="pt-BR" sz="2400">
            <a:latin typeface="Aptos" panose="020B0004020202020204" pitchFamily="34" charset="0"/>
          </a:endParaRPr>
        </a:p>
      </dgm:t>
    </dgm:pt>
    <dgm:pt modelId="{34E9F2D5-FDD3-410D-891E-3D55CC8D2AE2}">
      <dgm:prSet phldrT="[Texto]" custT="1"/>
      <dgm:spPr/>
      <dgm:t>
        <a:bodyPr/>
        <a:lstStyle/>
        <a:p>
          <a:r>
            <a:rPr lang="pt-BR" sz="2400" dirty="0">
              <a:latin typeface="Aptos" panose="020B0004020202020204" pitchFamily="34" charset="0"/>
            </a:rPr>
            <a:t>Métodos Químicos</a:t>
          </a:r>
        </a:p>
      </dgm:t>
    </dgm:pt>
    <dgm:pt modelId="{D7A46301-F389-4970-BD95-461BCAD6ABFE}" type="parTrans" cxnId="{05AFE7AA-B1C4-4768-B1D9-282DB8B47C21}">
      <dgm:prSet custT="1"/>
      <dgm:spPr/>
      <dgm:t>
        <a:bodyPr/>
        <a:lstStyle/>
        <a:p>
          <a:endParaRPr lang="pt-BR" sz="2400">
            <a:latin typeface="Aptos" panose="020B0004020202020204" pitchFamily="34" charset="0"/>
          </a:endParaRPr>
        </a:p>
      </dgm:t>
    </dgm:pt>
    <dgm:pt modelId="{A9E0028D-AD17-4DD6-BFCE-050FA3D99360}" type="sibTrans" cxnId="{05AFE7AA-B1C4-4768-B1D9-282DB8B47C21}">
      <dgm:prSet/>
      <dgm:spPr/>
      <dgm:t>
        <a:bodyPr/>
        <a:lstStyle/>
        <a:p>
          <a:endParaRPr lang="pt-BR" sz="2400">
            <a:latin typeface="Aptos" panose="020B0004020202020204" pitchFamily="34" charset="0"/>
          </a:endParaRPr>
        </a:p>
      </dgm:t>
    </dgm:pt>
    <dgm:pt modelId="{3DC2F46B-7426-4C5B-A5D2-8579C0595AFD}">
      <dgm:prSet phldrT="[Texto]" custT="1"/>
      <dgm:spPr/>
      <dgm:t>
        <a:bodyPr/>
        <a:lstStyle/>
        <a:p>
          <a:r>
            <a:rPr lang="pt-BR" sz="2400" dirty="0">
              <a:latin typeface="Aptos" panose="020B0004020202020204" pitchFamily="34" charset="0"/>
            </a:rPr>
            <a:t>Gravimetria</a:t>
          </a:r>
        </a:p>
      </dgm:t>
    </dgm:pt>
    <dgm:pt modelId="{A06E4AE2-DC96-4700-9138-4B7F1AA93E03}" type="parTrans" cxnId="{7BFDDA7C-ABFD-47AA-B058-DF1FB12DC6B0}">
      <dgm:prSet custT="1"/>
      <dgm:spPr/>
      <dgm:t>
        <a:bodyPr/>
        <a:lstStyle/>
        <a:p>
          <a:endParaRPr lang="pt-BR" sz="2400">
            <a:latin typeface="Aptos" panose="020B0004020202020204" pitchFamily="34" charset="0"/>
          </a:endParaRPr>
        </a:p>
      </dgm:t>
    </dgm:pt>
    <dgm:pt modelId="{834E47D0-A37A-4962-80CE-419FCC0F83D4}" type="sibTrans" cxnId="{7BFDDA7C-ABFD-47AA-B058-DF1FB12DC6B0}">
      <dgm:prSet/>
      <dgm:spPr/>
      <dgm:t>
        <a:bodyPr/>
        <a:lstStyle/>
        <a:p>
          <a:endParaRPr lang="pt-BR" sz="2400">
            <a:latin typeface="Aptos" panose="020B0004020202020204" pitchFamily="34" charset="0"/>
          </a:endParaRPr>
        </a:p>
      </dgm:t>
    </dgm:pt>
    <dgm:pt modelId="{16154995-76FD-4A51-915F-B88ABFC19C6F}">
      <dgm:prSet phldrT="[Texto]" custT="1"/>
      <dgm:spPr/>
      <dgm:t>
        <a:bodyPr/>
        <a:lstStyle/>
        <a:p>
          <a:r>
            <a:rPr lang="pt-BR" sz="2400" dirty="0">
              <a:latin typeface="Aptos" panose="020B0004020202020204" pitchFamily="34" charset="0"/>
            </a:rPr>
            <a:t>Volumetria</a:t>
          </a:r>
        </a:p>
      </dgm:t>
    </dgm:pt>
    <dgm:pt modelId="{6560AF4B-2CE1-4CD0-A9C0-F5A4445CEB85}" type="parTrans" cxnId="{B658C88D-B9D1-49E7-A34C-366D4C2E214C}">
      <dgm:prSet custT="1"/>
      <dgm:spPr/>
      <dgm:t>
        <a:bodyPr/>
        <a:lstStyle/>
        <a:p>
          <a:endParaRPr lang="pt-BR" sz="2400">
            <a:latin typeface="Aptos" panose="020B0004020202020204" pitchFamily="34" charset="0"/>
          </a:endParaRPr>
        </a:p>
      </dgm:t>
    </dgm:pt>
    <dgm:pt modelId="{0B7FEB7E-C4DD-4D9B-B0BD-02B568B51EC0}" type="sibTrans" cxnId="{B658C88D-B9D1-49E7-A34C-366D4C2E214C}">
      <dgm:prSet/>
      <dgm:spPr/>
      <dgm:t>
        <a:bodyPr/>
        <a:lstStyle/>
        <a:p>
          <a:endParaRPr lang="pt-BR" sz="2400">
            <a:latin typeface="Aptos" panose="020B0004020202020204" pitchFamily="34" charset="0"/>
          </a:endParaRPr>
        </a:p>
      </dgm:t>
    </dgm:pt>
    <dgm:pt modelId="{3104578C-6DD3-48F7-9D7E-6E205E3B9660}">
      <dgm:prSet phldrT="[Texto]" custT="1"/>
      <dgm:spPr/>
      <dgm:t>
        <a:bodyPr/>
        <a:lstStyle/>
        <a:p>
          <a:r>
            <a:rPr lang="pt-BR" sz="2400" dirty="0">
              <a:latin typeface="Aptos" panose="020B0004020202020204" pitchFamily="34" charset="0"/>
            </a:rPr>
            <a:t>Análise de Ânions</a:t>
          </a:r>
        </a:p>
      </dgm:t>
    </dgm:pt>
    <dgm:pt modelId="{FCC91003-9EE1-4CAE-82BC-4D459354A3D5}" type="parTrans" cxnId="{DE160E76-38F1-4FF2-BF64-65D1F22A9723}">
      <dgm:prSet custT="1"/>
      <dgm:spPr/>
      <dgm:t>
        <a:bodyPr/>
        <a:lstStyle/>
        <a:p>
          <a:endParaRPr lang="pt-BR" sz="2400">
            <a:latin typeface="Aptos" panose="020B0004020202020204" pitchFamily="34" charset="0"/>
          </a:endParaRPr>
        </a:p>
      </dgm:t>
    </dgm:pt>
    <dgm:pt modelId="{6AD0F36E-FA3A-465F-AA5A-62A734720F7E}" type="sibTrans" cxnId="{DE160E76-38F1-4FF2-BF64-65D1F22A9723}">
      <dgm:prSet/>
      <dgm:spPr/>
      <dgm:t>
        <a:bodyPr/>
        <a:lstStyle/>
        <a:p>
          <a:endParaRPr lang="pt-BR" sz="2400">
            <a:latin typeface="Aptos" panose="020B0004020202020204" pitchFamily="34" charset="0"/>
          </a:endParaRPr>
        </a:p>
      </dgm:t>
    </dgm:pt>
    <dgm:pt modelId="{06B56B5C-7C8D-460C-A05F-DC0A8E530D08}">
      <dgm:prSet phldrT="[Texto]" custT="1"/>
      <dgm:spPr/>
      <dgm:t>
        <a:bodyPr/>
        <a:lstStyle/>
        <a:p>
          <a:r>
            <a:rPr lang="pt-BR" sz="2400" dirty="0">
              <a:latin typeface="Aptos" panose="020B0004020202020204" pitchFamily="34" charset="0"/>
            </a:rPr>
            <a:t>Análise de Cátions</a:t>
          </a:r>
        </a:p>
      </dgm:t>
    </dgm:pt>
    <dgm:pt modelId="{923A68E4-63E9-432B-8666-8BF2D0A85703}" type="parTrans" cxnId="{76DC22E4-7BDB-4FE8-A197-3C3D65AC0AAC}">
      <dgm:prSet custT="1"/>
      <dgm:spPr/>
      <dgm:t>
        <a:bodyPr/>
        <a:lstStyle/>
        <a:p>
          <a:endParaRPr lang="pt-BR" sz="2400">
            <a:latin typeface="Aptos" panose="020B0004020202020204" pitchFamily="34" charset="0"/>
          </a:endParaRPr>
        </a:p>
      </dgm:t>
    </dgm:pt>
    <dgm:pt modelId="{5842E688-B98B-47D5-B29D-9A4114EDDF89}" type="sibTrans" cxnId="{76DC22E4-7BDB-4FE8-A197-3C3D65AC0AAC}">
      <dgm:prSet/>
      <dgm:spPr/>
      <dgm:t>
        <a:bodyPr/>
        <a:lstStyle/>
        <a:p>
          <a:endParaRPr lang="pt-BR" sz="2400">
            <a:latin typeface="Aptos" panose="020B0004020202020204" pitchFamily="34" charset="0"/>
          </a:endParaRPr>
        </a:p>
      </dgm:t>
    </dgm:pt>
    <dgm:pt modelId="{F0076DFE-9029-44C7-9933-64D8C439B858}" type="pres">
      <dgm:prSet presAssocID="{A8B07741-BF50-48BF-B924-DFFD13A7661D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B5BC5C4F-F2FE-4161-8812-CA42D9207F8C}" type="pres">
      <dgm:prSet presAssocID="{B2961E5F-2553-4F26-809B-410BA05B113E}" presName="root1" presStyleCnt="0"/>
      <dgm:spPr/>
    </dgm:pt>
    <dgm:pt modelId="{3D959973-9D9F-4D3B-92C9-8FA9AC479B9C}" type="pres">
      <dgm:prSet presAssocID="{B2961E5F-2553-4F26-809B-410BA05B113E}" presName="LevelOneTextNode" presStyleLbl="node0" presStyleIdx="0" presStyleCnt="1" custScaleY="73437">
        <dgm:presLayoutVars>
          <dgm:chPref val="3"/>
        </dgm:presLayoutVars>
      </dgm:prSet>
      <dgm:spPr/>
    </dgm:pt>
    <dgm:pt modelId="{F953C6B2-67A7-4576-AA72-CD73B4E80C5A}" type="pres">
      <dgm:prSet presAssocID="{B2961E5F-2553-4F26-809B-410BA05B113E}" presName="level2hierChild" presStyleCnt="0"/>
      <dgm:spPr/>
    </dgm:pt>
    <dgm:pt modelId="{A9F35BC7-3FCD-466D-9267-73D16053A050}" type="pres">
      <dgm:prSet presAssocID="{C7CE4D0B-8CFB-4110-A253-8E51A726E092}" presName="conn2-1" presStyleLbl="parChTrans1D2" presStyleIdx="0" presStyleCnt="2"/>
      <dgm:spPr/>
    </dgm:pt>
    <dgm:pt modelId="{9E777D7D-3E64-465F-8BC2-BEB57A073DC5}" type="pres">
      <dgm:prSet presAssocID="{C7CE4D0B-8CFB-4110-A253-8E51A726E092}" presName="connTx" presStyleLbl="parChTrans1D2" presStyleIdx="0" presStyleCnt="2"/>
      <dgm:spPr/>
    </dgm:pt>
    <dgm:pt modelId="{59F7775A-81CE-4E6B-B90A-BB4E84CB4268}" type="pres">
      <dgm:prSet presAssocID="{471BEE97-113F-4092-891F-56E46135E38E}" presName="root2" presStyleCnt="0"/>
      <dgm:spPr/>
    </dgm:pt>
    <dgm:pt modelId="{73B0A2DC-7518-4B6C-8F51-2CA6DA7BB983}" type="pres">
      <dgm:prSet presAssocID="{471BEE97-113F-4092-891F-56E46135E38E}" presName="LevelTwoTextNode" presStyleLbl="node2" presStyleIdx="0" presStyleCnt="2" custScaleY="63237">
        <dgm:presLayoutVars>
          <dgm:chPref val="3"/>
        </dgm:presLayoutVars>
      </dgm:prSet>
      <dgm:spPr/>
    </dgm:pt>
    <dgm:pt modelId="{43333BA6-123D-4739-81D9-6F9F488462F0}" type="pres">
      <dgm:prSet presAssocID="{471BEE97-113F-4092-891F-56E46135E38E}" presName="level3hierChild" presStyleCnt="0"/>
      <dgm:spPr/>
    </dgm:pt>
    <dgm:pt modelId="{52465AB1-FAB2-4393-B972-E2480B443A99}" type="pres">
      <dgm:prSet presAssocID="{D7A46301-F389-4970-BD95-461BCAD6ABFE}" presName="conn2-1" presStyleLbl="parChTrans1D3" presStyleIdx="0" presStyleCnt="4"/>
      <dgm:spPr/>
    </dgm:pt>
    <dgm:pt modelId="{E4A80919-D245-45C0-9435-D652748C770F}" type="pres">
      <dgm:prSet presAssocID="{D7A46301-F389-4970-BD95-461BCAD6ABFE}" presName="connTx" presStyleLbl="parChTrans1D3" presStyleIdx="0" presStyleCnt="4"/>
      <dgm:spPr/>
    </dgm:pt>
    <dgm:pt modelId="{9B7A59B7-1B0D-49CF-97A2-BA3DC066AB89}" type="pres">
      <dgm:prSet presAssocID="{34E9F2D5-FDD3-410D-891E-3D55CC8D2AE2}" presName="root2" presStyleCnt="0"/>
      <dgm:spPr/>
    </dgm:pt>
    <dgm:pt modelId="{2E2FA06B-3B77-4A10-9DB3-3F27BD7C2B71}" type="pres">
      <dgm:prSet presAssocID="{34E9F2D5-FDD3-410D-891E-3D55CC8D2AE2}" presName="LevelTwoTextNode" presStyleLbl="node3" presStyleIdx="0" presStyleCnt="4" custScaleX="183592" custScaleY="68034">
        <dgm:presLayoutVars>
          <dgm:chPref val="3"/>
        </dgm:presLayoutVars>
      </dgm:prSet>
      <dgm:spPr/>
    </dgm:pt>
    <dgm:pt modelId="{5C089866-A1CA-443A-8EF4-46B0E2E0589E}" type="pres">
      <dgm:prSet presAssocID="{34E9F2D5-FDD3-410D-891E-3D55CC8D2AE2}" presName="level3hierChild" presStyleCnt="0"/>
      <dgm:spPr/>
    </dgm:pt>
    <dgm:pt modelId="{599AAE4D-6199-4D46-A9FE-9E5FC8153135}" type="pres">
      <dgm:prSet presAssocID="{A06E4AE2-DC96-4700-9138-4B7F1AA93E03}" presName="conn2-1" presStyleLbl="parChTrans1D4" presStyleIdx="0" presStyleCnt="2"/>
      <dgm:spPr/>
    </dgm:pt>
    <dgm:pt modelId="{8E3A37D3-7E7F-4AF3-9CEE-45586923BCF8}" type="pres">
      <dgm:prSet presAssocID="{A06E4AE2-DC96-4700-9138-4B7F1AA93E03}" presName="connTx" presStyleLbl="parChTrans1D4" presStyleIdx="0" presStyleCnt="2"/>
      <dgm:spPr/>
    </dgm:pt>
    <dgm:pt modelId="{48DFD560-71D5-49A7-9CD9-4F61F11CDB79}" type="pres">
      <dgm:prSet presAssocID="{3DC2F46B-7426-4C5B-A5D2-8579C0595AFD}" presName="root2" presStyleCnt="0"/>
      <dgm:spPr/>
    </dgm:pt>
    <dgm:pt modelId="{6CCC27DF-41F0-4BBB-A680-3DF6B3DD51DC}" type="pres">
      <dgm:prSet presAssocID="{3DC2F46B-7426-4C5B-A5D2-8579C0595AFD}" presName="LevelTwoTextNode" presStyleLbl="node4" presStyleIdx="0" presStyleCnt="2" custScaleY="63299">
        <dgm:presLayoutVars>
          <dgm:chPref val="3"/>
        </dgm:presLayoutVars>
      </dgm:prSet>
      <dgm:spPr/>
    </dgm:pt>
    <dgm:pt modelId="{A6183C12-1294-49BF-82E5-E36433363DCD}" type="pres">
      <dgm:prSet presAssocID="{3DC2F46B-7426-4C5B-A5D2-8579C0595AFD}" presName="level3hierChild" presStyleCnt="0"/>
      <dgm:spPr/>
    </dgm:pt>
    <dgm:pt modelId="{AF0441A0-7D34-44DD-9073-4A8927CDBD7D}" type="pres">
      <dgm:prSet presAssocID="{6560AF4B-2CE1-4CD0-A9C0-F5A4445CEB85}" presName="conn2-1" presStyleLbl="parChTrans1D4" presStyleIdx="1" presStyleCnt="2"/>
      <dgm:spPr/>
    </dgm:pt>
    <dgm:pt modelId="{6CED2AD1-8411-47F1-9F9F-4638AB07FBEC}" type="pres">
      <dgm:prSet presAssocID="{6560AF4B-2CE1-4CD0-A9C0-F5A4445CEB85}" presName="connTx" presStyleLbl="parChTrans1D4" presStyleIdx="1" presStyleCnt="2"/>
      <dgm:spPr/>
    </dgm:pt>
    <dgm:pt modelId="{155701BE-3B87-4E81-A0FF-F2204E144A49}" type="pres">
      <dgm:prSet presAssocID="{16154995-76FD-4A51-915F-B88ABFC19C6F}" presName="root2" presStyleCnt="0"/>
      <dgm:spPr/>
    </dgm:pt>
    <dgm:pt modelId="{85029771-AF7E-4135-A3CA-A1BF796DCD71}" type="pres">
      <dgm:prSet presAssocID="{16154995-76FD-4A51-915F-B88ABFC19C6F}" presName="LevelTwoTextNode" presStyleLbl="node4" presStyleIdx="1" presStyleCnt="2" custScaleY="63299" custLinFactNeighborX="478" custLinFactNeighborY="-4590">
        <dgm:presLayoutVars>
          <dgm:chPref val="3"/>
        </dgm:presLayoutVars>
      </dgm:prSet>
      <dgm:spPr/>
    </dgm:pt>
    <dgm:pt modelId="{464DB9BE-0810-4D82-A7F8-807D52D2D8EA}" type="pres">
      <dgm:prSet presAssocID="{16154995-76FD-4A51-915F-B88ABFC19C6F}" presName="level3hierChild" presStyleCnt="0"/>
      <dgm:spPr/>
    </dgm:pt>
    <dgm:pt modelId="{D3246273-7717-46F9-AA3B-11B166D40864}" type="pres">
      <dgm:prSet presAssocID="{48173CC6-5256-463B-A726-EDF89E88A0C6}" presName="conn2-1" presStyleLbl="parChTrans1D3" presStyleIdx="1" presStyleCnt="4"/>
      <dgm:spPr/>
    </dgm:pt>
    <dgm:pt modelId="{F8AB2BB5-0480-44AA-AFD1-CF650807D07E}" type="pres">
      <dgm:prSet presAssocID="{48173CC6-5256-463B-A726-EDF89E88A0C6}" presName="connTx" presStyleLbl="parChTrans1D3" presStyleIdx="1" presStyleCnt="4"/>
      <dgm:spPr/>
    </dgm:pt>
    <dgm:pt modelId="{3FE780B2-15AB-4E4D-A9D9-27CAE3A761D0}" type="pres">
      <dgm:prSet presAssocID="{1C4D3971-088A-4C69-BF69-D465B0E595E7}" presName="root2" presStyleCnt="0"/>
      <dgm:spPr/>
    </dgm:pt>
    <dgm:pt modelId="{BA10D7EB-4631-4096-9056-5CE571F9FF2B}" type="pres">
      <dgm:prSet presAssocID="{1C4D3971-088A-4C69-BF69-D465B0E595E7}" presName="LevelTwoTextNode" presStyleLbl="node3" presStyleIdx="1" presStyleCnt="4" custScaleX="183592" custScaleY="68034">
        <dgm:presLayoutVars>
          <dgm:chPref val="3"/>
        </dgm:presLayoutVars>
      </dgm:prSet>
      <dgm:spPr/>
    </dgm:pt>
    <dgm:pt modelId="{BD507016-5A27-4FBA-A864-A19B040AF80D}" type="pres">
      <dgm:prSet presAssocID="{1C4D3971-088A-4C69-BF69-D465B0E595E7}" presName="level3hierChild" presStyleCnt="0"/>
      <dgm:spPr/>
    </dgm:pt>
    <dgm:pt modelId="{3DDB3E60-7DAE-4EAF-B015-CAD18AF84DE0}" type="pres">
      <dgm:prSet presAssocID="{FBD5F46E-E6A6-4D6A-9DA8-1888557EDC24}" presName="conn2-1" presStyleLbl="parChTrans1D2" presStyleIdx="1" presStyleCnt="2"/>
      <dgm:spPr/>
    </dgm:pt>
    <dgm:pt modelId="{841F6788-C5D3-4427-96DF-3BEDD5911FF2}" type="pres">
      <dgm:prSet presAssocID="{FBD5F46E-E6A6-4D6A-9DA8-1888557EDC24}" presName="connTx" presStyleLbl="parChTrans1D2" presStyleIdx="1" presStyleCnt="2"/>
      <dgm:spPr/>
    </dgm:pt>
    <dgm:pt modelId="{DB67159D-4D3E-4F18-803D-895C3F00C41A}" type="pres">
      <dgm:prSet presAssocID="{574D7DB5-4AB6-4927-A510-1ABCBA8A7B75}" presName="root2" presStyleCnt="0"/>
      <dgm:spPr/>
    </dgm:pt>
    <dgm:pt modelId="{0A48855B-B5D3-461A-9551-E00031427BA8}" type="pres">
      <dgm:prSet presAssocID="{574D7DB5-4AB6-4927-A510-1ABCBA8A7B75}" presName="LevelTwoTextNode" presStyleLbl="node2" presStyleIdx="1" presStyleCnt="2" custScaleY="63237">
        <dgm:presLayoutVars>
          <dgm:chPref val="3"/>
        </dgm:presLayoutVars>
      </dgm:prSet>
      <dgm:spPr/>
    </dgm:pt>
    <dgm:pt modelId="{B39B83FD-1A29-4AE7-8227-3E611FCEA57D}" type="pres">
      <dgm:prSet presAssocID="{574D7DB5-4AB6-4927-A510-1ABCBA8A7B75}" presName="level3hierChild" presStyleCnt="0"/>
      <dgm:spPr/>
    </dgm:pt>
    <dgm:pt modelId="{CD8ED7AB-B4B4-45C5-80A9-E4B89A660516}" type="pres">
      <dgm:prSet presAssocID="{FCC91003-9EE1-4CAE-82BC-4D459354A3D5}" presName="conn2-1" presStyleLbl="parChTrans1D3" presStyleIdx="2" presStyleCnt="4"/>
      <dgm:spPr/>
    </dgm:pt>
    <dgm:pt modelId="{2873237E-8E37-492B-8BA2-6C8429A1FE63}" type="pres">
      <dgm:prSet presAssocID="{FCC91003-9EE1-4CAE-82BC-4D459354A3D5}" presName="connTx" presStyleLbl="parChTrans1D3" presStyleIdx="2" presStyleCnt="4"/>
      <dgm:spPr/>
    </dgm:pt>
    <dgm:pt modelId="{7F389789-74D7-4C72-88BF-898C3F508B3F}" type="pres">
      <dgm:prSet presAssocID="{3104578C-6DD3-48F7-9D7E-6E205E3B9660}" presName="root2" presStyleCnt="0"/>
      <dgm:spPr/>
    </dgm:pt>
    <dgm:pt modelId="{20D0DDC1-56FF-4387-99B1-F6B586036F6B}" type="pres">
      <dgm:prSet presAssocID="{3104578C-6DD3-48F7-9D7E-6E205E3B9660}" presName="LevelTwoTextNode" presStyleLbl="node3" presStyleIdx="2" presStyleCnt="4" custScaleX="183592" custScaleY="73437">
        <dgm:presLayoutVars>
          <dgm:chPref val="3"/>
        </dgm:presLayoutVars>
      </dgm:prSet>
      <dgm:spPr/>
    </dgm:pt>
    <dgm:pt modelId="{CAD5018A-9C16-4FDF-8911-5E8513A1D587}" type="pres">
      <dgm:prSet presAssocID="{3104578C-6DD3-48F7-9D7E-6E205E3B9660}" presName="level3hierChild" presStyleCnt="0"/>
      <dgm:spPr/>
    </dgm:pt>
    <dgm:pt modelId="{D9DAA3C9-CC24-49DF-A2D2-4706A27DD10A}" type="pres">
      <dgm:prSet presAssocID="{923A68E4-63E9-432B-8666-8BF2D0A85703}" presName="conn2-1" presStyleLbl="parChTrans1D3" presStyleIdx="3" presStyleCnt="4"/>
      <dgm:spPr/>
    </dgm:pt>
    <dgm:pt modelId="{4C10CCBB-0389-4254-9B70-D4CCF4A48BEA}" type="pres">
      <dgm:prSet presAssocID="{923A68E4-63E9-432B-8666-8BF2D0A85703}" presName="connTx" presStyleLbl="parChTrans1D3" presStyleIdx="3" presStyleCnt="4"/>
      <dgm:spPr/>
    </dgm:pt>
    <dgm:pt modelId="{6702717D-7CED-42AE-A795-12DB510D406F}" type="pres">
      <dgm:prSet presAssocID="{06B56B5C-7C8D-460C-A05F-DC0A8E530D08}" presName="root2" presStyleCnt="0"/>
      <dgm:spPr/>
    </dgm:pt>
    <dgm:pt modelId="{5E958A4B-111D-4A8A-8A30-5BE998A903D4}" type="pres">
      <dgm:prSet presAssocID="{06B56B5C-7C8D-460C-A05F-DC0A8E530D08}" presName="LevelTwoTextNode" presStyleLbl="node3" presStyleIdx="3" presStyleCnt="4" custScaleX="183592" custScaleY="73437">
        <dgm:presLayoutVars>
          <dgm:chPref val="3"/>
        </dgm:presLayoutVars>
      </dgm:prSet>
      <dgm:spPr/>
    </dgm:pt>
    <dgm:pt modelId="{3B704103-7C9A-485E-91FD-694FA4584A25}" type="pres">
      <dgm:prSet presAssocID="{06B56B5C-7C8D-460C-A05F-DC0A8E530D08}" presName="level3hierChild" presStyleCnt="0"/>
      <dgm:spPr/>
    </dgm:pt>
  </dgm:ptLst>
  <dgm:cxnLst>
    <dgm:cxn modelId="{63131100-BE11-40FC-9D05-99DD8EBABDE1}" type="presOf" srcId="{FBD5F46E-E6A6-4D6A-9DA8-1888557EDC24}" destId="{3DDB3E60-7DAE-4EAF-B015-CAD18AF84DE0}" srcOrd="0" destOrd="0" presId="urn:microsoft.com/office/officeart/2005/8/layout/hierarchy2"/>
    <dgm:cxn modelId="{98E84B08-DD06-4DAB-810E-586CD217E191}" type="presOf" srcId="{16154995-76FD-4A51-915F-B88ABFC19C6F}" destId="{85029771-AF7E-4135-A3CA-A1BF796DCD71}" srcOrd="0" destOrd="0" presId="urn:microsoft.com/office/officeart/2005/8/layout/hierarchy2"/>
    <dgm:cxn modelId="{60FABC0D-6DA2-492D-94C5-9E1B294ED3FC}" type="presOf" srcId="{574D7DB5-4AB6-4927-A510-1ABCBA8A7B75}" destId="{0A48855B-B5D3-461A-9551-E00031427BA8}" srcOrd="0" destOrd="0" presId="urn:microsoft.com/office/officeart/2005/8/layout/hierarchy2"/>
    <dgm:cxn modelId="{803C0F15-167A-4C87-8816-6939C3704188}" type="presOf" srcId="{A8B07741-BF50-48BF-B924-DFFD13A7661D}" destId="{F0076DFE-9029-44C7-9933-64D8C439B858}" srcOrd="0" destOrd="0" presId="urn:microsoft.com/office/officeart/2005/8/layout/hierarchy2"/>
    <dgm:cxn modelId="{A518D615-8835-4C10-B13D-CFAEF7C7CEDE}" type="presOf" srcId="{D7A46301-F389-4970-BD95-461BCAD6ABFE}" destId="{52465AB1-FAB2-4393-B972-E2480B443A99}" srcOrd="0" destOrd="0" presId="urn:microsoft.com/office/officeart/2005/8/layout/hierarchy2"/>
    <dgm:cxn modelId="{E916D219-A22E-4C73-8EE6-4F9F999D3FB8}" type="presOf" srcId="{C7CE4D0B-8CFB-4110-A253-8E51A726E092}" destId="{9E777D7D-3E64-465F-8BC2-BEB57A073DC5}" srcOrd="1" destOrd="0" presId="urn:microsoft.com/office/officeart/2005/8/layout/hierarchy2"/>
    <dgm:cxn modelId="{736CC91E-5945-47D0-A315-7DC0E746E7F4}" type="presOf" srcId="{1C4D3971-088A-4C69-BF69-D465B0E595E7}" destId="{BA10D7EB-4631-4096-9056-5CE571F9FF2B}" srcOrd="0" destOrd="0" presId="urn:microsoft.com/office/officeart/2005/8/layout/hierarchy2"/>
    <dgm:cxn modelId="{535CC821-043D-4A3F-9164-ABC89ABFA4A8}" type="presOf" srcId="{B2961E5F-2553-4F26-809B-410BA05B113E}" destId="{3D959973-9D9F-4D3B-92C9-8FA9AC479B9C}" srcOrd="0" destOrd="0" presId="urn:microsoft.com/office/officeart/2005/8/layout/hierarchy2"/>
    <dgm:cxn modelId="{084D1927-E1F6-4749-A807-8EDF3B544D25}" srcId="{B2961E5F-2553-4F26-809B-410BA05B113E}" destId="{471BEE97-113F-4092-891F-56E46135E38E}" srcOrd="0" destOrd="0" parTransId="{C7CE4D0B-8CFB-4110-A253-8E51A726E092}" sibTransId="{5044D0F4-EC32-4B13-A0B2-F4684E52BA96}"/>
    <dgm:cxn modelId="{A885F32A-F68B-4B11-B0FE-51B4836BA184}" type="presOf" srcId="{3104578C-6DD3-48F7-9D7E-6E205E3B9660}" destId="{20D0DDC1-56FF-4387-99B1-F6B586036F6B}" srcOrd="0" destOrd="0" presId="urn:microsoft.com/office/officeart/2005/8/layout/hierarchy2"/>
    <dgm:cxn modelId="{A8D4593A-0FDC-4D43-AEC7-5C02C65C29E9}" type="presOf" srcId="{923A68E4-63E9-432B-8666-8BF2D0A85703}" destId="{D9DAA3C9-CC24-49DF-A2D2-4706A27DD10A}" srcOrd="0" destOrd="0" presId="urn:microsoft.com/office/officeart/2005/8/layout/hierarchy2"/>
    <dgm:cxn modelId="{7BD2933B-85D7-4B86-92FC-5294FC26B9E4}" type="presOf" srcId="{C7CE4D0B-8CFB-4110-A253-8E51A726E092}" destId="{A9F35BC7-3FCD-466D-9267-73D16053A050}" srcOrd="0" destOrd="0" presId="urn:microsoft.com/office/officeart/2005/8/layout/hierarchy2"/>
    <dgm:cxn modelId="{9D5EF542-9E33-4A81-AEEB-F1747746B3FE}" type="presOf" srcId="{D7A46301-F389-4970-BD95-461BCAD6ABFE}" destId="{E4A80919-D245-45C0-9435-D652748C770F}" srcOrd="1" destOrd="0" presId="urn:microsoft.com/office/officeart/2005/8/layout/hierarchy2"/>
    <dgm:cxn modelId="{D77D9763-96DB-4A28-97CE-F1AAA9D34E78}" type="presOf" srcId="{471BEE97-113F-4092-891F-56E46135E38E}" destId="{73B0A2DC-7518-4B6C-8F51-2CA6DA7BB983}" srcOrd="0" destOrd="0" presId="urn:microsoft.com/office/officeart/2005/8/layout/hierarchy2"/>
    <dgm:cxn modelId="{14ADED4A-DE82-4C62-A29E-F5105D066840}" type="presOf" srcId="{6560AF4B-2CE1-4CD0-A9C0-F5A4445CEB85}" destId="{6CED2AD1-8411-47F1-9F9F-4638AB07FBEC}" srcOrd="1" destOrd="0" presId="urn:microsoft.com/office/officeart/2005/8/layout/hierarchy2"/>
    <dgm:cxn modelId="{5E1C8B6D-0B96-4440-8B1C-55B96E05F75E}" type="presOf" srcId="{923A68E4-63E9-432B-8666-8BF2D0A85703}" destId="{4C10CCBB-0389-4254-9B70-D4CCF4A48BEA}" srcOrd="1" destOrd="0" presId="urn:microsoft.com/office/officeart/2005/8/layout/hierarchy2"/>
    <dgm:cxn modelId="{9235624E-3335-4FE5-86D3-4A8ED3692A5D}" type="presOf" srcId="{34E9F2D5-FDD3-410D-891E-3D55CC8D2AE2}" destId="{2E2FA06B-3B77-4A10-9DB3-3F27BD7C2B71}" srcOrd="0" destOrd="0" presId="urn:microsoft.com/office/officeart/2005/8/layout/hierarchy2"/>
    <dgm:cxn modelId="{46E74C51-C72F-4C4A-83A6-EA9B5AF6322D}" type="presOf" srcId="{FBD5F46E-E6A6-4D6A-9DA8-1888557EDC24}" destId="{841F6788-C5D3-4427-96DF-3BEDD5911FF2}" srcOrd="1" destOrd="0" presId="urn:microsoft.com/office/officeart/2005/8/layout/hierarchy2"/>
    <dgm:cxn modelId="{DE160E76-38F1-4FF2-BF64-65D1F22A9723}" srcId="{574D7DB5-4AB6-4927-A510-1ABCBA8A7B75}" destId="{3104578C-6DD3-48F7-9D7E-6E205E3B9660}" srcOrd="0" destOrd="0" parTransId="{FCC91003-9EE1-4CAE-82BC-4D459354A3D5}" sibTransId="{6AD0F36E-FA3A-465F-AA5A-62A734720F7E}"/>
    <dgm:cxn modelId="{BE6C8E58-32B9-4524-BC05-D0B14810ABC2}" type="presOf" srcId="{A06E4AE2-DC96-4700-9138-4B7F1AA93E03}" destId="{599AAE4D-6199-4D46-A9FE-9E5FC8153135}" srcOrd="0" destOrd="0" presId="urn:microsoft.com/office/officeart/2005/8/layout/hierarchy2"/>
    <dgm:cxn modelId="{7BFDDA7C-ABFD-47AA-B058-DF1FB12DC6B0}" srcId="{34E9F2D5-FDD3-410D-891E-3D55CC8D2AE2}" destId="{3DC2F46B-7426-4C5B-A5D2-8579C0595AFD}" srcOrd="0" destOrd="0" parTransId="{A06E4AE2-DC96-4700-9138-4B7F1AA93E03}" sibTransId="{834E47D0-A37A-4962-80CE-419FCC0F83D4}"/>
    <dgm:cxn modelId="{90C7F68A-33D6-4A83-AE1A-247617A91991}" srcId="{A8B07741-BF50-48BF-B924-DFFD13A7661D}" destId="{B2961E5F-2553-4F26-809B-410BA05B113E}" srcOrd="0" destOrd="0" parTransId="{DDA64FA2-AD54-4F1D-966D-40201F258067}" sibTransId="{A716E017-DF66-4A82-A42E-72B5AD020B9C}"/>
    <dgm:cxn modelId="{B658C88D-B9D1-49E7-A34C-366D4C2E214C}" srcId="{34E9F2D5-FDD3-410D-891E-3D55CC8D2AE2}" destId="{16154995-76FD-4A51-915F-B88ABFC19C6F}" srcOrd="1" destOrd="0" parTransId="{6560AF4B-2CE1-4CD0-A9C0-F5A4445CEB85}" sibTransId="{0B7FEB7E-C4DD-4D9B-B0BD-02B568B51EC0}"/>
    <dgm:cxn modelId="{958AE195-6D5F-46A0-B1AD-965F41E7EE5D}" type="presOf" srcId="{48173CC6-5256-463B-A726-EDF89E88A0C6}" destId="{D3246273-7717-46F9-AA3B-11B166D40864}" srcOrd="0" destOrd="0" presId="urn:microsoft.com/office/officeart/2005/8/layout/hierarchy2"/>
    <dgm:cxn modelId="{4A3A6596-F6C3-4136-8987-BCBC9EFF6632}" type="presOf" srcId="{FCC91003-9EE1-4CAE-82BC-4D459354A3D5}" destId="{CD8ED7AB-B4B4-45C5-80A9-E4B89A660516}" srcOrd="0" destOrd="0" presId="urn:microsoft.com/office/officeart/2005/8/layout/hierarchy2"/>
    <dgm:cxn modelId="{59154996-8AA2-4171-BC8E-EE8E195E8258}" type="presOf" srcId="{A06E4AE2-DC96-4700-9138-4B7F1AA93E03}" destId="{8E3A37D3-7E7F-4AF3-9CEE-45586923BCF8}" srcOrd="1" destOrd="0" presId="urn:microsoft.com/office/officeart/2005/8/layout/hierarchy2"/>
    <dgm:cxn modelId="{08365CA2-1A12-4310-AF41-9F2A593F70C0}" srcId="{B2961E5F-2553-4F26-809B-410BA05B113E}" destId="{574D7DB5-4AB6-4927-A510-1ABCBA8A7B75}" srcOrd="1" destOrd="0" parTransId="{FBD5F46E-E6A6-4D6A-9DA8-1888557EDC24}" sibTransId="{B5C34871-83C7-4F47-93BA-EEEE6EAB2C89}"/>
    <dgm:cxn modelId="{95A194A3-EE87-4C59-A90B-E941D88234C5}" type="presOf" srcId="{3DC2F46B-7426-4C5B-A5D2-8579C0595AFD}" destId="{6CCC27DF-41F0-4BBB-A680-3DF6B3DD51DC}" srcOrd="0" destOrd="0" presId="urn:microsoft.com/office/officeart/2005/8/layout/hierarchy2"/>
    <dgm:cxn modelId="{0FDFDBA7-6802-4CDE-86AB-934A101E7642}" srcId="{471BEE97-113F-4092-891F-56E46135E38E}" destId="{1C4D3971-088A-4C69-BF69-D465B0E595E7}" srcOrd="1" destOrd="0" parTransId="{48173CC6-5256-463B-A726-EDF89E88A0C6}" sibTransId="{C52A5785-BA82-400B-97D5-BA20FF90642B}"/>
    <dgm:cxn modelId="{05AFE7AA-B1C4-4768-B1D9-282DB8B47C21}" srcId="{471BEE97-113F-4092-891F-56E46135E38E}" destId="{34E9F2D5-FDD3-410D-891E-3D55CC8D2AE2}" srcOrd="0" destOrd="0" parTransId="{D7A46301-F389-4970-BD95-461BCAD6ABFE}" sibTransId="{A9E0028D-AD17-4DD6-BFCE-050FA3D99360}"/>
    <dgm:cxn modelId="{FE2E59D0-1AFC-45AE-8373-85FDEFFC8349}" type="presOf" srcId="{48173CC6-5256-463B-A726-EDF89E88A0C6}" destId="{F8AB2BB5-0480-44AA-AFD1-CF650807D07E}" srcOrd="1" destOrd="0" presId="urn:microsoft.com/office/officeart/2005/8/layout/hierarchy2"/>
    <dgm:cxn modelId="{C14833D2-E6FE-4DC0-B6A0-E0778AD7F3B7}" type="presOf" srcId="{6560AF4B-2CE1-4CD0-A9C0-F5A4445CEB85}" destId="{AF0441A0-7D34-44DD-9073-4A8927CDBD7D}" srcOrd="0" destOrd="0" presId="urn:microsoft.com/office/officeart/2005/8/layout/hierarchy2"/>
    <dgm:cxn modelId="{76DC22E4-7BDB-4FE8-A197-3C3D65AC0AAC}" srcId="{574D7DB5-4AB6-4927-A510-1ABCBA8A7B75}" destId="{06B56B5C-7C8D-460C-A05F-DC0A8E530D08}" srcOrd="1" destOrd="0" parTransId="{923A68E4-63E9-432B-8666-8BF2D0A85703}" sibTransId="{5842E688-B98B-47D5-B29D-9A4114EDDF89}"/>
    <dgm:cxn modelId="{B17100E9-0E40-4F5F-9767-C5326B893577}" type="presOf" srcId="{FCC91003-9EE1-4CAE-82BC-4D459354A3D5}" destId="{2873237E-8E37-492B-8BA2-6C8429A1FE63}" srcOrd="1" destOrd="0" presId="urn:microsoft.com/office/officeart/2005/8/layout/hierarchy2"/>
    <dgm:cxn modelId="{38627DFF-BB04-42E3-9774-8595520E81C7}" type="presOf" srcId="{06B56B5C-7C8D-460C-A05F-DC0A8E530D08}" destId="{5E958A4B-111D-4A8A-8A30-5BE998A903D4}" srcOrd="0" destOrd="0" presId="urn:microsoft.com/office/officeart/2005/8/layout/hierarchy2"/>
    <dgm:cxn modelId="{7CCB60AF-2B58-46C4-9431-06707F175300}" type="presParOf" srcId="{F0076DFE-9029-44C7-9933-64D8C439B858}" destId="{B5BC5C4F-F2FE-4161-8812-CA42D9207F8C}" srcOrd="0" destOrd="0" presId="urn:microsoft.com/office/officeart/2005/8/layout/hierarchy2"/>
    <dgm:cxn modelId="{89271CB1-C0E0-488D-8491-B0C8C10E1635}" type="presParOf" srcId="{B5BC5C4F-F2FE-4161-8812-CA42D9207F8C}" destId="{3D959973-9D9F-4D3B-92C9-8FA9AC479B9C}" srcOrd="0" destOrd="0" presId="urn:microsoft.com/office/officeart/2005/8/layout/hierarchy2"/>
    <dgm:cxn modelId="{919D51A3-7117-4226-AFE5-A58A3EBFC2ED}" type="presParOf" srcId="{B5BC5C4F-F2FE-4161-8812-CA42D9207F8C}" destId="{F953C6B2-67A7-4576-AA72-CD73B4E80C5A}" srcOrd="1" destOrd="0" presId="urn:microsoft.com/office/officeart/2005/8/layout/hierarchy2"/>
    <dgm:cxn modelId="{58A04EAE-62FA-4EA7-9C88-2825C270B95B}" type="presParOf" srcId="{F953C6B2-67A7-4576-AA72-CD73B4E80C5A}" destId="{A9F35BC7-3FCD-466D-9267-73D16053A050}" srcOrd="0" destOrd="0" presId="urn:microsoft.com/office/officeart/2005/8/layout/hierarchy2"/>
    <dgm:cxn modelId="{4AFC8275-4262-4293-9746-2A16FFBC24B2}" type="presParOf" srcId="{A9F35BC7-3FCD-466D-9267-73D16053A050}" destId="{9E777D7D-3E64-465F-8BC2-BEB57A073DC5}" srcOrd="0" destOrd="0" presId="urn:microsoft.com/office/officeart/2005/8/layout/hierarchy2"/>
    <dgm:cxn modelId="{388AD1FA-1D2C-452D-B5EC-F722E4FAFC0A}" type="presParOf" srcId="{F953C6B2-67A7-4576-AA72-CD73B4E80C5A}" destId="{59F7775A-81CE-4E6B-B90A-BB4E84CB4268}" srcOrd="1" destOrd="0" presId="urn:microsoft.com/office/officeart/2005/8/layout/hierarchy2"/>
    <dgm:cxn modelId="{47DD30F0-F7A3-4A6B-B546-C741479A13C7}" type="presParOf" srcId="{59F7775A-81CE-4E6B-B90A-BB4E84CB4268}" destId="{73B0A2DC-7518-4B6C-8F51-2CA6DA7BB983}" srcOrd="0" destOrd="0" presId="urn:microsoft.com/office/officeart/2005/8/layout/hierarchy2"/>
    <dgm:cxn modelId="{04B43C51-7EDB-462C-9E7F-0414070D2E91}" type="presParOf" srcId="{59F7775A-81CE-4E6B-B90A-BB4E84CB4268}" destId="{43333BA6-123D-4739-81D9-6F9F488462F0}" srcOrd="1" destOrd="0" presId="urn:microsoft.com/office/officeart/2005/8/layout/hierarchy2"/>
    <dgm:cxn modelId="{F4A5E270-9D1B-41C4-8DE1-5F889EBA20D5}" type="presParOf" srcId="{43333BA6-123D-4739-81D9-6F9F488462F0}" destId="{52465AB1-FAB2-4393-B972-E2480B443A99}" srcOrd="0" destOrd="0" presId="urn:microsoft.com/office/officeart/2005/8/layout/hierarchy2"/>
    <dgm:cxn modelId="{430D9F56-8CFD-483C-AB31-0421409BB6B6}" type="presParOf" srcId="{52465AB1-FAB2-4393-B972-E2480B443A99}" destId="{E4A80919-D245-45C0-9435-D652748C770F}" srcOrd="0" destOrd="0" presId="urn:microsoft.com/office/officeart/2005/8/layout/hierarchy2"/>
    <dgm:cxn modelId="{8DC61ECF-34B5-47D8-A379-B2173EF87AE3}" type="presParOf" srcId="{43333BA6-123D-4739-81D9-6F9F488462F0}" destId="{9B7A59B7-1B0D-49CF-97A2-BA3DC066AB89}" srcOrd="1" destOrd="0" presId="urn:microsoft.com/office/officeart/2005/8/layout/hierarchy2"/>
    <dgm:cxn modelId="{510A251D-ED8C-47E7-AC33-99DB37E7B7F7}" type="presParOf" srcId="{9B7A59B7-1B0D-49CF-97A2-BA3DC066AB89}" destId="{2E2FA06B-3B77-4A10-9DB3-3F27BD7C2B71}" srcOrd="0" destOrd="0" presId="urn:microsoft.com/office/officeart/2005/8/layout/hierarchy2"/>
    <dgm:cxn modelId="{32C47D8A-AA72-469F-BCD2-73EE196641F7}" type="presParOf" srcId="{9B7A59B7-1B0D-49CF-97A2-BA3DC066AB89}" destId="{5C089866-A1CA-443A-8EF4-46B0E2E0589E}" srcOrd="1" destOrd="0" presId="urn:microsoft.com/office/officeart/2005/8/layout/hierarchy2"/>
    <dgm:cxn modelId="{219A8059-E089-4BC3-934B-AD4918BAB4E2}" type="presParOf" srcId="{5C089866-A1CA-443A-8EF4-46B0E2E0589E}" destId="{599AAE4D-6199-4D46-A9FE-9E5FC8153135}" srcOrd="0" destOrd="0" presId="urn:microsoft.com/office/officeart/2005/8/layout/hierarchy2"/>
    <dgm:cxn modelId="{A5F62E1B-E774-4723-B003-E83D53A39667}" type="presParOf" srcId="{599AAE4D-6199-4D46-A9FE-9E5FC8153135}" destId="{8E3A37D3-7E7F-4AF3-9CEE-45586923BCF8}" srcOrd="0" destOrd="0" presId="urn:microsoft.com/office/officeart/2005/8/layout/hierarchy2"/>
    <dgm:cxn modelId="{5F15ACB6-5262-4AD0-9B67-30452CEF0CDF}" type="presParOf" srcId="{5C089866-A1CA-443A-8EF4-46B0E2E0589E}" destId="{48DFD560-71D5-49A7-9CD9-4F61F11CDB79}" srcOrd="1" destOrd="0" presId="urn:microsoft.com/office/officeart/2005/8/layout/hierarchy2"/>
    <dgm:cxn modelId="{9C7A1420-3F72-4DDD-A7C2-3E62D8239841}" type="presParOf" srcId="{48DFD560-71D5-49A7-9CD9-4F61F11CDB79}" destId="{6CCC27DF-41F0-4BBB-A680-3DF6B3DD51DC}" srcOrd="0" destOrd="0" presId="urn:microsoft.com/office/officeart/2005/8/layout/hierarchy2"/>
    <dgm:cxn modelId="{C2CF504B-2BCB-478A-9F94-17FBC72EA33C}" type="presParOf" srcId="{48DFD560-71D5-49A7-9CD9-4F61F11CDB79}" destId="{A6183C12-1294-49BF-82E5-E36433363DCD}" srcOrd="1" destOrd="0" presId="urn:microsoft.com/office/officeart/2005/8/layout/hierarchy2"/>
    <dgm:cxn modelId="{0FD7BB60-DD96-4942-AA71-0FBBE895C6E6}" type="presParOf" srcId="{5C089866-A1CA-443A-8EF4-46B0E2E0589E}" destId="{AF0441A0-7D34-44DD-9073-4A8927CDBD7D}" srcOrd="2" destOrd="0" presId="urn:microsoft.com/office/officeart/2005/8/layout/hierarchy2"/>
    <dgm:cxn modelId="{C17ECB72-4881-4240-B02F-D09EEB112F9A}" type="presParOf" srcId="{AF0441A0-7D34-44DD-9073-4A8927CDBD7D}" destId="{6CED2AD1-8411-47F1-9F9F-4638AB07FBEC}" srcOrd="0" destOrd="0" presId="urn:microsoft.com/office/officeart/2005/8/layout/hierarchy2"/>
    <dgm:cxn modelId="{565B89CD-A077-43FA-B83E-C74ABC888A5B}" type="presParOf" srcId="{5C089866-A1CA-443A-8EF4-46B0E2E0589E}" destId="{155701BE-3B87-4E81-A0FF-F2204E144A49}" srcOrd="3" destOrd="0" presId="urn:microsoft.com/office/officeart/2005/8/layout/hierarchy2"/>
    <dgm:cxn modelId="{E871DAEC-2D1D-4D54-B71D-220C2230683E}" type="presParOf" srcId="{155701BE-3B87-4E81-A0FF-F2204E144A49}" destId="{85029771-AF7E-4135-A3CA-A1BF796DCD71}" srcOrd="0" destOrd="0" presId="urn:microsoft.com/office/officeart/2005/8/layout/hierarchy2"/>
    <dgm:cxn modelId="{7AAD0F56-B448-4C30-93BD-E3766533C12D}" type="presParOf" srcId="{155701BE-3B87-4E81-A0FF-F2204E144A49}" destId="{464DB9BE-0810-4D82-A7F8-807D52D2D8EA}" srcOrd="1" destOrd="0" presId="urn:microsoft.com/office/officeart/2005/8/layout/hierarchy2"/>
    <dgm:cxn modelId="{1F608411-4814-4E3F-8836-44F01E60508B}" type="presParOf" srcId="{43333BA6-123D-4739-81D9-6F9F488462F0}" destId="{D3246273-7717-46F9-AA3B-11B166D40864}" srcOrd="2" destOrd="0" presId="urn:microsoft.com/office/officeart/2005/8/layout/hierarchy2"/>
    <dgm:cxn modelId="{333A2997-31B6-4A75-BB3D-8CC1AEE01A04}" type="presParOf" srcId="{D3246273-7717-46F9-AA3B-11B166D40864}" destId="{F8AB2BB5-0480-44AA-AFD1-CF650807D07E}" srcOrd="0" destOrd="0" presId="urn:microsoft.com/office/officeart/2005/8/layout/hierarchy2"/>
    <dgm:cxn modelId="{FE8E6424-D700-4794-91E9-8AB2EA9C717B}" type="presParOf" srcId="{43333BA6-123D-4739-81D9-6F9F488462F0}" destId="{3FE780B2-15AB-4E4D-A9D9-27CAE3A761D0}" srcOrd="3" destOrd="0" presId="urn:microsoft.com/office/officeart/2005/8/layout/hierarchy2"/>
    <dgm:cxn modelId="{1FEC3373-1ABB-4ECD-9740-1647FAA74800}" type="presParOf" srcId="{3FE780B2-15AB-4E4D-A9D9-27CAE3A761D0}" destId="{BA10D7EB-4631-4096-9056-5CE571F9FF2B}" srcOrd="0" destOrd="0" presId="urn:microsoft.com/office/officeart/2005/8/layout/hierarchy2"/>
    <dgm:cxn modelId="{177F37A5-F5F7-4CDE-AEBB-2A9C1CF980E0}" type="presParOf" srcId="{3FE780B2-15AB-4E4D-A9D9-27CAE3A761D0}" destId="{BD507016-5A27-4FBA-A864-A19B040AF80D}" srcOrd="1" destOrd="0" presId="urn:microsoft.com/office/officeart/2005/8/layout/hierarchy2"/>
    <dgm:cxn modelId="{24F715C7-D618-43C0-8F9F-81F40C8E4444}" type="presParOf" srcId="{F953C6B2-67A7-4576-AA72-CD73B4E80C5A}" destId="{3DDB3E60-7DAE-4EAF-B015-CAD18AF84DE0}" srcOrd="2" destOrd="0" presId="urn:microsoft.com/office/officeart/2005/8/layout/hierarchy2"/>
    <dgm:cxn modelId="{B3A19FC1-8B3E-4730-A565-53C1012ED92D}" type="presParOf" srcId="{3DDB3E60-7DAE-4EAF-B015-CAD18AF84DE0}" destId="{841F6788-C5D3-4427-96DF-3BEDD5911FF2}" srcOrd="0" destOrd="0" presId="urn:microsoft.com/office/officeart/2005/8/layout/hierarchy2"/>
    <dgm:cxn modelId="{D11EAEE4-020E-4B9A-BFB4-340DD37613E0}" type="presParOf" srcId="{F953C6B2-67A7-4576-AA72-CD73B4E80C5A}" destId="{DB67159D-4D3E-4F18-803D-895C3F00C41A}" srcOrd="3" destOrd="0" presId="urn:microsoft.com/office/officeart/2005/8/layout/hierarchy2"/>
    <dgm:cxn modelId="{192FE49E-EF33-4342-A827-7EB5E2C72532}" type="presParOf" srcId="{DB67159D-4D3E-4F18-803D-895C3F00C41A}" destId="{0A48855B-B5D3-461A-9551-E00031427BA8}" srcOrd="0" destOrd="0" presId="urn:microsoft.com/office/officeart/2005/8/layout/hierarchy2"/>
    <dgm:cxn modelId="{C0BE9151-A49F-414D-B0B9-849300115B2C}" type="presParOf" srcId="{DB67159D-4D3E-4F18-803D-895C3F00C41A}" destId="{B39B83FD-1A29-4AE7-8227-3E611FCEA57D}" srcOrd="1" destOrd="0" presId="urn:microsoft.com/office/officeart/2005/8/layout/hierarchy2"/>
    <dgm:cxn modelId="{8990D650-AEAB-45D7-A51F-76EF7A391B65}" type="presParOf" srcId="{B39B83FD-1A29-4AE7-8227-3E611FCEA57D}" destId="{CD8ED7AB-B4B4-45C5-80A9-E4B89A660516}" srcOrd="0" destOrd="0" presId="urn:microsoft.com/office/officeart/2005/8/layout/hierarchy2"/>
    <dgm:cxn modelId="{DFA88261-D9C6-494E-9D0D-65D311556DAE}" type="presParOf" srcId="{CD8ED7AB-B4B4-45C5-80A9-E4B89A660516}" destId="{2873237E-8E37-492B-8BA2-6C8429A1FE63}" srcOrd="0" destOrd="0" presId="urn:microsoft.com/office/officeart/2005/8/layout/hierarchy2"/>
    <dgm:cxn modelId="{170DF101-9461-427E-A3BF-1440AF5DB04D}" type="presParOf" srcId="{B39B83FD-1A29-4AE7-8227-3E611FCEA57D}" destId="{7F389789-74D7-4C72-88BF-898C3F508B3F}" srcOrd="1" destOrd="0" presId="urn:microsoft.com/office/officeart/2005/8/layout/hierarchy2"/>
    <dgm:cxn modelId="{FF5A02C4-191E-4D09-B3A4-C0E3CE0EBCCD}" type="presParOf" srcId="{7F389789-74D7-4C72-88BF-898C3F508B3F}" destId="{20D0DDC1-56FF-4387-99B1-F6B586036F6B}" srcOrd="0" destOrd="0" presId="urn:microsoft.com/office/officeart/2005/8/layout/hierarchy2"/>
    <dgm:cxn modelId="{9E599B87-D6AD-4165-94C7-1093E5BD6197}" type="presParOf" srcId="{7F389789-74D7-4C72-88BF-898C3F508B3F}" destId="{CAD5018A-9C16-4FDF-8911-5E8513A1D587}" srcOrd="1" destOrd="0" presId="urn:microsoft.com/office/officeart/2005/8/layout/hierarchy2"/>
    <dgm:cxn modelId="{F2D793A5-F30C-4608-AE9A-54C9526C4DAB}" type="presParOf" srcId="{B39B83FD-1A29-4AE7-8227-3E611FCEA57D}" destId="{D9DAA3C9-CC24-49DF-A2D2-4706A27DD10A}" srcOrd="2" destOrd="0" presId="urn:microsoft.com/office/officeart/2005/8/layout/hierarchy2"/>
    <dgm:cxn modelId="{D4158D07-A3E3-47AA-9B33-180B05310E61}" type="presParOf" srcId="{D9DAA3C9-CC24-49DF-A2D2-4706A27DD10A}" destId="{4C10CCBB-0389-4254-9B70-D4CCF4A48BEA}" srcOrd="0" destOrd="0" presId="urn:microsoft.com/office/officeart/2005/8/layout/hierarchy2"/>
    <dgm:cxn modelId="{2C305847-96A6-4388-B07D-FF864D252269}" type="presParOf" srcId="{B39B83FD-1A29-4AE7-8227-3E611FCEA57D}" destId="{6702717D-7CED-42AE-A795-12DB510D406F}" srcOrd="3" destOrd="0" presId="urn:microsoft.com/office/officeart/2005/8/layout/hierarchy2"/>
    <dgm:cxn modelId="{3DBEBBA1-1C41-407F-AA93-7EEA6DC09C99}" type="presParOf" srcId="{6702717D-7CED-42AE-A795-12DB510D406F}" destId="{5E958A4B-111D-4A8A-8A30-5BE998A903D4}" srcOrd="0" destOrd="0" presId="urn:microsoft.com/office/officeart/2005/8/layout/hierarchy2"/>
    <dgm:cxn modelId="{F72D3DD5-B7FE-4783-BE50-83D6F8F2CFCE}" type="presParOf" srcId="{6702717D-7CED-42AE-A795-12DB510D406F}" destId="{3B704103-7C9A-485E-91FD-694FA4584A25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64C2C8C2-2C80-49BE-BF5F-61BD418F4B47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</dgm:pt>
    <dgm:pt modelId="{C1EEEAD4-51E6-4297-A75F-D1B380ED0656}">
      <dgm:prSet phldrT="[Texto]" custT="1"/>
      <dgm:spPr/>
      <dgm:t>
        <a:bodyPr/>
        <a:lstStyle/>
        <a:p>
          <a:r>
            <a:rPr lang="pt-BR" sz="2200" b="1" dirty="0">
              <a:latin typeface="Aptos" panose="020B0004020202020204" pitchFamily="34" charset="0"/>
            </a:rPr>
            <a:t>Seleção do método</a:t>
          </a:r>
        </a:p>
      </dgm:t>
    </dgm:pt>
    <dgm:pt modelId="{0613B903-42A0-4A72-9831-4E04435F624D}" type="parTrans" cxnId="{B88AF96D-66A1-4EF3-A686-720D84C840F4}">
      <dgm:prSet/>
      <dgm:spPr/>
      <dgm:t>
        <a:bodyPr/>
        <a:lstStyle/>
        <a:p>
          <a:endParaRPr lang="pt-BR" sz="2200">
            <a:latin typeface="Aptos" panose="020B0004020202020204" pitchFamily="34" charset="0"/>
          </a:endParaRPr>
        </a:p>
      </dgm:t>
    </dgm:pt>
    <dgm:pt modelId="{486F77C6-07F6-4797-9633-968952D66832}" type="sibTrans" cxnId="{B88AF96D-66A1-4EF3-A686-720D84C840F4}">
      <dgm:prSet custT="1"/>
      <dgm:spPr/>
      <dgm:t>
        <a:bodyPr/>
        <a:lstStyle/>
        <a:p>
          <a:endParaRPr lang="pt-BR" sz="2200">
            <a:latin typeface="Aptos" panose="020B0004020202020204" pitchFamily="34" charset="0"/>
          </a:endParaRPr>
        </a:p>
      </dgm:t>
    </dgm:pt>
    <dgm:pt modelId="{F75EA237-F864-420B-912A-FB97D1736BE6}">
      <dgm:prSet phldrT="[Texto]" custT="1"/>
      <dgm:spPr/>
      <dgm:t>
        <a:bodyPr/>
        <a:lstStyle/>
        <a:p>
          <a:r>
            <a:rPr lang="pt-BR" sz="2200" b="1" dirty="0">
              <a:latin typeface="Aptos" panose="020B0004020202020204" pitchFamily="34" charset="0"/>
            </a:rPr>
            <a:t>Amostragem</a:t>
          </a:r>
        </a:p>
      </dgm:t>
    </dgm:pt>
    <dgm:pt modelId="{0CB57C59-3859-480F-8199-3D6DD7AD4F17}" type="parTrans" cxnId="{28E12910-4D01-4570-94D0-37D82CA727A6}">
      <dgm:prSet/>
      <dgm:spPr/>
      <dgm:t>
        <a:bodyPr/>
        <a:lstStyle/>
        <a:p>
          <a:endParaRPr lang="pt-BR" sz="2200">
            <a:latin typeface="Aptos" panose="020B0004020202020204" pitchFamily="34" charset="0"/>
          </a:endParaRPr>
        </a:p>
      </dgm:t>
    </dgm:pt>
    <dgm:pt modelId="{DCABA41C-6454-4595-AB20-385BDE79DC83}" type="sibTrans" cxnId="{28E12910-4D01-4570-94D0-37D82CA727A6}">
      <dgm:prSet custT="1"/>
      <dgm:spPr/>
      <dgm:t>
        <a:bodyPr/>
        <a:lstStyle/>
        <a:p>
          <a:endParaRPr lang="pt-BR" sz="2200">
            <a:latin typeface="Aptos" panose="020B0004020202020204" pitchFamily="34" charset="0"/>
          </a:endParaRPr>
        </a:p>
      </dgm:t>
    </dgm:pt>
    <dgm:pt modelId="{E00DABD2-7B69-4F78-AD8A-35281AD9A8C4}">
      <dgm:prSet phldrT="[Texto]" custT="1"/>
      <dgm:spPr/>
      <dgm:t>
        <a:bodyPr/>
        <a:lstStyle/>
        <a:p>
          <a:r>
            <a:rPr lang="pt-BR" sz="2200" b="1" dirty="0">
              <a:latin typeface="Aptos" panose="020B0004020202020204" pitchFamily="34" charset="0"/>
            </a:rPr>
            <a:t>Tratamento da amostra</a:t>
          </a:r>
        </a:p>
      </dgm:t>
    </dgm:pt>
    <dgm:pt modelId="{1530C20D-9404-4563-A8FD-6C40E95D7498}" type="parTrans" cxnId="{D117696B-6E1A-4F40-84F2-40A6F766E75E}">
      <dgm:prSet/>
      <dgm:spPr/>
      <dgm:t>
        <a:bodyPr/>
        <a:lstStyle/>
        <a:p>
          <a:endParaRPr lang="pt-BR" sz="2200">
            <a:latin typeface="Aptos" panose="020B0004020202020204" pitchFamily="34" charset="0"/>
          </a:endParaRPr>
        </a:p>
      </dgm:t>
    </dgm:pt>
    <dgm:pt modelId="{F073E5BF-6578-4E44-BCC9-9945D76B293F}" type="sibTrans" cxnId="{D117696B-6E1A-4F40-84F2-40A6F766E75E}">
      <dgm:prSet custT="1"/>
      <dgm:spPr/>
      <dgm:t>
        <a:bodyPr/>
        <a:lstStyle/>
        <a:p>
          <a:endParaRPr lang="pt-BR" sz="2200">
            <a:latin typeface="Aptos" panose="020B0004020202020204" pitchFamily="34" charset="0"/>
          </a:endParaRPr>
        </a:p>
      </dgm:t>
    </dgm:pt>
    <dgm:pt modelId="{0FA4A2F9-1E87-4D52-B588-6E93E3C16D14}">
      <dgm:prSet phldrT="[Texto]" custT="1"/>
      <dgm:spPr/>
      <dgm:t>
        <a:bodyPr/>
        <a:lstStyle/>
        <a:p>
          <a:r>
            <a:rPr lang="pt-BR" sz="2200" b="1" dirty="0">
              <a:latin typeface="Aptos" panose="020B0004020202020204" pitchFamily="34" charset="0"/>
            </a:rPr>
            <a:t>Medida Analítica</a:t>
          </a:r>
        </a:p>
      </dgm:t>
    </dgm:pt>
    <dgm:pt modelId="{C1FA0B1F-074F-489E-ABD4-CF5C4AF0DEAC}" type="parTrans" cxnId="{BB7A9CD4-7E70-4628-A88B-A2E947FF4367}">
      <dgm:prSet/>
      <dgm:spPr/>
      <dgm:t>
        <a:bodyPr/>
        <a:lstStyle/>
        <a:p>
          <a:endParaRPr lang="pt-BR" sz="2200">
            <a:latin typeface="Aptos" panose="020B0004020202020204" pitchFamily="34" charset="0"/>
          </a:endParaRPr>
        </a:p>
      </dgm:t>
    </dgm:pt>
    <dgm:pt modelId="{E28E6210-8827-4CCF-9A32-2BD7D82F441B}" type="sibTrans" cxnId="{BB7A9CD4-7E70-4628-A88B-A2E947FF4367}">
      <dgm:prSet custT="1"/>
      <dgm:spPr/>
      <dgm:t>
        <a:bodyPr/>
        <a:lstStyle/>
        <a:p>
          <a:endParaRPr lang="pt-BR" sz="2200">
            <a:latin typeface="Aptos" panose="020B0004020202020204" pitchFamily="34" charset="0"/>
          </a:endParaRPr>
        </a:p>
      </dgm:t>
    </dgm:pt>
    <dgm:pt modelId="{07515F6A-BF07-4D04-A27F-AD58EB2A9445}">
      <dgm:prSet phldrT="[Texto]" custT="1"/>
      <dgm:spPr>
        <a:solidFill>
          <a:srgbClr val="FF0000"/>
        </a:solidFill>
      </dgm:spPr>
      <dgm:t>
        <a:bodyPr/>
        <a:lstStyle/>
        <a:p>
          <a:r>
            <a:rPr lang="pt-BR" sz="2200" b="1" dirty="0">
              <a:latin typeface="Aptos" panose="020B0004020202020204" pitchFamily="34" charset="0"/>
            </a:rPr>
            <a:t>Cálculo e avaliação dos resultados</a:t>
          </a:r>
        </a:p>
      </dgm:t>
    </dgm:pt>
    <dgm:pt modelId="{C2A0A1E3-4936-4071-BA60-7D368971F013}" type="parTrans" cxnId="{C6CAAE3B-E93A-463D-86F5-321C37C1D90A}">
      <dgm:prSet/>
      <dgm:spPr/>
      <dgm:t>
        <a:bodyPr/>
        <a:lstStyle/>
        <a:p>
          <a:endParaRPr lang="pt-BR" sz="2200">
            <a:latin typeface="Aptos" panose="020B0004020202020204" pitchFamily="34" charset="0"/>
          </a:endParaRPr>
        </a:p>
      </dgm:t>
    </dgm:pt>
    <dgm:pt modelId="{AFD9037F-D527-4A7D-BAD3-F6F059FA4959}" type="sibTrans" cxnId="{C6CAAE3B-E93A-463D-86F5-321C37C1D90A}">
      <dgm:prSet/>
      <dgm:spPr/>
      <dgm:t>
        <a:bodyPr/>
        <a:lstStyle/>
        <a:p>
          <a:endParaRPr lang="pt-BR" sz="2200">
            <a:latin typeface="Aptos" panose="020B0004020202020204" pitchFamily="34" charset="0"/>
          </a:endParaRPr>
        </a:p>
      </dgm:t>
    </dgm:pt>
    <dgm:pt modelId="{B3CD8099-680A-436A-BC1E-4C2F86A3D4E5}" type="pres">
      <dgm:prSet presAssocID="{64C2C8C2-2C80-49BE-BF5F-61BD418F4B47}" presName="linearFlow" presStyleCnt="0">
        <dgm:presLayoutVars>
          <dgm:resizeHandles val="exact"/>
        </dgm:presLayoutVars>
      </dgm:prSet>
      <dgm:spPr/>
    </dgm:pt>
    <dgm:pt modelId="{E5A3A1A5-5BEB-4605-AA39-AE8FD6914031}" type="pres">
      <dgm:prSet presAssocID="{C1EEEAD4-51E6-4297-A75F-D1B380ED0656}" presName="node" presStyleLbl="node1" presStyleIdx="0" presStyleCnt="5" custScaleX="148104">
        <dgm:presLayoutVars>
          <dgm:bulletEnabled val="1"/>
        </dgm:presLayoutVars>
      </dgm:prSet>
      <dgm:spPr/>
    </dgm:pt>
    <dgm:pt modelId="{B54DF70A-9445-4768-AA20-AA1DD24737D8}" type="pres">
      <dgm:prSet presAssocID="{486F77C6-07F6-4797-9633-968952D66832}" presName="sibTrans" presStyleLbl="sibTrans2D1" presStyleIdx="0" presStyleCnt="4"/>
      <dgm:spPr/>
    </dgm:pt>
    <dgm:pt modelId="{94971CE0-B282-4D63-B565-957F97661674}" type="pres">
      <dgm:prSet presAssocID="{486F77C6-07F6-4797-9633-968952D66832}" presName="connectorText" presStyleLbl="sibTrans2D1" presStyleIdx="0" presStyleCnt="4"/>
      <dgm:spPr/>
    </dgm:pt>
    <dgm:pt modelId="{35DB9096-BEE7-47E6-9B85-8F26A331DC10}" type="pres">
      <dgm:prSet presAssocID="{F75EA237-F864-420B-912A-FB97D1736BE6}" presName="node" presStyleLbl="node1" presStyleIdx="1" presStyleCnt="5" custScaleX="148104">
        <dgm:presLayoutVars>
          <dgm:bulletEnabled val="1"/>
        </dgm:presLayoutVars>
      </dgm:prSet>
      <dgm:spPr/>
    </dgm:pt>
    <dgm:pt modelId="{5F969FB2-2A2F-470E-ABC6-EEE462394548}" type="pres">
      <dgm:prSet presAssocID="{DCABA41C-6454-4595-AB20-385BDE79DC83}" presName="sibTrans" presStyleLbl="sibTrans2D1" presStyleIdx="1" presStyleCnt="4"/>
      <dgm:spPr/>
    </dgm:pt>
    <dgm:pt modelId="{01FAC918-6F37-40EB-ACA8-F25315032EC2}" type="pres">
      <dgm:prSet presAssocID="{DCABA41C-6454-4595-AB20-385BDE79DC83}" presName="connectorText" presStyleLbl="sibTrans2D1" presStyleIdx="1" presStyleCnt="4"/>
      <dgm:spPr/>
    </dgm:pt>
    <dgm:pt modelId="{F3EE16D4-DAE9-41B6-8863-03865C342D6B}" type="pres">
      <dgm:prSet presAssocID="{E00DABD2-7B69-4F78-AD8A-35281AD9A8C4}" presName="node" presStyleLbl="node1" presStyleIdx="2" presStyleCnt="5" custScaleX="148104">
        <dgm:presLayoutVars>
          <dgm:bulletEnabled val="1"/>
        </dgm:presLayoutVars>
      </dgm:prSet>
      <dgm:spPr/>
    </dgm:pt>
    <dgm:pt modelId="{9096DBBE-C14D-46E7-8366-A06F3BC5C449}" type="pres">
      <dgm:prSet presAssocID="{F073E5BF-6578-4E44-BCC9-9945D76B293F}" presName="sibTrans" presStyleLbl="sibTrans2D1" presStyleIdx="2" presStyleCnt="4"/>
      <dgm:spPr/>
    </dgm:pt>
    <dgm:pt modelId="{6965BE85-1DEA-445C-AE62-B2A02DE199DD}" type="pres">
      <dgm:prSet presAssocID="{F073E5BF-6578-4E44-BCC9-9945D76B293F}" presName="connectorText" presStyleLbl="sibTrans2D1" presStyleIdx="2" presStyleCnt="4"/>
      <dgm:spPr/>
    </dgm:pt>
    <dgm:pt modelId="{93D61C67-68FA-4C82-A086-3A4AC6875A14}" type="pres">
      <dgm:prSet presAssocID="{0FA4A2F9-1E87-4D52-B588-6E93E3C16D14}" presName="node" presStyleLbl="node1" presStyleIdx="3" presStyleCnt="5" custScaleX="148104">
        <dgm:presLayoutVars>
          <dgm:bulletEnabled val="1"/>
        </dgm:presLayoutVars>
      </dgm:prSet>
      <dgm:spPr/>
    </dgm:pt>
    <dgm:pt modelId="{BA45CA7E-86E0-4862-AEEE-B5D2968E128F}" type="pres">
      <dgm:prSet presAssocID="{E28E6210-8827-4CCF-9A32-2BD7D82F441B}" presName="sibTrans" presStyleLbl="sibTrans2D1" presStyleIdx="3" presStyleCnt="4"/>
      <dgm:spPr/>
    </dgm:pt>
    <dgm:pt modelId="{C78E6FBF-4957-4C83-AEBE-8E80FFC1D5E0}" type="pres">
      <dgm:prSet presAssocID="{E28E6210-8827-4CCF-9A32-2BD7D82F441B}" presName="connectorText" presStyleLbl="sibTrans2D1" presStyleIdx="3" presStyleCnt="4"/>
      <dgm:spPr/>
    </dgm:pt>
    <dgm:pt modelId="{C7861961-B51E-4399-963B-6D7CD3214314}" type="pres">
      <dgm:prSet presAssocID="{07515F6A-BF07-4D04-A27F-AD58EB2A9445}" presName="node" presStyleLbl="node1" presStyleIdx="4" presStyleCnt="5" custScaleX="148104">
        <dgm:presLayoutVars>
          <dgm:bulletEnabled val="1"/>
        </dgm:presLayoutVars>
      </dgm:prSet>
      <dgm:spPr/>
    </dgm:pt>
  </dgm:ptLst>
  <dgm:cxnLst>
    <dgm:cxn modelId="{28E12910-4D01-4570-94D0-37D82CA727A6}" srcId="{64C2C8C2-2C80-49BE-BF5F-61BD418F4B47}" destId="{F75EA237-F864-420B-912A-FB97D1736BE6}" srcOrd="1" destOrd="0" parTransId="{0CB57C59-3859-480F-8199-3D6DD7AD4F17}" sibTransId="{DCABA41C-6454-4595-AB20-385BDE79DC83}"/>
    <dgm:cxn modelId="{4E44E327-CF8D-4530-9EE3-EDEB94D3F192}" type="presOf" srcId="{F073E5BF-6578-4E44-BCC9-9945D76B293F}" destId="{9096DBBE-C14D-46E7-8366-A06F3BC5C449}" srcOrd="0" destOrd="0" presId="urn:microsoft.com/office/officeart/2005/8/layout/process2"/>
    <dgm:cxn modelId="{F208A53B-5B5A-4CC0-9CDC-95931E69D471}" type="presOf" srcId="{E00DABD2-7B69-4F78-AD8A-35281AD9A8C4}" destId="{F3EE16D4-DAE9-41B6-8863-03865C342D6B}" srcOrd="0" destOrd="0" presId="urn:microsoft.com/office/officeart/2005/8/layout/process2"/>
    <dgm:cxn modelId="{C6CAAE3B-E93A-463D-86F5-321C37C1D90A}" srcId="{64C2C8C2-2C80-49BE-BF5F-61BD418F4B47}" destId="{07515F6A-BF07-4D04-A27F-AD58EB2A9445}" srcOrd="4" destOrd="0" parTransId="{C2A0A1E3-4936-4071-BA60-7D368971F013}" sibTransId="{AFD9037F-D527-4A7D-BAD3-F6F059FA4959}"/>
    <dgm:cxn modelId="{1886CD47-1F8A-48DA-ADB9-811CBD68FDE8}" type="presOf" srcId="{07515F6A-BF07-4D04-A27F-AD58EB2A9445}" destId="{C7861961-B51E-4399-963B-6D7CD3214314}" srcOrd="0" destOrd="0" presId="urn:microsoft.com/office/officeart/2005/8/layout/process2"/>
    <dgm:cxn modelId="{D117696B-6E1A-4F40-84F2-40A6F766E75E}" srcId="{64C2C8C2-2C80-49BE-BF5F-61BD418F4B47}" destId="{E00DABD2-7B69-4F78-AD8A-35281AD9A8C4}" srcOrd="2" destOrd="0" parTransId="{1530C20D-9404-4563-A8FD-6C40E95D7498}" sibTransId="{F073E5BF-6578-4E44-BCC9-9945D76B293F}"/>
    <dgm:cxn modelId="{AEDC7D4D-196B-414D-8CAB-12111C5F1608}" type="presOf" srcId="{0FA4A2F9-1E87-4D52-B588-6E93E3C16D14}" destId="{93D61C67-68FA-4C82-A086-3A4AC6875A14}" srcOrd="0" destOrd="0" presId="urn:microsoft.com/office/officeart/2005/8/layout/process2"/>
    <dgm:cxn modelId="{B88AF96D-66A1-4EF3-A686-720D84C840F4}" srcId="{64C2C8C2-2C80-49BE-BF5F-61BD418F4B47}" destId="{C1EEEAD4-51E6-4297-A75F-D1B380ED0656}" srcOrd="0" destOrd="0" parTransId="{0613B903-42A0-4A72-9831-4E04435F624D}" sibTransId="{486F77C6-07F6-4797-9633-968952D66832}"/>
    <dgm:cxn modelId="{553BEA4F-5848-4816-8604-E07CD781B2B5}" type="presOf" srcId="{F073E5BF-6578-4E44-BCC9-9945D76B293F}" destId="{6965BE85-1DEA-445C-AE62-B2A02DE199DD}" srcOrd="1" destOrd="0" presId="urn:microsoft.com/office/officeart/2005/8/layout/process2"/>
    <dgm:cxn modelId="{8276BE57-231E-4755-BFE4-8DFADC3931A7}" type="presOf" srcId="{E28E6210-8827-4CCF-9A32-2BD7D82F441B}" destId="{C78E6FBF-4957-4C83-AEBE-8E80FFC1D5E0}" srcOrd="1" destOrd="0" presId="urn:microsoft.com/office/officeart/2005/8/layout/process2"/>
    <dgm:cxn modelId="{D7EE157B-CA14-4DD3-96BC-E3C01411835E}" type="presOf" srcId="{64C2C8C2-2C80-49BE-BF5F-61BD418F4B47}" destId="{B3CD8099-680A-436A-BC1E-4C2F86A3D4E5}" srcOrd="0" destOrd="0" presId="urn:microsoft.com/office/officeart/2005/8/layout/process2"/>
    <dgm:cxn modelId="{52AA4387-ED8F-4481-B4B5-052E2FCCC290}" type="presOf" srcId="{E28E6210-8827-4CCF-9A32-2BD7D82F441B}" destId="{BA45CA7E-86E0-4862-AEEE-B5D2968E128F}" srcOrd="0" destOrd="0" presId="urn:microsoft.com/office/officeart/2005/8/layout/process2"/>
    <dgm:cxn modelId="{1E288991-59BD-46AD-915C-39054024BFE2}" type="presOf" srcId="{DCABA41C-6454-4595-AB20-385BDE79DC83}" destId="{01FAC918-6F37-40EB-ACA8-F25315032EC2}" srcOrd="1" destOrd="0" presId="urn:microsoft.com/office/officeart/2005/8/layout/process2"/>
    <dgm:cxn modelId="{B92A1A92-72A1-4DAC-A4D9-4C27AF6880B7}" type="presOf" srcId="{F75EA237-F864-420B-912A-FB97D1736BE6}" destId="{35DB9096-BEE7-47E6-9B85-8F26A331DC10}" srcOrd="0" destOrd="0" presId="urn:microsoft.com/office/officeart/2005/8/layout/process2"/>
    <dgm:cxn modelId="{177BE4AB-F217-4648-A85B-435FD0F427F8}" type="presOf" srcId="{486F77C6-07F6-4797-9633-968952D66832}" destId="{94971CE0-B282-4D63-B565-957F97661674}" srcOrd="1" destOrd="0" presId="urn:microsoft.com/office/officeart/2005/8/layout/process2"/>
    <dgm:cxn modelId="{F56BE9BE-3E7D-4893-9A32-48CD71C6D317}" type="presOf" srcId="{486F77C6-07F6-4797-9633-968952D66832}" destId="{B54DF70A-9445-4768-AA20-AA1DD24737D8}" srcOrd="0" destOrd="0" presId="urn:microsoft.com/office/officeart/2005/8/layout/process2"/>
    <dgm:cxn modelId="{BB7A9CD4-7E70-4628-A88B-A2E947FF4367}" srcId="{64C2C8C2-2C80-49BE-BF5F-61BD418F4B47}" destId="{0FA4A2F9-1E87-4D52-B588-6E93E3C16D14}" srcOrd="3" destOrd="0" parTransId="{C1FA0B1F-074F-489E-ABD4-CF5C4AF0DEAC}" sibTransId="{E28E6210-8827-4CCF-9A32-2BD7D82F441B}"/>
    <dgm:cxn modelId="{053CC5E6-B5FE-49DF-BAA2-B2F15641FB95}" type="presOf" srcId="{DCABA41C-6454-4595-AB20-385BDE79DC83}" destId="{5F969FB2-2A2F-470E-ABC6-EEE462394548}" srcOrd="0" destOrd="0" presId="urn:microsoft.com/office/officeart/2005/8/layout/process2"/>
    <dgm:cxn modelId="{FAD780FD-681A-4DE8-B12F-B02D849048FE}" type="presOf" srcId="{C1EEEAD4-51E6-4297-A75F-D1B380ED0656}" destId="{E5A3A1A5-5BEB-4605-AA39-AE8FD6914031}" srcOrd="0" destOrd="0" presId="urn:microsoft.com/office/officeart/2005/8/layout/process2"/>
    <dgm:cxn modelId="{BB5B3C03-A329-45F1-AACA-4158A6501442}" type="presParOf" srcId="{B3CD8099-680A-436A-BC1E-4C2F86A3D4E5}" destId="{E5A3A1A5-5BEB-4605-AA39-AE8FD6914031}" srcOrd="0" destOrd="0" presId="urn:microsoft.com/office/officeart/2005/8/layout/process2"/>
    <dgm:cxn modelId="{2EB0D64F-756A-434C-82C7-DF1418AB678A}" type="presParOf" srcId="{B3CD8099-680A-436A-BC1E-4C2F86A3D4E5}" destId="{B54DF70A-9445-4768-AA20-AA1DD24737D8}" srcOrd="1" destOrd="0" presId="urn:microsoft.com/office/officeart/2005/8/layout/process2"/>
    <dgm:cxn modelId="{E2463AE7-6651-44BE-8920-6A0EC655610D}" type="presParOf" srcId="{B54DF70A-9445-4768-AA20-AA1DD24737D8}" destId="{94971CE0-B282-4D63-B565-957F97661674}" srcOrd="0" destOrd="0" presId="urn:microsoft.com/office/officeart/2005/8/layout/process2"/>
    <dgm:cxn modelId="{FA955843-CD09-4743-B746-998E2C198528}" type="presParOf" srcId="{B3CD8099-680A-436A-BC1E-4C2F86A3D4E5}" destId="{35DB9096-BEE7-47E6-9B85-8F26A331DC10}" srcOrd="2" destOrd="0" presId="urn:microsoft.com/office/officeart/2005/8/layout/process2"/>
    <dgm:cxn modelId="{07848966-6045-42A8-A1DA-27430E4C76D3}" type="presParOf" srcId="{B3CD8099-680A-436A-BC1E-4C2F86A3D4E5}" destId="{5F969FB2-2A2F-470E-ABC6-EEE462394548}" srcOrd="3" destOrd="0" presId="urn:microsoft.com/office/officeart/2005/8/layout/process2"/>
    <dgm:cxn modelId="{ABAAF641-CCB9-4F08-97F0-DC9419CA8B50}" type="presParOf" srcId="{5F969FB2-2A2F-470E-ABC6-EEE462394548}" destId="{01FAC918-6F37-40EB-ACA8-F25315032EC2}" srcOrd="0" destOrd="0" presId="urn:microsoft.com/office/officeart/2005/8/layout/process2"/>
    <dgm:cxn modelId="{766F9875-B559-4981-AFFB-F8A2A05D3492}" type="presParOf" srcId="{B3CD8099-680A-436A-BC1E-4C2F86A3D4E5}" destId="{F3EE16D4-DAE9-41B6-8863-03865C342D6B}" srcOrd="4" destOrd="0" presId="urn:microsoft.com/office/officeart/2005/8/layout/process2"/>
    <dgm:cxn modelId="{2D5F5FFD-BA54-4BC2-A8FF-2D03E2A39950}" type="presParOf" srcId="{B3CD8099-680A-436A-BC1E-4C2F86A3D4E5}" destId="{9096DBBE-C14D-46E7-8366-A06F3BC5C449}" srcOrd="5" destOrd="0" presId="urn:microsoft.com/office/officeart/2005/8/layout/process2"/>
    <dgm:cxn modelId="{02CCE545-DBAD-4816-882D-411D996791C4}" type="presParOf" srcId="{9096DBBE-C14D-46E7-8366-A06F3BC5C449}" destId="{6965BE85-1DEA-445C-AE62-B2A02DE199DD}" srcOrd="0" destOrd="0" presId="urn:microsoft.com/office/officeart/2005/8/layout/process2"/>
    <dgm:cxn modelId="{CB7F2A0E-186B-4E02-BB43-613E05CE19C3}" type="presParOf" srcId="{B3CD8099-680A-436A-BC1E-4C2F86A3D4E5}" destId="{93D61C67-68FA-4C82-A086-3A4AC6875A14}" srcOrd="6" destOrd="0" presId="urn:microsoft.com/office/officeart/2005/8/layout/process2"/>
    <dgm:cxn modelId="{6EB13644-930A-492C-83F7-07F340A65E03}" type="presParOf" srcId="{B3CD8099-680A-436A-BC1E-4C2F86A3D4E5}" destId="{BA45CA7E-86E0-4862-AEEE-B5D2968E128F}" srcOrd="7" destOrd="0" presId="urn:microsoft.com/office/officeart/2005/8/layout/process2"/>
    <dgm:cxn modelId="{4B0BD572-9FAE-48A5-B37B-CF1FC110D6E9}" type="presParOf" srcId="{BA45CA7E-86E0-4862-AEEE-B5D2968E128F}" destId="{C78E6FBF-4957-4C83-AEBE-8E80FFC1D5E0}" srcOrd="0" destOrd="0" presId="urn:microsoft.com/office/officeart/2005/8/layout/process2"/>
    <dgm:cxn modelId="{365BD927-9A00-4C25-B0B5-59DE87345325}" type="presParOf" srcId="{B3CD8099-680A-436A-BC1E-4C2F86A3D4E5}" destId="{C7861961-B51E-4399-963B-6D7CD3214314}" srcOrd="8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09265C-07B0-4433-835B-8D3B8DC0EBC0}">
      <dsp:nvSpPr>
        <dsp:cNvPr id="0" name=""/>
        <dsp:cNvSpPr/>
      </dsp:nvSpPr>
      <dsp:spPr>
        <a:xfrm>
          <a:off x="5927271" y="1559633"/>
          <a:ext cx="4642275" cy="53712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8561"/>
              </a:lnTo>
              <a:lnTo>
                <a:pt x="4642275" y="268561"/>
              </a:lnTo>
              <a:lnTo>
                <a:pt x="4642275" y="537122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32258B-08C9-4BD8-95B9-874A974EC43E}">
      <dsp:nvSpPr>
        <dsp:cNvPr id="0" name=""/>
        <dsp:cNvSpPr/>
      </dsp:nvSpPr>
      <dsp:spPr>
        <a:xfrm>
          <a:off x="5927271" y="1559633"/>
          <a:ext cx="1547425" cy="53712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8561"/>
              </a:lnTo>
              <a:lnTo>
                <a:pt x="1547425" y="268561"/>
              </a:lnTo>
              <a:lnTo>
                <a:pt x="1547425" y="537122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D5694AD-9FD1-4F3F-A73E-BFA98DF78FDC}">
      <dsp:nvSpPr>
        <dsp:cNvPr id="0" name=""/>
        <dsp:cNvSpPr/>
      </dsp:nvSpPr>
      <dsp:spPr>
        <a:xfrm>
          <a:off x="4379846" y="1559633"/>
          <a:ext cx="1547425" cy="537122"/>
        </a:xfrm>
        <a:custGeom>
          <a:avLst/>
          <a:gdLst/>
          <a:ahLst/>
          <a:cxnLst/>
          <a:rect l="0" t="0" r="0" b="0"/>
          <a:pathLst>
            <a:path>
              <a:moveTo>
                <a:pt x="1547425" y="0"/>
              </a:moveTo>
              <a:lnTo>
                <a:pt x="1547425" y="268561"/>
              </a:lnTo>
              <a:lnTo>
                <a:pt x="0" y="268561"/>
              </a:lnTo>
              <a:lnTo>
                <a:pt x="0" y="537122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2DCD12-7824-44FF-8F50-6156368195DC}">
      <dsp:nvSpPr>
        <dsp:cNvPr id="0" name=""/>
        <dsp:cNvSpPr/>
      </dsp:nvSpPr>
      <dsp:spPr>
        <a:xfrm>
          <a:off x="1284995" y="1559633"/>
          <a:ext cx="4642275" cy="537122"/>
        </a:xfrm>
        <a:custGeom>
          <a:avLst/>
          <a:gdLst/>
          <a:ahLst/>
          <a:cxnLst/>
          <a:rect l="0" t="0" r="0" b="0"/>
          <a:pathLst>
            <a:path>
              <a:moveTo>
                <a:pt x="4642275" y="0"/>
              </a:moveTo>
              <a:lnTo>
                <a:pt x="4642275" y="268561"/>
              </a:lnTo>
              <a:lnTo>
                <a:pt x="0" y="268561"/>
              </a:lnTo>
              <a:lnTo>
                <a:pt x="0" y="537122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9534328-8815-41CC-8417-E76D1368C33A}">
      <dsp:nvSpPr>
        <dsp:cNvPr id="0" name=""/>
        <dsp:cNvSpPr/>
      </dsp:nvSpPr>
      <dsp:spPr>
        <a:xfrm>
          <a:off x="4648407" y="280769"/>
          <a:ext cx="2557727" cy="1278863"/>
        </a:xfrm>
        <a:prstGeom prst="rect">
          <a:avLst/>
        </a:prstGeom>
        <a:solidFill>
          <a:schemeClr val="accent2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000" kern="1200" dirty="0">
              <a:latin typeface="Aptos" panose="020B0004020202020204" pitchFamily="34" charset="0"/>
            </a:rPr>
            <a:t>Química</a:t>
          </a:r>
        </a:p>
      </dsp:txBody>
      <dsp:txXfrm>
        <a:off x="4648407" y="280769"/>
        <a:ext cx="2557727" cy="1278863"/>
      </dsp:txXfrm>
    </dsp:sp>
    <dsp:sp modelId="{A1EEC688-2DC4-4450-AE98-77B65E43C6B7}">
      <dsp:nvSpPr>
        <dsp:cNvPr id="0" name=""/>
        <dsp:cNvSpPr/>
      </dsp:nvSpPr>
      <dsp:spPr>
        <a:xfrm>
          <a:off x="6132" y="2096756"/>
          <a:ext cx="2557727" cy="12788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000" kern="1200" dirty="0">
              <a:latin typeface="Aptos" panose="020B0004020202020204" pitchFamily="34" charset="0"/>
            </a:rPr>
            <a:t>Química Inorgânica</a:t>
          </a:r>
        </a:p>
      </dsp:txBody>
      <dsp:txXfrm>
        <a:off x="6132" y="2096756"/>
        <a:ext cx="2557727" cy="1278863"/>
      </dsp:txXfrm>
    </dsp:sp>
    <dsp:sp modelId="{58C5CB7A-E4E5-4D8D-84D0-A64511E29AF2}">
      <dsp:nvSpPr>
        <dsp:cNvPr id="0" name=""/>
        <dsp:cNvSpPr/>
      </dsp:nvSpPr>
      <dsp:spPr>
        <a:xfrm>
          <a:off x="3100982" y="2096756"/>
          <a:ext cx="2557727" cy="12788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000" kern="1200" dirty="0">
              <a:latin typeface="Aptos" panose="020B0004020202020204" pitchFamily="34" charset="0"/>
            </a:rPr>
            <a:t>Química Orgânica</a:t>
          </a:r>
        </a:p>
      </dsp:txBody>
      <dsp:txXfrm>
        <a:off x="3100982" y="2096756"/>
        <a:ext cx="2557727" cy="1278863"/>
      </dsp:txXfrm>
    </dsp:sp>
    <dsp:sp modelId="{835956D7-2CDA-42E2-879F-554DB71C5B7F}">
      <dsp:nvSpPr>
        <dsp:cNvPr id="0" name=""/>
        <dsp:cNvSpPr/>
      </dsp:nvSpPr>
      <dsp:spPr>
        <a:xfrm>
          <a:off x="6195832" y="2096756"/>
          <a:ext cx="2557727" cy="12788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000" kern="1200" dirty="0">
              <a:latin typeface="Aptos" panose="020B0004020202020204" pitchFamily="34" charset="0"/>
            </a:rPr>
            <a:t>Físico-Química</a:t>
          </a:r>
        </a:p>
      </dsp:txBody>
      <dsp:txXfrm>
        <a:off x="6195832" y="2096756"/>
        <a:ext cx="2557727" cy="1278863"/>
      </dsp:txXfrm>
    </dsp:sp>
    <dsp:sp modelId="{2DBFDEF1-6D81-4268-B66F-6AE2C1E7FECF}">
      <dsp:nvSpPr>
        <dsp:cNvPr id="0" name=""/>
        <dsp:cNvSpPr/>
      </dsp:nvSpPr>
      <dsp:spPr>
        <a:xfrm>
          <a:off x="9290683" y="2096756"/>
          <a:ext cx="2557727" cy="1278863"/>
        </a:xfrm>
        <a:prstGeom prst="rect">
          <a:avLst/>
        </a:prstGeom>
        <a:solidFill>
          <a:schemeClr val="accent1">
            <a:lumMod val="5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000" kern="1200" dirty="0">
              <a:latin typeface="Aptos" panose="020B0004020202020204" pitchFamily="34" charset="0"/>
            </a:rPr>
            <a:t>Química Analítica</a:t>
          </a:r>
        </a:p>
      </dsp:txBody>
      <dsp:txXfrm>
        <a:off x="9290683" y="2096756"/>
        <a:ext cx="2557727" cy="127886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BF19C4-9037-40C1-B8A7-9C6A73AB36FA}">
      <dsp:nvSpPr>
        <dsp:cNvPr id="0" name=""/>
        <dsp:cNvSpPr/>
      </dsp:nvSpPr>
      <dsp:spPr>
        <a:xfrm>
          <a:off x="7532793" y="2303925"/>
          <a:ext cx="285438" cy="87534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75343"/>
              </a:lnTo>
              <a:lnTo>
                <a:pt x="285438" y="875343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32258B-08C9-4BD8-95B9-874A974EC43E}">
      <dsp:nvSpPr>
        <dsp:cNvPr id="0" name=""/>
        <dsp:cNvSpPr/>
      </dsp:nvSpPr>
      <dsp:spPr>
        <a:xfrm>
          <a:off x="4960473" y="952851"/>
          <a:ext cx="3333488" cy="3996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9806"/>
              </a:lnTo>
              <a:lnTo>
                <a:pt x="3333488" y="199806"/>
              </a:lnTo>
              <a:lnTo>
                <a:pt x="3333488" y="399613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28FC27-17D6-44BE-9B21-331001DFC487}">
      <dsp:nvSpPr>
        <dsp:cNvPr id="0" name=""/>
        <dsp:cNvSpPr/>
      </dsp:nvSpPr>
      <dsp:spPr>
        <a:xfrm>
          <a:off x="4327971" y="2303925"/>
          <a:ext cx="285438" cy="87534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75343"/>
              </a:lnTo>
              <a:lnTo>
                <a:pt x="285438" y="875343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D5694AD-9FD1-4F3F-A73E-BFA98DF78FDC}">
      <dsp:nvSpPr>
        <dsp:cNvPr id="0" name=""/>
        <dsp:cNvSpPr/>
      </dsp:nvSpPr>
      <dsp:spPr>
        <a:xfrm>
          <a:off x="4960473" y="952851"/>
          <a:ext cx="128665" cy="3996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9806"/>
              </a:lnTo>
              <a:lnTo>
                <a:pt x="128665" y="199806"/>
              </a:lnTo>
              <a:lnTo>
                <a:pt x="128665" y="399613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C3312F-8562-466E-AE47-E997597980FB}">
      <dsp:nvSpPr>
        <dsp:cNvPr id="0" name=""/>
        <dsp:cNvSpPr/>
      </dsp:nvSpPr>
      <dsp:spPr>
        <a:xfrm>
          <a:off x="865817" y="2303925"/>
          <a:ext cx="285438" cy="87534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75343"/>
              </a:lnTo>
              <a:lnTo>
                <a:pt x="285438" y="875343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2DCD12-7824-44FF-8F50-6156368195DC}">
      <dsp:nvSpPr>
        <dsp:cNvPr id="0" name=""/>
        <dsp:cNvSpPr/>
      </dsp:nvSpPr>
      <dsp:spPr>
        <a:xfrm>
          <a:off x="1626985" y="952851"/>
          <a:ext cx="3333488" cy="399613"/>
        </a:xfrm>
        <a:custGeom>
          <a:avLst/>
          <a:gdLst/>
          <a:ahLst/>
          <a:cxnLst/>
          <a:rect l="0" t="0" r="0" b="0"/>
          <a:pathLst>
            <a:path>
              <a:moveTo>
                <a:pt x="3333488" y="0"/>
              </a:moveTo>
              <a:lnTo>
                <a:pt x="3333488" y="199806"/>
              </a:lnTo>
              <a:lnTo>
                <a:pt x="0" y="199806"/>
              </a:lnTo>
              <a:lnTo>
                <a:pt x="0" y="399613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9534328-8815-41CC-8417-E76D1368C33A}">
      <dsp:nvSpPr>
        <dsp:cNvPr id="0" name=""/>
        <dsp:cNvSpPr/>
      </dsp:nvSpPr>
      <dsp:spPr>
        <a:xfrm>
          <a:off x="3351421" y="1391"/>
          <a:ext cx="3218104" cy="951460"/>
        </a:xfrm>
        <a:prstGeom prst="rect">
          <a:avLst/>
        </a:prstGeom>
        <a:solidFill>
          <a:schemeClr val="accent2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000" b="1" kern="1200" dirty="0">
              <a:latin typeface="Aptos" panose="020B0004020202020204" pitchFamily="34" charset="0"/>
            </a:rPr>
            <a:t>Química Analítica</a:t>
          </a:r>
        </a:p>
      </dsp:txBody>
      <dsp:txXfrm>
        <a:off x="3351421" y="1391"/>
        <a:ext cx="3218104" cy="951460"/>
      </dsp:txXfrm>
    </dsp:sp>
    <dsp:sp modelId="{A1EEC688-2DC4-4450-AE98-77B65E43C6B7}">
      <dsp:nvSpPr>
        <dsp:cNvPr id="0" name=""/>
        <dsp:cNvSpPr/>
      </dsp:nvSpPr>
      <dsp:spPr>
        <a:xfrm>
          <a:off x="675525" y="1352464"/>
          <a:ext cx="1902920" cy="9514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000" kern="1200" dirty="0">
              <a:latin typeface="Aptos" panose="020B0004020202020204" pitchFamily="34" charset="0"/>
            </a:rPr>
            <a:t>O que?</a:t>
          </a:r>
        </a:p>
      </dsp:txBody>
      <dsp:txXfrm>
        <a:off x="675525" y="1352464"/>
        <a:ext cx="1902920" cy="951460"/>
      </dsp:txXfrm>
    </dsp:sp>
    <dsp:sp modelId="{C1C74568-6824-454B-A865-128A1160D603}">
      <dsp:nvSpPr>
        <dsp:cNvPr id="0" name=""/>
        <dsp:cNvSpPr/>
      </dsp:nvSpPr>
      <dsp:spPr>
        <a:xfrm>
          <a:off x="1151255" y="2703538"/>
          <a:ext cx="3062541" cy="951460"/>
        </a:xfrm>
        <a:prstGeom prst="rect">
          <a:avLst/>
        </a:prstGeom>
        <a:solidFill>
          <a:schemeClr val="accent1">
            <a:lumMod val="5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000" kern="1200" dirty="0">
              <a:latin typeface="Aptos" panose="020B0004020202020204" pitchFamily="34" charset="0"/>
            </a:rPr>
            <a:t>Química Analítica Qualitativa</a:t>
          </a:r>
        </a:p>
      </dsp:txBody>
      <dsp:txXfrm>
        <a:off x="1151255" y="2703538"/>
        <a:ext cx="3062541" cy="951460"/>
      </dsp:txXfrm>
    </dsp:sp>
    <dsp:sp modelId="{58C5CB7A-E4E5-4D8D-84D0-A64511E29AF2}">
      <dsp:nvSpPr>
        <dsp:cNvPr id="0" name=""/>
        <dsp:cNvSpPr/>
      </dsp:nvSpPr>
      <dsp:spPr>
        <a:xfrm>
          <a:off x="4137679" y="1352464"/>
          <a:ext cx="1902920" cy="9514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000" kern="1200" dirty="0">
              <a:latin typeface="Aptos" panose="020B0004020202020204" pitchFamily="34" charset="0"/>
            </a:rPr>
            <a:t>Como?</a:t>
          </a:r>
        </a:p>
      </dsp:txBody>
      <dsp:txXfrm>
        <a:off x="4137679" y="1352464"/>
        <a:ext cx="1902920" cy="951460"/>
      </dsp:txXfrm>
    </dsp:sp>
    <dsp:sp modelId="{D23FD6EA-66DE-4B6D-A2F5-151A15806043}">
      <dsp:nvSpPr>
        <dsp:cNvPr id="0" name=""/>
        <dsp:cNvSpPr/>
      </dsp:nvSpPr>
      <dsp:spPr>
        <a:xfrm>
          <a:off x="4613409" y="2703538"/>
          <a:ext cx="2805209" cy="951460"/>
        </a:xfrm>
        <a:prstGeom prst="rect">
          <a:avLst/>
        </a:prstGeom>
        <a:solidFill>
          <a:schemeClr val="accent1">
            <a:lumMod val="5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000" kern="1200" dirty="0">
              <a:latin typeface="Aptos" panose="020B0004020202020204" pitchFamily="34" charset="0"/>
            </a:rPr>
            <a:t>Especiação Química</a:t>
          </a:r>
        </a:p>
      </dsp:txBody>
      <dsp:txXfrm>
        <a:off x="4613409" y="2703538"/>
        <a:ext cx="2805209" cy="951460"/>
      </dsp:txXfrm>
    </dsp:sp>
    <dsp:sp modelId="{835956D7-2CDA-42E2-879F-554DB71C5B7F}">
      <dsp:nvSpPr>
        <dsp:cNvPr id="0" name=""/>
        <dsp:cNvSpPr/>
      </dsp:nvSpPr>
      <dsp:spPr>
        <a:xfrm>
          <a:off x="7342501" y="1352464"/>
          <a:ext cx="1902920" cy="9514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000" kern="1200" dirty="0">
              <a:latin typeface="Aptos" panose="020B0004020202020204" pitchFamily="34" charset="0"/>
            </a:rPr>
            <a:t>Quanto?</a:t>
          </a:r>
        </a:p>
      </dsp:txBody>
      <dsp:txXfrm>
        <a:off x="7342501" y="1352464"/>
        <a:ext cx="1902920" cy="951460"/>
      </dsp:txXfrm>
    </dsp:sp>
    <dsp:sp modelId="{BB64D33E-3B66-49CF-8AD2-65F5566389BA}">
      <dsp:nvSpPr>
        <dsp:cNvPr id="0" name=""/>
        <dsp:cNvSpPr/>
      </dsp:nvSpPr>
      <dsp:spPr>
        <a:xfrm>
          <a:off x="7818232" y="2703538"/>
          <a:ext cx="3360785" cy="951460"/>
        </a:xfrm>
        <a:prstGeom prst="rect">
          <a:avLst/>
        </a:prstGeom>
        <a:solidFill>
          <a:schemeClr val="accent1">
            <a:lumMod val="5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000" kern="1200" dirty="0">
              <a:latin typeface="Aptos" panose="020B0004020202020204" pitchFamily="34" charset="0"/>
            </a:rPr>
            <a:t>Química Analítica Quantitativa</a:t>
          </a:r>
        </a:p>
      </dsp:txBody>
      <dsp:txXfrm>
        <a:off x="7818232" y="2703538"/>
        <a:ext cx="3360785" cy="95146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A3A1A5-5BEB-4605-AA39-AE8FD6914031}">
      <dsp:nvSpPr>
        <dsp:cNvPr id="0" name=""/>
        <dsp:cNvSpPr/>
      </dsp:nvSpPr>
      <dsp:spPr>
        <a:xfrm>
          <a:off x="3712458" y="3378"/>
          <a:ext cx="4679996" cy="7899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b="1" kern="1200" dirty="0">
              <a:latin typeface="Aptos" panose="020B0004020202020204" pitchFamily="34" charset="0"/>
            </a:rPr>
            <a:t>Seleção do método</a:t>
          </a:r>
        </a:p>
      </dsp:txBody>
      <dsp:txXfrm>
        <a:off x="3735596" y="26516"/>
        <a:ext cx="4633720" cy="743708"/>
      </dsp:txXfrm>
    </dsp:sp>
    <dsp:sp modelId="{B54DF70A-9445-4768-AA20-AA1DD24737D8}">
      <dsp:nvSpPr>
        <dsp:cNvPr id="0" name=""/>
        <dsp:cNvSpPr/>
      </dsp:nvSpPr>
      <dsp:spPr>
        <a:xfrm rot="5400000">
          <a:off x="5904334" y="813113"/>
          <a:ext cx="296244" cy="35549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200" kern="1200">
            <a:latin typeface="Aptos" panose="020B0004020202020204" pitchFamily="34" charset="0"/>
          </a:endParaRPr>
        </a:p>
      </dsp:txBody>
      <dsp:txXfrm rot="-5400000">
        <a:off x="5945809" y="842738"/>
        <a:ext cx="213295" cy="207371"/>
      </dsp:txXfrm>
    </dsp:sp>
    <dsp:sp modelId="{35DB9096-BEE7-47E6-9B85-8F26A331DC10}">
      <dsp:nvSpPr>
        <dsp:cNvPr id="0" name=""/>
        <dsp:cNvSpPr/>
      </dsp:nvSpPr>
      <dsp:spPr>
        <a:xfrm>
          <a:off x="3712458" y="1188355"/>
          <a:ext cx="4679996" cy="7899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b="1" kern="1200" dirty="0">
              <a:latin typeface="Aptos" panose="020B0004020202020204" pitchFamily="34" charset="0"/>
            </a:rPr>
            <a:t>Amostragem</a:t>
          </a:r>
        </a:p>
      </dsp:txBody>
      <dsp:txXfrm>
        <a:off x="3735596" y="1211493"/>
        <a:ext cx="4633720" cy="743708"/>
      </dsp:txXfrm>
    </dsp:sp>
    <dsp:sp modelId="{5F969FB2-2A2F-470E-ABC6-EEE462394548}">
      <dsp:nvSpPr>
        <dsp:cNvPr id="0" name=""/>
        <dsp:cNvSpPr/>
      </dsp:nvSpPr>
      <dsp:spPr>
        <a:xfrm rot="5400000">
          <a:off x="5904334" y="1998090"/>
          <a:ext cx="296244" cy="35549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200" kern="1200">
            <a:latin typeface="Aptos" panose="020B0004020202020204" pitchFamily="34" charset="0"/>
          </a:endParaRPr>
        </a:p>
      </dsp:txBody>
      <dsp:txXfrm rot="-5400000">
        <a:off x="5945809" y="2027715"/>
        <a:ext cx="213295" cy="207371"/>
      </dsp:txXfrm>
    </dsp:sp>
    <dsp:sp modelId="{F3EE16D4-DAE9-41B6-8863-03865C342D6B}">
      <dsp:nvSpPr>
        <dsp:cNvPr id="0" name=""/>
        <dsp:cNvSpPr/>
      </dsp:nvSpPr>
      <dsp:spPr>
        <a:xfrm>
          <a:off x="3712458" y="2373333"/>
          <a:ext cx="4679996" cy="7899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b="1" kern="1200" dirty="0">
              <a:latin typeface="Aptos" panose="020B0004020202020204" pitchFamily="34" charset="0"/>
            </a:rPr>
            <a:t>Tratamento da amostra</a:t>
          </a:r>
        </a:p>
      </dsp:txBody>
      <dsp:txXfrm>
        <a:off x="3735596" y="2396471"/>
        <a:ext cx="4633720" cy="743708"/>
      </dsp:txXfrm>
    </dsp:sp>
    <dsp:sp modelId="{9096DBBE-C14D-46E7-8366-A06F3BC5C449}">
      <dsp:nvSpPr>
        <dsp:cNvPr id="0" name=""/>
        <dsp:cNvSpPr/>
      </dsp:nvSpPr>
      <dsp:spPr>
        <a:xfrm rot="5400000">
          <a:off x="5904334" y="3183067"/>
          <a:ext cx="296244" cy="35549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200" kern="1200">
            <a:latin typeface="Aptos" panose="020B0004020202020204" pitchFamily="34" charset="0"/>
          </a:endParaRPr>
        </a:p>
      </dsp:txBody>
      <dsp:txXfrm rot="-5400000">
        <a:off x="5945809" y="3212692"/>
        <a:ext cx="213295" cy="207371"/>
      </dsp:txXfrm>
    </dsp:sp>
    <dsp:sp modelId="{93D61C67-68FA-4C82-A086-3A4AC6875A14}">
      <dsp:nvSpPr>
        <dsp:cNvPr id="0" name=""/>
        <dsp:cNvSpPr/>
      </dsp:nvSpPr>
      <dsp:spPr>
        <a:xfrm>
          <a:off x="3712458" y="3558310"/>
          <a:ext cx="4679996" cy="7899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b="1" kern="1200" dirty="0">
              <a:latin typeface="Aptos" panose="020B0004020202020204" pitchFamily="34" charset="0"/>
            </a:rPr>
            <a:t>Medida Analítica</a:t>
          </a:r>
        </a:p>
      </dsp:txBody>
      <dsp:txXfrm>
        <a:off x="3735596" y="3581448"/>
        <a:ext cx="4633720" cy="743708"/>
      </dsp:txXfrm>
    </dsp:sp>
    <dsp:sp modelId="{BA45CA7E-86E0-4862-AEEE-B5D2968E128F}">
      <dsp:nvSpPr>
        <dsp:cNvPr id="0" name=""/>
        <dsp:cNvSpPr/>
      </dsp:nvSpPr>
      <dsp:spPr>
        <a:xfrm rot="5400000">
          <a:off x="5904334" y="4368044"/>
          <a:ext cx="296244" cy="35549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200" kern="1200">
            <a:latin typeface="Aptos" panose="020B0004020202020204" pitchFamily="34" charset="0"/>
          </a:endParaRPr>
        </a:p>
      </dsp:txBody>
      <dsp:txXfrm rot="-5400000">
        <a:off x="5945809" y="4397669"/>
        <a:ext cx="213295" cy="207371"/>
      </dsp:txXfrm>
    </dsp:sp>
    <dsp:sp modelId="{C7861961-B51E-4399-963B-6D7CD3214314}">
      <dsp:nvSpPr>
        <dsp:cNvPr id="0" name=""/>
        <dsp:cNvSpPr/>
      </dsp:nvSpPr>
      <dsp:spPr>
        <a:xfrm>
          <a:off x="3712458" y="4743287"/>
          <a:ext cx="4679996" cy="7899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b="1" kern="1200" dirty="0">
              <a:latin typeface="Aptos" panose="020B0004020202020204" pitchFamily="34" charset="0"/>
            </a:rPr>
            <a:t>Cálculo e avaliação dos resultados</a:t>
          </a:r>
        </a:p>
      </dsp:txBody>
      <dsp:txXfrm>
        <a:off x="3735596" y="4766425"/>
        <a:ext cx="4633720" cy="74370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A3A1A5-5BEB-4605-AA39-AE8FD6914031}">
      <dsp:nvSpPr>
        <dsp:cNvPr id="0" name=""/>
        <dsp:cNvSpPr/>
      </dsp:nvSpPr>
      <dsp:spPr>
        <a:xfrm>
          <a:off x="3712458" y="3378"/>
          <a:ext cx="4679996" cy="789984"/>
        </a:xfrm>
        <a:prstGeom prst="roundRect">
          <a:avLst>
            <a:gd name="adj" fmla="val 10000"/>
          </a:avLst>
        </a:prstGeom>
        <a:solidFill>
          <a:srgbClr val="FF000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b="1" kern="1200" dirty="0">
              <a:latin typeface="Aptos" panose="020B0004020202020204" pitchFamily="34" charset="0"/>
            </a:rPr>
            <a:t>Seleção do método</a:t>
          </a:r>
        </a:p>
      </dsp:txBody>
      <dsp:txXfrm>
        <a:off x="3735596" y="26516"/>
        <a:ext cx="4633720" cy="743708"/>
      </dsp:txXfrm>
    </dsp:sp>
    <dsp:sp modelId="{B54DF70A-9445-4768-AA20-AA1DD24737D8}">
      <dsp:nvSpPr>
        <dsp:cNvPr id="0" name=""/>
        <dsp:cNvSpPr/>
      </dsp:nvSpPr>
      <dsp:spPr>
        <a:xfrm rot="5400000">
          <a:off x="5904334" y="813113"/>
          <a:ext cx="296244" cy="35549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200" kern="1200">
            <a:latin typeface="Aptos" panose="020B0004020202020204" pitchFamily="34" charset="0"/>
          </a:endParaRPr>
        </a:p>
      </dsp:txBody>
      <dsp:txXfrm rot="-5400000">
        <a:off x="5945809" y="842738"/>
        <a:ext cx="213295" cy="207371"/>
      </dsp:txXfrm>
    </dsp:sp>
    <dsp:sp modelId="{35DB9096-BEE7-47E6-9B85-8F26A331DC10}">
      <dsp:nvSpPr>
        <dsp:cNvPr id="0" name=""/>
        <dsp:cNvSpPr/>
      </dsp:nvSpPr>
      <dsp:spPr>
        <a:xfrm>
          <a:off x="3712458" y="1188355"/>
          <a:ext cx="4679996" cy="7899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b="1" kern="1200" dirty="0">
              <a:latin typeface="Aptos" panose="020B0004020202020204" pitchFamily="34" charset="0"/>
            </a:rPr>
            <a:t>Amostragem</a:t>
          </a:r>
        </a:p>
      </dsp:txBody>
      <dsp:txXfrm>
        <a:off x="3735596" y="1211493"/>
        <a:ext cx="4633720" cy="743708"/>
      </dsp:txXfrm>
    </dsp:sp>
    <dsp:sp modelId="{5F969FB2-2A2F-470E-ABC6-EEE462394548}">
      <dsp:nvSpPr>
        <dsp:cNvPr id="0" name=""/>
        <dsp:cNvSpPr/>
      </dsp:nvSpPr>
      <dsp:spPr>
        <a:xfrm rot="5400000">
          <a:off x="5904334" y="1998090"/>
          <a:ext cx="296244" cy="35549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200" kern="1200">
            <a:latin typeface="Aptos" panose="020B0004020202020204" pitchFamily="34" charset="0"/>
          </a:endParaRPr>
        </a:p>
      </dsp:txBody>
      <dsp:txXfrm rot="-5400000">
        <a:off x="5945809" y="2027715"/>
        <a:ext cx="213295" cy="207371"/>
      </dsp:txXfrm>
    </dsp:sp>
    <dsp:sp modelId="{F3EE16D4-DAE9-41B6-8863-03865C342D6B}">
      <dsp:nvSpPr>
        <dsp:cNvPr id="0" name=""/>
        <dsp:cNvSpPr/>
      </dsp:nvSpPr>
      <dsp:spPr>
        <a:xfrm>
          <a:off x="3712458" y="2373333"/>
          <a:ext cx="4679996" cy="7899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b="1" kern="1200" dirty="0">
              <a:latin typeface="Aptos" panose="020B0004020202020204" pitchFamily="34" charset="0"/>
            </a:rPr>
            <a:t>Tratamento da amostra</a:t>
          </a:r>
        </a:p>
      </dsp:txBody>
      <dsp:txXfrm>
        <a:off x="3735596" y="2396471"/>
        <a:ext cx="4633720" cy="743708"/>
      </dsp:txXfrm>
    </dsp:sp>
    <dsp:sp modelId="{9096DBBE-C14D-46E7-8366-A06F3BC5C449}">
      <dsp:nvSpPr>
        <dsp:cNvPr id="0" name=""/>
        <dsp:cNvSpPr/>
      </dsp:nvSpPr>
      <dsp:spPr>
        <a:xfrm rot="5400000">
          <a:off x="5904334" y="3183067"/>
          <a:ext cx="296244" cy="35549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200" kern="1200">
            <a:latin typeface="Aptos" panose="020B0004020202020204" pitchFamily="34" charset="0"/>
          </a:endParaRPr>
        </a:p>
      </dsp:txBody>
      <dsp:txXfrm rot="-5400000">
        <a:off x="5945809" y="3212692"/>
        <a:ext cx="213295" cy="207371"/>
      </dsp:txXfrm>
    </dsp:sp>
    <dsp:sp modelId="{93D61C67-68FA-4C82-A086-3A4AC6875A14}">
      <dsp:nvSpPr>
        <dsp:cNvPr id="0" name=""/>
        <dsp:cNvSpPr/>
      </dsp:nvSpPr>
      <dsp:spPr>
        <a:xfrm>
          <a:off x="3712458" y="3558310"/>
          <a:ext cx="4679996" cy="7899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b="1" kern="1200" dirty="0">
              <a:latin typeface="Aptos" panose="020B0004020202020204" pitchFamily="34" charset="0"/>
            </a:rPr>
            <a:t>Medida Analítica</a:t>
          </a:r>
        </a:p>
      </dsp:txBody>
      <dsp:txXfrm>
        <a:off x="3735596" y="3581448"/>
        <a:ext cx="4633720" cy="743708"/>
      </dsp:txXfrm>
    </dsp:sp>
    <dsp:sp modelId="{BA45CA7E-86E0-4862-AEEE-B5D2968E128F}">
      <dsp:nvSpPr>
        <dsp:cNvPr id="0" name=""/>
        <dsp:cNvSpPr/>
      </dsp:nvSpPr>
      <dsp:spPr>
        <a:xfrm rot="5400000">
          <a:off x="5904334" y="4368044"/>
          <a:ext cx="296244" cy="35549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200" kern="1200">
            <a:latin typeface="Aptos" panose="020B0004020202020204" pitchFamily="34" charset="0"/>
          </a:endParaRPr>
        </a:p>
      </dsp:txBody>
      <dsp:txXfrm rot="-5400000">
        <a:off x="5945809" y="4397669"/>
        <a:ext cx="213295" cy="207371"/>
      </dsp:txXfrm>
    </dsp:sp>
    <dsp:sp modelId="{C7861961-B51E-4399-963B-6D7CD3214314}">
      <dsp:nvSpPr>
        <dsp:cNvPr id="0" name=""/>
        <dsp:cNvSpPr/>
      </dsp:nvSpPr>
      <dsp:spPr>
        <a:xfrm>
          <a:off x="3712458" y="4743287"/>
          <a:ext cx="4679996" cy="7899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b="1" kern="1200" dirty="0">
              <a:latin typeface="Aptos" panose="020B0004020202020204" pitchFamily="34" charset="0"/>
            </a:rPr>
            <a:t>Cálculo e avaliação dos resultados</a:t>
          </a:r>
        </a:p>
      </dsp:txBody>
      <dsp:txXfrm>
        <a:off x="3735596" y="4766425"/>
        <a:ext cx="4633720" cy="74370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882A98-AB2B-4119-B4D9-49C5816B8944}">
      <dsp:nvSpPr>
        <dsp:cNvPr id="0" name=""/>
        <dsp:cNvSpPr/>
      </dsp:nvSpPr>
      <dsp:spPr>
        <a:xfrm>
          <a:off x="5927271" y="1059053"/>
          <a:ext cx="4463903" cy="61482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7517"/>
              </a:lnTo>
              <a:lnTo>
                <a:pt x="4463903" y="307517"/>
              </a:lnTo>
              <a:lnTo>
                <a:pt x="4463903" y="614824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2DCD12-7824-44FF-8F50-6156368195DC}">
      <dsp:nvSpPr>
        <dsp:cNvPr id="0" name=""/>
        <dsp:cNvSpPr/>
      </dsp:nvSpPr>
      <dsp:spPr>
        <a:xfrm>
          <a:off x="1463367" y="1059053"/>
          <a:ext cx="4463903" cy="614719"/>
        </a:xfrm>
        <a:custGeom>
          <a:avLst/>
          <a:gdLst/>
          <a:ahLst/>
          <a:cxnLst/>
          <a:rect l="0" t="0" r="0" b="0"/>
          <a:pathLst>
            <a:path>
              <a:moveTo>
                <a:pt x="4463903" y="0"/>
              </a:moveTo>
              <a:lnTo>
                <a:pt x="4463903" y="307412"/>
              </a:lnTo>
              <a:lnTo>
                <a:pt x="0" y="307412"/>
              </a:lnTo>
              <a:lnTo>
                <a:pt x="0" y="614719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9534328-8815-41CC-8417-E76D1368C33A}">
      <dsp:nvSpPr>
        <dsp:cNvPr id="0" name=""/>
        <dsp:cNvSpPr/>
      </dsp:nvSpPr>
      <dsp:spPr>
        <a:xfrm>
          <a:off x="4033161" y="0"/>
          <a:ext cx="3788219" cy="1059053"/>
        </a:xfrm>
        <a:prstGeom prst="rect">
          <a:avLst/>
        </a:prstGeom>
        <a:solidFill>
          <a:schemeClr val="accent2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000" kern="1200" dirty="0">
              <a:latin typeface="Aptos" panose="020B0004020202020204" pitchFamily="34" charset="0"/>
            </a:rPr>
            <a:t>Química Analítica</a:t>
          </a:r>
        </a:p>
      </dsp:txBody>
      <dsp:txXfrm>
        <a:off x="4033161" y="0"/>
        <a:ext cx="3788219" cy="1059053"/>
      </dsp:txXfrm>
    </dsp:sp>
    <dsp:sp modelId="{A1EEC688-2DC4-4450-AE98-77B65E43C6B7}">
      <dsp:nvSpPr>
        <dsp:cNvPr id="0" name=""/>
        <dsp:cNvSpPr/>
      </dsp:nvSpPr>
      <dsp:spPr>
        <a:xfrm>
          <a:off x="0" y="1673773"/>
          <a:ext cx="2926735" cy="6779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000" kern="1200" dirty="0">
              <a:latin typeface="Aptos" panose="020B0004020202020204" pitchFamily="34" charset="0"/>
            </a:rPr>
            <a:t>Clássica</a:t>
          </a:r>
        </a:p>
      </dsp:txBody>
      <dsp:txXfrm>
        <a:off x="0" y="1673773"/>
        <a:ext cx="2926735" cy="677934"/>
      </dsp:txXfrm>
    </dsp:sp>
    <dsp:sp modelId="{88EE3601-7A0F-47E5-82C4-2BF529B01702}">
      <dsp:nvSpPr>
        <dsp:cNvPr id="0" name=""/>
        <dsp:cNvSpPr/>
      </dsp:nvSpPr>
      <dsp:spPr>
        <a:xfrm>
          <a:off x="8927807" y="1673878"/>
          <a:ext cx="2926735" cy="6791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000" kern="1200" dirty="0">
              <a:latin typeface="Aptos" panose="020B0004020202020204" pitchFamily="34" charset="0"/>
            </a:rPr>
            <a:t>Instrumental</a:t>
          </a:r>
        </a:p>
      </dsp:txBody>
      <dsp:txXfrm>
        <a:off x="8927807" y="1673878"/>
        <a:ext cx="2926735" cy="67919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A3A1A5-5BEB-4605-AA39-AE8FD6914031}">
      <dsp:nvSpPr>
        <dsp:cNvPr id="0" name=""/>
        <dsp:cNvSpPr/>
      </dsp:nvSpPr>
      <dsp:spPr>
        <a:xfrm>
          <a:off x="3712458" y="3378"/>
          <a:ext cx="4679996" cy="789984"/>
        </a:xfrm>
        <a:prstGeom prst="roundRect">
          <a:avLst>
            <a:gd name="adj" fmla="val 10000"/>
          </a:avLst>
        </a:prstGeom>
        <a:solidFill>
          <a:schemeClr val="accent1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b="1" kern="1200" dirty="0">
              <a:latin typeface="Aptos" panose="020B0004020202020204" pitchFamily="34" charset="0"/>
            </a:rPr>
            <a:t>Seleção do método</a:t>
          </a:r>
        </a:p>
      </dsp:txBody>
      <dsp:txXfrm>
        <a:off x="3735596" y="26516"/>
        <a:ext cx="4633720" cy="743708"/>
      </dsp:txXfrm>
    </dsp:sp>
    <dsp:sp modelId="{B54DF70A-9445-4768-AA20-AA1DD24737D8}">
      <dsp:nvSpPr>
        <dsp:cNvPr id="0" name=""/>
        <dsp:cNvSpPr/>
      </dsp:nvSpPr>
      <dsp:spPr>
        <a:xfrm rot="5400000">
          <a:off x="5904334" y="813113"/>
          <a:ext cx="296244" cy="35549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200" kern="1200">
            <a:latin typeface="Aptos" panose="020B0004020202020204" pitchFamily="34" charset="0"/>
          </a:endParaRPr>
        </a:p>
      </dsp:txBody>
      <dsp:txXfrm rot="-5400000">
        <a:off x="5945809" y="842738"/>
        <a:ext cx="213295" cy="207371"/>
      </dsp:txXfrm>
    </dsp:sp>
    <dsp:sp modelId="{35DB9096-BEE7-47E6-9B85-8F26A331DC10}">
      <dsp:nvSpPr>
        <dsp:cNvPr id="0" name=""/>
        <dsp:cNvSpPr/>
      </dsp:nvSpPr>
      <dsp:spPr>
        <a:xfrm>
          <a:off x="3712458" y="1188355"/>
          <a:ext cx="4679996" cy="789984"/>
        </a:xfrm>
        <a:prstGeom prst="roundRect">
          <a:avLst>
            <a:gd name="adj" fmla="val 10000"/>
          </a:avLst>
        </a:prstGeom>
        <a:solidFill>
          <a:srgbClr val="FF000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b="1" kern="1200" dirty="0">
              <a:latin typeface="Aptos" panose="020B0004020202020204" pitchFamily="34" charset="0"/>
            </a:rPr>
            <a:t>Amostragem</a:t>
          </a:r>
        </a:p>
      </dsp:txBody>
      <dsp:txXfrm>
        <a:off x="3735596" y="1211493"/>
        <a:ext cx="4633720" cy="743708"/>
      </dsp:txXfrm>
    </dsp:sp>
    <dsp:sp modelId="{5F969FB2-2A2F-470E-ABC6-EEE462394548}">
      <dsp:nvSpPr>
        <dsp:cNvPr id="0" name=""/>
        <dsp:cNvSpPr/>
      </dsp:nvSpPr>
      <dsp:spPr>
        <a:xfrm rot="5400000">
          <a:off x="5904334" y="1998090"/>
          <a:ext cx="296244" cy="35549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200" kern="1200">
            <a:latin typeface="Aptos" panose="020B0004020202020204" pitchFamily="34" charset="0"/>
          </a:endParaRPr>
        </a:p>
      </dsp:txBody>
      <dsp:txXfrm rot="-5400000">
        <a:off x="5945809" y="2027715"/>
        <a:ext cx="213295" cy="207371"/>
      </dsp:txXfrm>
    </dsp:sp>
    <dsp:sp modelId="{F3EE16D4-DAE9-41B6-8863-03865C342D6B}">
      <dsp:nvSpPr>
        <dsp:cNvPr id="0" name=""/>
        <dsp:cNvSpPr/>
      </dsp:nvSpPr>
      <dsp:spPr>
        <a:xfrm>
          <a:off x="3712458" y="2373333"/>
          <a:ext cx="4679996" cy="7899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b="1" kern="1200" dirty="0">
              <a:latin typeface="Aptos" panose="020B0004020202020204" pitchFamily="34" charset="0"/>
            </a:rPr>
            <a:t>Tratamento da amostra</a:t>
          </a:r>
        </a:p>
      </dsp:txBody>
      <dsp:txXfrm>
        <a:off x="3735596" y="2396471"/>
        <a:ext cx="4633720" cy="743708"/>
      </dsp:txXfrm>
    </dsp:sp>
    <dsp:sp modelId="{9096DBBE-C14D-46E7-8366-A06F3BC5C449}">
      <dsp:nvSpPr>
        <dsp:cNvPr id="0" name=""/>
        <dsp:cNvSpPr/>
      </dsp:nvSpPr>
      <dsp:spPr>
        <a:xfrm rot="5400000">
          <a:off x="5904334" y="3183067"/>
          <a:ext cx="296244" cy="35549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200" kern="1200">
            <a:latin typeface="Aptos" panose="020B0004020202020204" pitchFamily="34" charset="0"/>
          </a:endParaRPr>
        </a:p>
      </dsp:txBody>
      <dsp:txXfrm rot="-5400000">
        <a:off x="5945809" y="3212692"/>
        <a:ext cx="213295" cy="207371"/>
      </dsp:txXfrm>
    </dsp:sp>
    <dsp:sp modelId="{93D61C67-68FA-4C82-A086-3A4AC6875A14}">
      <dsp:nvSpPr>
        <dsp:cNvPr id="0" name=""/>
        <dsp:cNvSpPr/>
      </dsp:nvSpPr>
      <dsp:spPr>
        <a:xfrm>
          <a:off x="3712458" y="3558310"/>
          <a:ext cx="4679996" cy="7899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b="1" kern="1200" dirty="0">
              <a:latin typeface="Aptos" panose="020B0004020202020204" pitchFamily="34" charset="0"/>
            </a:rPr>
            <a:t>Medida Analítica</a:t>
          </a:r>
        </a:p>
      </dsp:txBody>
      <dsp:txXfrm>
        <a:off x="3735596" y="3581448"/>
        <a:ext cx="4633720" cy="743708"/>
      </dsp:txXfrm>
    </dsp:sp>
    <dsp:sp modelId="{BA45CA7E-86E0-4862-AEEE-B5D2968E128F}">
      <dsp:nvSpPr>
        <dsp:cNvPr id="0" name=""/>
        <dsp:cNvSpPr/>
      </dsp:nvSpPr>
      <dsp:spPr>
        <a:xfrm rot="5400000">
          <a:off x="5904334" y="4368044"/>
          <a:ext cx="296244" cy="35549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200" kern="1200">
            <a:latin typeface="Aptos" panose="020B0004020202020204" pitchFamily="34" charset="0"/>
          </a:endParaRPr>
        </a:p>
      </dsp:txBody>
      <dsp:txXfrm rot="-5400000">
        <a:off x="5945809" y="4397669"/>
        <a:ext cx="213295" cy="207371"/>
      </dsp:txXfrm>
    </dsp:sp>
    <dsp:sp modelId="{C7861961-B51E-4399-963B-6D7CD3214314}">
      <dsp:nvSpPr>
        <dsp:cNvPr id="0" name=""/>
        <dsp:cNvSpPr/>
      </dsp:nvSpPr>
      <dsp:spPr>
        <a:xfrm>
          <a:off x="3712458" y="4743287"/>
          <a:ext cx="4679996" cy="7899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b="1" kern="1200" dirty="0">
              <a:latin typeface="Aptos" panose="020B0004020202020204" pitchFamily="34" charset="0"/>
            </a:rPr>
            <a:t>Cálculo e avaliação dos resultados</a:t>
          </a:r>
        </a:p>
      </dsp:txBody>
      <dsp:txXfrm>
        <a:off x="3735596" y="4766425"/>
        <a:ext cx="4633720" cy="74370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A3A1A5-5BEB-4605-AA39-AE8FD6914031}">
      <dsp:nvSpPr>
        <dsp:cNvPr id="0" name=""/>
        <dsp:cNvSpPr/>
      </dsp:nvSpPr>
      <dsp:spPr>
        <a:xfrm>
          <a:off x="3712458" y="3378"/>
          <a:ext cx="4679996" cy="7899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b="1" kern="1200" dirty="0">
              <a:latin typeface="Aptos" panose="020B0004020202020204" pitchFamily="34" charset="0"/>
            </a:rPr>
            <a:t>Seleção do método</a:t>
          </a:r>
        </a:p>
      </dsp:txBody>
      <dsp:txXfrm>
        <a:off x="3735596" y="26516"/>
        <a:ext cx="4633720" cy="743708"/>
      </dsp:txXfrm>
    </dsp:sp>
    <dsp:sp modelId="{B54DF70A-9445-4768-AA20-AA1DD24737D8}">
      <dsp:nvSpPr>
        <dsp:cNvPr id="0" name=""/>
        <dsp:cNvSpPr/>
      </dsp:nvSpPr>
      <dsp:spPr>
        <a:xfrm rot="5400000">
          <a:off x="5904334" y="813113"/>
          <a:ext cx="296244" cy="35549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200" kern="1200">
            <a:latin typeface="Aptos" panose="020B0004020202020204" pitchFamily="34" charset="0"/>
          </a:endParaRPr>
        </a:p>
      </dsp:txBody>
      <dsp:txXfrm rot="-5400000">
        <a:off x="5945809" y="842738"/>
        <a:ext cx="213295" cy="207371"/>
      </dsp:txXfrm>
    </dsp:sp>
    <dsp:sp modelId="{35DB9096-BEE7-47E6-9B85-8F26A331DC10}">
      <dsp:nvSpPr>
        <dsp:cNvPr id="0" name=""/>
        <dsp:cNvSpPr/>
      </dsp:nvSpPr>
      <dsp:spPr>
        <a:xfrm>
          <a:off x="3712458" y="1188355"/>
          <a:ext cx="4679996" cy="7899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b="1" kern="1200" dirty="0">
              <a:latin typeface="Aptos" panose="020B0004020202020204" pitchFamily="34" charset="0"/>
            </a:rPr>
            <a:t>Amostragem</a:t>
          </a:r>
        </a:p>
      </dsp:txBody>
      <dsp:txXfrm>
        <a:off x="3735596" y="1211493"/>
        <a:ext cx="4633720" cy="743708"/>
      </dsp:txXfrm>
    </dsp:sp>
    <dsp:sp modelId="{5F969FB2-2A2F-470E-ABC6-EEE462394548}">
      <dsp:nvSpPr>
        <dsp:cNvPr id="0" name=""/>
        <dsp:cNvSpPr/>
      </dsp:nvSpPr>
      <dsp:spPr>
        <a:xfrm rot="5400000">
          <a:off x="5904334" y="1998090"/>
          <a:ext cx="296244" cy="35549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200" kern="1200">
            <a:latin typeface="Aptos" panose="020B0004020202020204" pitchFamily="34" charset="0"/>
          </a:endParaRPr>
        </a:p>
      </dsp:txBody>
      <dsp:txXfrm rot="-5400000">
        <a:off x="5945809" y="2027715"/>
        <a:ext cx="213295" cy="207371"/>
      </dsp:txXfrm>
    </dsp:sp>
    <dsp:sp modelId="{F3EE16D4-DAE9-41B6-8863-03865C342D6B}">
      <dsp:nvSpPr>
        <dsp:cNvPr id="0" name=""/>
        <dsp:cNvSpPr/>
      </dsp:nvSpPr>
      <dsp:spPr>
        <a:xfrm>
          <a:off x="3712458" y="2373333"/>
          <a:ext cx="4679996" cy="789984"/>
        </a:xfrm>
        <a:prstGeom prst="roundRect">
          <a:avLst>
            <a:gd name="adj" fmla="val 10000"/>
          </a:avLst>
        </a:prstGeom>
        <a:solidFill>
          <a:srgbClr val="FF000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b="1" kern="1200" dirty="0">
              <a:latin typeface="Aptos" panose="020B0004020202020204" pitchFamily="34" charset="0"/>
            </a:rPr>
            <a:t>Tratamento da amostra</a:t>
          </a:r>
        </a:p>
      </dsp:txBody>
      <dsp:txXfrm>
        <a:off x="3735596" y="2396471"/>
        <a:ext cx="4633720" cy="743708"/>
      </dsp:txXfrm>
    </dsp:sp>
    <dsp:sp modelId="{9096DBBE-C14D-46E7-8366-A06F3BC5C449}">
      <dsp:nvSpPr>
        <dsp:cNvPr id="0" name=""/>
        <dsp:cNvSpPr/>
      </dsp:nvSpPr>
      <dsp:spPr>
        <a:xfrm rot="5400000">
          <a:off x="5904334" y="3183067"/>
          <a:ext cx="296244" cy="35549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200" kern="1200">
            <a:latin typeface="Aptos" panose="020B0004020202020204" pitchFamily="34" charset="0"/>
          </a:endParaRPr>
        </a:p>
      </dsp:txBody>
      <dsp:txXfrm rot="-5400000">
        <a:off x="5945809" y="3212692"/>
        <a:ext cx="213295" cy="207371"/>
      </dsp:txXfrm>
    </dsp:sp>
    <dsp:sp modelId="{93D61C67-68FA-4C82-A086-3A4AC6875A14}">
      <dsp:nvSpPr>
        <dsp:cNvPr id="0" name=""/>
        <dsp:cNvSpPr/>
      </dsp:nvSpPr>
      <dsp:spPr>
        <a:xfrm>
          <a:off x="3712458" y="3558310"/>
          <a:ext cx="4679996" cy="7899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b="1" kern="1200" dirty="0">
              <a:latin typeface="Aptos" panose="020B0004020202020204" pitchFamily="34" charset="0"/>
            </a:rPr>
            <a:t>Medida Analítica</a:t>
          </a:r>
        </a:p>
      </dsp:txBody>
      <dsp:txXfrm>
        <a:off x="3735596" y="3581448"/>
        <a:ext cx="4633720" cy="743708"/>
      </dsp:txXfrm>
    </dsp:sp>
    <dsp:sp modelId="{BA45CA7E-86E0-4862-AEEE-B5D2968E128F}">
      <dsp:nvSpPr>
        <dsp:cNvPr id="0" name=""/>
        <dsp:cNvSpPr/>
      </dsp:nvSpPr>
      <dsp:spPr>
        <a:xfrm rot="5400000">
          <a:off x="5904334" y="4368044"/>
          <a:ext cx="296244" cy="35549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200" kern="1200">
            <a:latin typeface="Aptos" panose="020B0004020202020204" pitchFamily="34" charset="0"/>
          </a:endParaRPr>
        </a:p>
      </dsp:txBody>
      <dsp:txXfrm rot="-5400000">
        <a:off x="5945809" y="4397669"/>
        <a:ext cx="213295" cy="207371"/>
      </dsp:txXfrm>
    </dsp:sp>
    <dsp:sp modelId="{C7861961-B51E-4399-963B-6D7CD3214314}">
      <dsp:nvSpPr>
        <dsp:cNvPr id="0" name=""/>
        <dsp:cNvSpPr/>
      </dsp:nvSpPr>
      <dsp:spPr>
        <a:xfrm>
          <a:off x="3712458" y="4743287"/>
          <a:ext cx="4679996" cy="7899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b="1" kern="1200" dirty="0">
              <a:latin typeface="Aptos" panose="020B0004020202020204" pitchFamily="34" charset="0"/>
            </a:rPr>
            <a:t>Cálculo e avaliação dos resultados</a:t>
          </a:r>
        </a:p>
      </dsp:txBody>
      <dsp:txXfrm>
        <a:off x="3735596" y="4766425"/>
        <a:ext cx="4633720" cy="74370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959973-9D9F-4D3B-92C9-8FA9AC479B9C}">
      <dsp:nvSpPr>
        <dsp:cNvPr id="0" name=""/>
        <dsp:cNvSpPr/>
      </dsp:nvSpPr>
      <dsp:spPr>
        <a:xfrm>
          <a:off x="329509" y="2476345"/>
          <a:ext cx="2152985" cy="107649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>
              <a:latin typeface="Aptos" panose="020B0004020202020204" pitchFamily="34" charset="0"/>
            </a:rPr>
            <a:t>Amostra</a:t>
          </a:r>
        </a:p>
      </dsp:txBody>
      <dsp:txXfrm>
        <a:off x="361038" y="2507874"/>
        <a:ext cx="2089927" cy="1013434"/>
      </dsp:txXfrm>
    </dsp:sp>
    <dsp:sp modelId="{A9F35BC7-3FCD-466D-9267-73D16053A050}">
      <dsp:nvSpPr>
        <dsp:cNvPr id="0" name=""/>
        <dsp:cNvSpPr/>
      </dsp:nvSpPr>
      <dsp:spPr>
        <a:xfrm rot="18289469">
          <a:off x="2159066" y="2377701"/>
          <a:ext cx="1508050" cy="35815"/>
        </a:xfrm>
        <a:custGeom>
          <a:avLst/>
          <a:gdLst/>
          <a:ahLst/>
          <a:cxnLst/>
          <a:rect l="0" t="0" r="0" b="0"/>
          <a:pathLst>
            <a:path>
              <a:moveTo>
                <a:pt x="0" y="17907"/>
              </a:moveTo>
              <a:lnTo>
                <a:pt x="1508050" y="17907"/>
              </a:lnTo>
            </a:path>
          </a:pathLst>
        </a:custGeom>
        <a:noFill/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400" kern="1200">
            <a:latin typeface="Aptos" panose="020B0004020202020204" pitchFamily="34" charset="0"/>
          </a:endParaRPr>
        </a:p>
      </dsp:txBody>
      <dsp:txXfrm>
        <a:off x="2875390" y="2357907"/>
        <a:ext cx="75402" cy="75402"/>
      </dsp:txXfrm>
    </dsp:sp>
    <dsp:sp modelId="{73B0A2DC-7518-4B6C-8F51-2CA6DA7BB983}">
      <dsp:nvSpPr>
        <dsp:cNvPr id="0" name=""/>
        <dsp:cNvSpPr/>
      </dsp:nvSpPr>
      <dsp:spPr>
        <a:xfrm>
          <a:off x="3343689" y="1238379"/>
          <a:ext cx="2152985" cy="107649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>
              <a:latin typeface="Aptos" panose="020B0004020202020204" pitchFamily="34" charset="0"/>
            </a:rPr>
            <a:t>Via úmida</a:t>
          </a:r>
        </a:p>
      </dsp:txBody>
      <dsp:txXfrm>
        <a:off x="3375218" y="1269908"/>
        <a:ext cx="2089927" cy="1013434"/>
      </dsp:txXfrm>
    </dsp:sp>
    <dsp:sp modelId="{52465AB1-FAB2-4393-B972-E2480B443A99}">
      <dsp:nvSpPr>
        <dsp:cNvPr id="0" name=""/>
        <dsp:cNvSpPr/>
      </dsp:nvSpPr>
      <dsp:spPr>
        <a:xfrm rot="19457599">
          <a:off x="5396989" y="1449226"/>
          <a:ext cx="1060563" cy="35815"/>
        </a:xfrm>
        <a:custGeom>
          <a:avLst/>
          <a:gdLst/>
          <a:ahLst/>
          <a:cxnLst/>
          <a:rect l="0" t="0" r="0" b="0"/>
          <a:pathLst>
            <a:path>
              <a:moveTo>
                <a:pt x="0" y="17907"/>
              </a:moveTo>
              <a:lnTo>
                <a:pt x="1060563" y="17907"/>
              </a:lnTo>
            </a:path>
          </a:pathLst>
        </a:custGeom>
        <a:noFill/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400" kern="1200">
            <a:latin typeface="Aptos" panose="020B0004020202020204" pitchFamily="34" charset="0"/>
          </a:endParaRPr>
        </a:p>
      </dsp:txBody>
      <dsp:txXfrm>
        <a:off x="5900757" y="1440619"/>
        <a:ext cx="53028" cy="53028"/>
      </dsp:txXfrm>
    </dsp:sp>
    <dsp:sp modelId="{2E2FA06B-3B77-4A10-9DB3-3F27BD7C2B71}">
      <dsp:nvSpPr>
        <dsp:cNvPr id="0" name=""/>
        <dsp:cNvSpPr/>
      </dsp:nvSpPr>
      <dsp:spPr>
        <a:xfrm>
          <a:off x="6357868" y="619396"/>
          <a:ext cx="2152985" cy="107649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>
              <a:latin typeface="Aptos" panose="020B0004020202020204" pitchFamily="34" charset="0"/>
            </a:rPr>
            <a:t>Com aquecimento</a:t>
          </a:r>
        </a:p>
      </dsp:txBody>
      <dsp:txXfrm>
        <a:off x="6389397" y="650925"/>
        <a:ext cx="2089927" cy="1013434"/>
      </dsp:txXfrm>
    </dsp:sp>
    <dsp:sp modelId="{599AAE4D-6199-4D46-A9FE-9E5FC8153135}">
      <dsp:nvSpPr>
        <dsp:cNvPr id="0" name=""/>
        <dsp:cNvSpPr/>
      </dsp:nvSpPr>
      <dsp:spPr>
        <a:xfrm rot="19457599">
          <a:off x="8411168" y="830242"/>
          <a:ext cx="1060563" cy="35815"/>
        </a:xfrm>
        <a:custGeom>
          <a:avLst/>
          <a:gdLst/>
          <a:ahLst/>
          <a:cxnLst/>
          <a:rect l="0" t="0" r="0" b="0"/>
          <a:pathLst>
            <a:path>
              <a:moveTo>
                <a:pt x="0" y="17907"/>
              </a:moveTo>
              <a:lnTo>
                <a:pt x="1060563" y="17907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400" kern="1200">
            <a:latin typeface="Aptos" panose="020B0004020202020204" pitchFamily="34" charset="0"/>
          </a:endParaRPr>
        </a:p>
      </dsp:txBody>
      <dsp:txXfrm>
        <a:off x="8914936" y="821636"/>
        <a:ext cx="53028" cy="53028"/>
      </dsp:txXfrm>
    </dsp:sp>
    <dsp:sp modelId="{6CCC27DF-41F0-4BBB-A680-3DF6B3DD51DC}">
      <dsp:nvSpPr>
        <dsp:cNvPr id="0" name=""/>
        <dsp:cNvSpPr/>
      </dsp:nvSpPr>
      <dsp:spPr>
        <a:xfrm>
          <a:off x="9372047" y="412"/>
          <a:ext cx="2152985" cy="107649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>
              <a:latin typeface="Aptos" panose="020B0004020202020204" pitchFamily="34" charset="0"/>
            </a:rPr>
            <a:t>Convencional</a:t>
          </a:r>
        </a:p>
      </dsp:txBody>
      <dsp:txXfrm>
        <a:off x="9403576" y="31941"/>
        <a:ext cx="2089927" cy="1013434"/>
      </dsp:txXfrm>
    </dsp:sp>
    <dsp:sp modelId="{AF0441A0-7D34-44DD-9073-4A8927CDBD7D}">
      <dsp:nvSpPr>
        <dsp:cNvPr id="0" name=""/>
        <dsp:cNvSpPr/>
      </dsp:nvSpPr>
      <dsp:spPr>
        <a:xfrm rot="2142401">
          <a:off x="8411168" y="1449226"/>
          <a:ext cx="1060563" cy="35815"/>
        </a:xfrm>
        <a:custGeom>
          <a:avLst/>
          <a:gdLst/>
          <a:ahLst/>
          <a:cxnLst/>
          <a:rect l="0" t="0" r="0" b="0"/>
          <a:pathLst>
            <a:path>
              <a:moveTo>
                <a:pt x="0" y="17907"/>
              </a:moveTo>
              <a:lnTo>
                <a:pt x="1060563" y="17907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400" kern="1200">
            <a:latin typeface="Aptos" panose="020B0004020202020204" pitchFamily="34" charset="0"/>
          </a:endParaRPr>
        </a:p>
      </dsp:txBody>
      <dsp:txXfrm>
        <a:off x="8914936" y="1440619"/>
        <a:ext cx="53028" cy="53028"/>
      </dsp:txXfrm>
    </dsp:sp>
    <dsp:sp modelId="{85029771-AF7E-4135-A3CA-A1BF796DCD71}">
      <dsp:nvSpPr>
        <dsp:cNvPr id="0" name=""/>
        <dsp:cNvSpPr/>
      </dsp:nvSpPr>
      <dsp:spPr>
        <a:xfrm>
          <a:off x="9372047" y="1238379"/>
          <a:ext cx="2152985" cy="107649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 err="1">
              <a:latin typeface="Aptos" panose="020B0004020202020204" pitchFamily="34" charset="0"/>
            </a:rPr>
            <a:t>Microondas</a:t>
          </a:r>
          <a:endParaRPr lang="pt-BR" sz="2400" kern="1200" dirty="0">
            <a:latin typeface="Aptos" panose="020B0004020202020204" pitchFamily="34" charset="0"/>
          </a:endParaRPr>
        </a:p>
      </dsp:txBody>
      <dsp:txXfrm>
        <a:off x="9403576" y="1269908"/>
        <a:ext cx="2089927" cy="1013434"/>
      </dsp:txXfrm>
    </dsp:sp>
    <dsp:sp modelId="{D3246273-7717-46F9-AA3B-11B166D40864}">
      <dsp:nvSpPr>
        <dsp:cNvPr id="0" name=""/>
        <dsp:cNvSpPr/>
      </dsp:nvSpPr>
      <dsp:spPr>
        <a:xfrm rot="2142401">
          <a:off x="5396989" y="2068209"/>
          <a:ext cx="1060563" cy="35815"/>
        </a:xfrm>
        <a:custGeom>
          <a:avLst/>
          <a:gdLst/>
          <a:ahLst/>
          <a:cxnLst/>
          <a:rect l="0" t="0" r="0" b="0"/>
          <a:pathLst>
            <a:path>
              <a:moveTo>
                <a:pt x="0" y="17907"/>
              </a:moveTo>
              <a:lnTo>
                <a:pt x="1060563" y="17907"/>
              </a:lnTo>
            </a:path>
          </a:pathLst>
        </a:custGeom>
        <a:noFill/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400" kern="1200">
            <a:latin typeface="Aptos" panose="020B0004020202020204" pitchFamily="34" charset="0"/>
          </a:endParaRPr>
        </a:p>
      </dsp:txBody>
      <dsp:txXfrm>
        <a:off x="5900757" y="2059603"/>
        <a:ext cx="53028" cy="53028"/>
      </dsp:txXfrm>
    </dsp:sp>
    <dsp:sp modelId="{BA10D7EB-4631-4096-9056-5CE571F9FF2B}">
      <dsp:nvSpPr>
        <dsp:cNvPr id="0" name=""/>
        <dsp:cNvSpPr/>
      </dsp:nvSpPr>
      <dsp:spPr>
        <a:xfrm>
          <a:off x="6357868" y="1857362"/>
          <a:ext cx="2152985" cy="107649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>
              <a:latin typeface="Aptos" panose="020B0004020202020204" pitchFamily="34" charset="0"/>
            </a:rPr>
            <a:t>Sem aquecimento</a:t>
          </a:r>
        </a:p>
      </dsp:txBody>
      <dsp:txXfrm>
        <a:off x="6389397" y="1888891"/>
        <a:ext cx="2089927" cy="1013434"/>
      </dsp:txXfrm>
    </dsp:sp>
    <dsp:sp modelId="{3DDB3E60-7DAE-4EAF-B015-CAD18AF84DE0}">
      <dsp:nvSpPr>
        <dsp:cNvPr id="0" name=""/>
        <dsp:cNvSpPr/>
      </dsp:nvSpPr>
      <dsp:spPr>
        <a:xfrm rot="3310531">
          <a:off x="2159066" y="3615667"/>
          <a:ext cx="1508050" cy="35815"/>
        </a:xfrm>
        <a:custGeom>
          <a:avLst/>
          <a:gdLst/>
          <a:ahLst/>
          <a:cxnLst/>
          <a:rect l="0" t="0" r="0" b="0"/>
          <a:pathLst>
            <a:path>
              <a:moveTo>
                <a:pt x="0" y="17907"/>
              </a:moveTo>
              <a:lnTo>
                <a:pt x="1508050" y="17907"/>
              </a:lnTo>
            </a:path>
          </a:pathLst>
        </a:custGeom>
        <a:noFill/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400" kern="1200">
            <a:latin typeface="Aptos" panose="020B0004020202020204" pitchFamily="34" charset="0"/>
          </a:endParaRPr>
        </a:p>
      </dsp:txBody>
      <dsp:txXfrm>
        <a:off x="2875390" y="3595874"/>
        <a:ext cx="75402" cy="75402"/>
      </dsp:txXfrm>
    </dsp:sp>
    <dsp:sp modelId="{0A48855B-B5D3-461A-9551-E00031427BA8}">
      <dsp:nvSpPr>
        <dsp:cNvPr id="0" name=""/>
        <dsp:cNvSpPr/>
      </dsp:nvSpPr>
      <dsp:spPr>
        <a:xfrm>
          <a:off x="3343689" y="3714312"/>
          <a:ext cx="2152985" cy="107649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>
              <a:latin typeface="Aptos" panose="020B0004020202020204" pitchFamily="34" charset="0"/>
            </a:rPr>
            <a:t>Via seca</a:t>
          </a:r>
        </a:p>
      </dsp:txBody>
      <dsp:txXfrm>
        <a:off x="3375218" y="3745841"/>
        <a:ext cx="2089927" cy="1013434"/>
      </dsp:txXfrm>
    </dsp:sp>
    <dsp:sp modelId="{CD8ED7AB-B4B4-45C5-80A9-E4B89A660516}">
      <dsp:nvSpPr>
        <dsp:cNvPr id="0" name=""/>
        <dsp:cNvSpPr/>
      </dsp:nvSpPr>
      <dsp:spPr>
        <a:xfrm rot="19457599">
          <a:off x="5396989" y="3925159"/>
          <a:ext cx="1060563" cy="35815"/>
        </a:xfrm>
        <a:custGeom>
          <a:avLst/>
          <a:gdLst/>
          <a:ahLst/>
          <a:cxnLst/>
          <a:rect l="0" t="0" r="0" b="0"/>
          <a:pathLst>
            <a:path>
              <a:moveTo>
                <a:pt x="0" y="17907"/>
              </a:moveTo>
              <a:lnTo>
                <a:pt x="1060563" y="17907"/>
              </a:lnTo>
            </a:path>
          </a:pathLst>
        </a:custGeom>
        <a:noFill/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400" kern="1200">
            <a:latin typeface="Aptos" panose="020B0004020202020204" pitchFamily="34" charset="0"/>
          </a:endParaRPr>
        </a:p>
      </dsp:txBody>
      <dsp:txXfrm>
        <a:off x="5900757" y="3916552"/>
        <a:ext cx="53028" cy="53028"/>
      </dsp:txXfrm>
    </dsp:sp>
    <dsp:sp modelId="{20D0DDC1-56FF-4387-99B1-F6B586036F6B}">
      <dsp:nvSpPr>
        <dsp:cNvPr id="0" name=""/>
        <dsp:cNvSpPr/>
      </dsp:nvSpPr>
      <dsp:spPr>
        <a:xfrm>
          <a:off x="6357868" y="3095329"/>
          <a:ext cx="2152985" cy="107649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>
              <a:latin typeface="Aptos" panose="020B0004020202020204" pitchFamily="34" charset="0"/>
            </a:rPr>
            <a:t>Fusão alcalina</a:t>
          </a:r>
        </a:p>
      </dsp:txBody>
      <dsp:txXfrm>
        <a:off x="6389397" y="3126858"/>
        <a:ext cx="2089927" cy="1013434"/>
      </dsp:txXfrm>
    </dsp:sp>
    <dsp:sp modelId="{D9DAA3C9-CC24-49DF-A2D2-4706A27DD10A}">
      <dsp:nvSpPr>
        <dsp:cNvPr id="0" name=""/>
        <dsp:cNvSpPr/>
      </dsp:nvSpPr>
      <dsp:spPr>
        <a:xfrm rot="2142401">
          <a:off x="5396989" y="4544142"/>
          <a:ext cx="1060563" cy="35815"/>
        </a:xfrm>
        <a:custGeom>
          <a:avLst/>
          <a:gdLst/>
          <a:ahLst/>
          <a:cxnLst/>
          <a:rect l="0" t="0" r="0" b="0"/>
          <a:pathLst>
            <a:path>
              <a:moveTo>
                <a:pt x="0" y="17907"/>
              </a:moveTo>
              <a:lnTo>
                <a:pt x="1060563" y="17907"/>
              </a:lnTo>
            </a:path>
          </a:pathLst>
        </a:custGeom>
        <a:noFill/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400" kern="1200">
            <a:latin typeface="Aptos" panose="020B0004020202020204" pitchFamily="34" charset="0"/>
          </a:endParaRPr>
        </a:p>
      </dsp:txBody>
      <dsp:txXfrm>
        <a:off x="5900757" y="4535536"/>
        <a:ext cx="53028" cy="53028"/>
      </dsp:txXfrm>
    </dsp:sp>
    <dsp:sp modelId="{5E958A4B-111D-4A8A-8A30-5BE998A903D4}">
      <dsp:nvSpPr>
        <dsp:cNvPr id="0" name=""/>
        <dsp:cNvSpPr/>
      </dsp:nvSpPr>
      <dsp:spPr>
        <a:xfrm>
          <a:off x="6357868" y="4333295"/>
          <a:ext cx="2152985" cy="107649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>
              <a:latin typeface="Aptos" panose="020B0004020202020204" pitchFamily="34" charset="0"/>
            </a:rPr>
            <a:t>Combustão</a:t>
          </a:r>
        </a:p>
      </dsp:txBody>
      <dsp:txXfrm>
        <a:off x="6389397" y="4364824"/>
        <a:ext cx="2089927" cy="101343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A3A1A5-5BEB-4605-AA39-AE8FD6914031}">
      <dsp:nvSpPr>
        <dsp:cNvPr id="0" name=""/>
        <dsp:cNvSpPr/>
      </dsp:nvSpPr>
      <dsp:spPr>
        <a:xfrm>
          <a:off x="3712458" y="3378"/>
          <a:ext cx="4679996" cy="7899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b="1" kern="1200" dirty="0">
              <a:latin typeface="Aptos" panose="020B0004020202020204" pitchFamily="34" charset="0"/>
            </a:rPr>
            <a:t>Seleção do método</a:t>
          </a:r>
        </a:p>
      </dsp:txBody>
      <dsp:txXfrm>
        <a:off x="3735596" y="26516"/>
        <a:ext cx="4633720" cy="743708"/>
      </dsp:txXfrm>
    </dsp:sp>
    <dsp:sp modelId="{B54DF70A-9445-4768-AA20-AA1DD24737D8}">
      <dsp:nvSpPr>
        <dsp:cNvPr id="0" name=""/>
        <dsp:cNvSpPr/>
      </dsp:nvSpPr>
      <dsp:spPr>
        <a:xfrm rot="5400000">
          <a:off x="5904334" y="813113"/>
          <a:ext cx="296244" cy="35549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200" kern="1200">
            <a:latin typeface="Aptos" panose="020B0004020202020204" pitchFamily="34" charset="0"/>
          </a:endParaRPr>
        </a:p>
      </dsp:txBody>
      <dsp:txXfrm rot="-5400000">
        <a:off x="5945809" y="842738"/>
        <a:ext cx="213295" cy="207371"/>
      </dsp:txXfrm>
    </dsp:sp>
    <dsp:sp modelId="{35DB9096-BEE7-47E6-9B85-8F26A331DC10}">
      <dsp:nvSpPr>
        <dsp:cNvPr id="0" name=""/>
        <dsp:cNvSpPr/>
      </dsp:nvSpPr>
      <dsp:spPr>
        <a:xfrm>
          <a:off x="3712458" y="1188355"/>
          <a:ext cx="4679996" cy="7899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b="1" kern="1200" dirty="0">
              <a:latin typeface="Aptos" panose="020B0004020202020204" pitchFamily="34" charset="0"/>
            </a:rPr>
            <a:t>Amostragem</a:t>
          </a:r>
        </a:p>
      </dsp:txBody>
      <dsp:txXfrm>
        <a:off x="3735596" y="1211493"/>
        <a:ext cx="4633720" cy="743708"/>
      </dsp:txXfrm>
    </dsp:sp>
    <dsp:sp modelId="{5F969FB2-2A2F-470E-ABC6-EEE462394548}">
      <dsp:nvSpPr>
        <dsp:cNvPr id="0" name=""/>
        <dsp:cNvSpPr/>
      </dsp:nvSpPr>
      <dsp:spPr>
        <a:xfrm rot="5400000">
          <a:off x="5904334" y="1998090"/>
          <a:ext cx="296244" cy="35549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200" kern="1200">
            <a:latin typeface="Aptos" panose="020B0004020202020204" pitchFamily="34" charset="0"/>
          </a:endParaRPr>
        </a:p>
      </dsp:txBody>
      <dsp:txXfrm rot="-5400000">
        <a:off x="5945809" y="2027715"/>
        <a:ext cx="213295" cy="207371"/>
      </dsp:txXfrm>
    </dsp:sp>
    <dsp:sp modelId="{F3EE16D4-DAE9-41B6-8863-03865C342D6B}">
      <dsp:nvSpPr>
        <dsp:cNvPr id="0" name=""/>
        <dsp:cNvSpPr/>
      </dsp:nvSpPr>
      <dsp:spPr>
        <a:xfrm>
          <a:off x="3712458" y="2373333"/>
          <a:ext cx="4679996" cy="7899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b="1" kern="1200" dirty="0">
              <a:latin typeface="Aptos" panose="020B0004020202020204" pitchFamily="34" charset="0"/>
            </a:rPr>
            <a:t>Tratamento da amostra</a:t>
          </a:r>
        </a:p>
      </dsp:txBody>
      <dsp:txXfrm>
        <a:off x="3735596" y="2396471"/>
        <a:ext cx="4633720" cy="743708"/>
      </dsp:txXfrm>
    </dsp:sp>
    <dsp:sp modelId="{9096DBBE-C14D-46E7-8366-A06F3BC5C449}">
      <dsp:nvSpPr>
        <dsp:cNvPr id="0" name=""/>
        <dsp:cNvSpPr/>
      </dsp:nvSpPr>
      <dsp:spPr>
        <a:xfrm rot="5400000">
          <a:off x="5904334" y="3183067"/>
          <a:ext cx="296244" cy="35549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200" kern="1200">
            <a:latin typeface="Aptos" panose="020B0004020202020204" pitchFamily="34" charset="0"/>
          </a:endParaRPr>
        </a:p>
      </dsp:txBody>
      <dsp:txXfrm rot="-5400000">
        <a:off x="5945809" y="3212692"/>
        <a:ext cx="213295" cy="207371"/>
      </dsp:txXfrm>
    </dsp:sp>
    <dsp:sp modelId="{93D61C67-68FA-4C82-A086-3A4AC6875A14}">
      <dsp:nvSpPr>
        <dsp:cNvPr id="0" name=""/>
        <dsp:cNvSpPr/>
      </dsp:nvSpPr>
      <dsp:spPr>
        <a:xfrm>
          <a:off x="3712458" y="3558310"/>
          <a:ext cx="4679996" cy="789984"/>
        </a:xfrm>
        <a:prstGeom prst="roundRect">
          <a:avLst>
            <a:gd name="adj" fmla="val 10000"/>
          </a:avLst>
        </a:prstGeom>
        <a:solidFill>
          <a:srgbClr val="FF000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b="1" kern="1200" dirty="0">
              <a:latin typeface="Aptos" panose="020B0004020202020204" pitchFamily="34" charset="0"/>
            </a:rPr>
            <a:t>Medida Analítica</a:t>
          </a:r>
        </a:p>
      </dsp:txBody>
      <dsp:txXfrm>
        <a:off x="3735596" y="3581448"/>
        <a:ext cx="4633720" cy="743708"/>
      </dsp:txXfrm>
    </dsp:sp>
    <dsp:sp modelId="{BA45CA7E-86E0-4862-AEEE-B5D2968E128F}">
      <dsp:nvSpPr>
        <dsp:cNvPr id="0" name=""/>
        <dsp:cNvSpPr/>
      </dsp:nvSpPr>
      <dsp:spPr>
        <a:xfrm rot="5400000">
          <a:off x="5904334" y="4368044"/>
          <a:ext cx="296244" cy="35549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200" kern="1200">
            <a:latin typeface="Aptos" panose="020B0004020202020204" pitchFamily="34" charset="0"/>
          </a:endParaRPr>
        </a:p>
      </dsp:txBody>
      <dsp:txXfrm rot="-5400000">
        <a:off x="5945809" y="4397669"/>
        <a:ext cx="213295" cy="207371"/>
      </dsp:txXfrm>
    </dsp:sp>
    <dsp:sp modelId="{C7861961-B51E-4399-963B-6D7CD3214314}">
      <dsp:nvSpPr>
        <dsp:cNvPr id="0" name=""/>
        <dsp:cNvSpPr/>
      </dsp:nvSpPr>
      <dsp:spPr>
        <a:xfrm>
          <a:off x="3712458" y="4743287"/>
          <a:ext cx="4679996" cy="7899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b="1" kern="1200" dirty="0">
              <a:latin typeface="Aptos" panose="020B0004020202020204" pitchFamily="34" charset="0"/>
            </a:rPr>
            <a:t>Cálculo e avaliação dos resultados</a:t>
          </a:r>
        </a:p>
      </dsp:txBody>
      <dsp:txXfrm>
        <a:off x="3735596" y="4766425"/>
        <a:ext cx="4633720" cy="74370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959973-9D9F-4D3B-92C9-8FA9AC479B9C}">
      <dsp:nvSpPr>
        <dsp:cNvPr id="0" name=""/>
        <dsp:cNvSpPr/>
      </dsp:nvSpPr>
      <dsp:spPr>
        <a:xfrm>
          <a:off x="9547" y="1799674"/>
          <a:ext cx="1960835" cy="71998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>
              <a:latin typeface="Aptos" panose="020B0004020202020204" pitchFamily="34" charset="0"/>
            </a:rPr>
            <a:t>Análise Química</a:t>
          </a:r>
        </a:p>
      </dsp:txBody>
      <dsp:txXfrm>
        <a:off x="30635" y="1820762"/>
        <a:ext cx="1918659" cy="677813"/>
      </dsp:txXfrm>
    </dsp:sp>
    <dsp:sp modelId="{A9F35BC7-3FCD-466D-9267-73D16053A050}">
      <dsp:nvSpPr>
        <dsp:cNvPr id="0" name=""/>
        <dsp:cNvSpPr/>
      </dsp:nvSpPr>
      <dsp:spPr>
        <a:xfrm rot="18781080">
          <a:off x="1787717" y="1717391"/>
          <a:ext cx="1149666" cy="43990"/>
        </a:xfrm>
        <a:custGeom>
          <a:avLst/>
          <a:gdLst/>
          <a:ahLst/>
          <a:cxnLst/>
          <a:rect l="0" t="0" r="0" b="0"/>
          <a:pathLst>
            <a:path>
              <a:moveTo>
                <a:pt x="0" y="21995"/>
              </a:moveTo>
              <a:lnTo>
                <a:pt x="1149666" y="21995"/>
              </a:lnTo>
            </a:path>
          </a:pathLst>
        </a:custGeom>
        <a:noFill/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400" kern="1200">
            <a:latin typeface="Aptos" panose="020B0004020202020204" pitchFamily="34" charset="0"/>
          </a:endParaRPr>
        </a:p>
      </dsp:txBody>
      <dsp:txXfrm>
        <a:off x="2333808" y="1710644"/>
        <a:ext cx="57483" cy="57483"/>
      </dsp:txXfrm>
    </dsp:sp>
    <dsp:sp modelId="{73B0A2DC-7518-4B6C-8F51-2CA6DA7BB983}">
      <dsp:nvSpPr>
        <dsp:cNvPr id="0" name=""/>
        <dsp:cNvSpPr/>
      </dsp:nvSpPr>
      <dsp:spPr>
        <a:xfrm>
          <a:off x="2754717" y="1009110"/>
          <a:ext cx="1960835" cy="61998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>
              <a:latin typeface="Aptos" panose="020B0004020202020204" pitchFamily="34" charset="0"/>
            </a:rPr>
            <a:t>Quantitativa</a:t>
          </a:r>
        </a:p>
      </dsp:txBody>
      <dsp:txXfrm>
        <a:off x="2772876" y="1027269"/>
        <a:ext cx="1924517" cy="583668"/>
      </dsp:txXfrm>
    </dsp:sp>
    <dsp:sp modelId="{52465AB1-FAB2-4393-B972-E2480B443A99}">
      <dsp:nvSpPr>
        <dsp:cNvPr id="0" name=""/>
        <dsp:cNvSpPr/>
      </dsp:nvSpPr>
      <dsp:spPr>
        <a:xfrm rot="19954343">
          <a:off x="4665888" y="1093588"/>
          <a:ext cx="883663" cy="43990"/>
        </a:xfrm>
        <a:custGeom>
          <a:avLst/>
          <a:gdLst/>
          <a:ahLst/>
          <a:cxnLst/>
          <a:rect l="0" t="0" r="0" b="0"/>
          <a:pathLst>
            <a:path>
              <a:moveTo>
                <a:pt x="0" y="21995"/>
              </a:moveTo>
              <a:lnTo>
                <a:pt x="883663" y="21995"/>
              </a:lnTo>
            </a:path>
          </a:pathLst>
        </a:custGeom>
        <a:noFill/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400" kern="1200">
            <a:latin typeface="Aptos" panose="020B0004020202020204" pitchFamily="34" charset="0"/>
          </a:endParaRPr>
        </a:p>
      </dsp:txBody>
      <dsp:txXfrm>
        <a:off x="5085628" y="1093491"/>
        <a:ext cx="44183" cy="44183"/>
      </dsp:txXfrm>
    </dsp:sp>
    <dsp:sp modelId="{2E2FA06B-3B77-4A10-9DB3-3F27BD7C2B71}">
      <dsp:nvSpPr>
        <dsp:cNvPr id="0" name=""/>
        <dsp:cNvSpPr/>
      </dsp:nvSpPr>
      <dsp:spPr>
        <a:xfrm>
          <a:off x="5499887" y="578554"/>
          <a:ext cx="3599937" cy="66701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>
              <a:latin typeface="Aptos" panose="020B0004020202020204" pitchFamily="34" charset="0"/>
            </a:rPr>
            <a:t>Métodos Químicos</a:t>
          </a:r>
        </a:p>
      </dsp:txBody>
      <dsp:txXfrm>
        <a:off x="5519423" y="598090"/>
        <a:ext cx="3560865" cy="627945"/>
      </dsp:txXfrm>
    </dsp:sp>
    <dsp:sp modelId="{599AAE4D-6199-4D46-A9FE-9E5FC8153135}">
      <dsp:nvSpPr>
        <dsp:cNvPr id="0" name=""/>
        <dsp:cNvSpPr/>
      </dsp:nvSpPr>
      <dsp:spPr>
        <a:xfrm rot="20035459">
          <a:off x="9055385" y="698153"/>
          <a:ext cx="873215" cy="43990"/>
        </a:xfrm>
        <a:custGeom>
          <a:avLst/>
          <a:gdLst/>
          <a:ahLst/>
          <a:cxnLst/>
          <a:rect l="0" t="0" r="0" b="0"/>
          <a:pathLst>
            <a:path>
              <a:moveTo>
                <a:pt x="0" y="21995"/>
              </a:moveTo>
              <a:lnTo>
                <a:pt x="873215" y="21995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400" kern="1200">
            <a:latin typeface="Aptos" panose="020B0004020202020204" pitchFamily="34" charset="0"/>
          </a:endParaRPr>
        </a:p>
      </dsp:txBody>
      <dsp:txXfrm>
        <a:off x="9470162" y="698318"/>
        <a:ext cx="43660" cy="43660"/>
      </dsp:txXfrm>
    </dsp:sp>
    <dsp:sp modelId="{6CCC27DF-41F0-4BBB-A680-3DF6B3DD51DC}">
      <dsp:nvSpPr>
        <dsp:cNvPr id="0" name=""/>
        <dsp:cNvSpPr/>
      </dsp:nvSpPr>
      <dsp:spPr>
        <a:xfrm>
          <a:off x="9884159" y="217937"/>
          <a:ext cx="1960835" cy="62059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>
              <a:latin typeface="Aptos" panose="020B0004020202020204" pitchFamily="34" charset="0"/>
            </a:rPr>
            <a:t>Gravimetria</a:t>
          </a:r>
        </a:p>
      </dsp:txBody>
      <dsp:txXfrm>
        <a:off x="9902336" y="236114"/>
        <a:ext cx="1924481" cy="584240"/>
      </dsp:txXfrm>
    </dsp:sp>
    <dsp:sp modelId="{AF0441A0-7D34-44DD-9073-4A8927CDBD7D}">
      <dsp:nvSpPr>
        <dsp:cNvPr id="0" name=""/>
        <dsp:cNvSpPr/>
      </dsp:nvSpPr>
      <dsp:spPr>
        <a:xfrm rot="1387036">
          <a:off x="9065177" y="1059482"/>
          <a:ext cx="863003" cy="43990"/>
        </a:xfrm>
        <a:custGeom>
          <a:avLst/>
          <a:gdLst/>
          <a:ahLst/>
          <a:cxnLst/>
          <a:rect l="0" t="0" r="0" b="0"/>
          <a:pathLst>
            <a:path>
              <a:moveTo>
                <a:pt x="0" y="21995"/>
              </a:moveTo>
              <a:lnTo>
                <a:pt x="863003" y="21995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400" kern="1200">
            <a:latin typeface="Aptos" panose="020B0004020202020204" pitchFamily="34" charset="0"/>
          </a:endParaRPr>
        </a:p>
      </dsp:txBody>
      <dsp:txXfrm>
        <a:off x="9475104" y="1059902"/>
        <a:ext cx="43150" cy="43150"/>
      </dsp:txXfrm>
    </dsp:sp>
    <dsp:sp modelId="{85029771-AF7E-4135-A3CA-A1BF796DCD71}">
      <dsp:nvSpPr>
        <dsp:cNvPr id="0" name=""/>
        <dsp:cNvSpPr/>
      </dsp:nvSpPr>
      <dsp:spPr>
        <a:xfrm>
          <a:off x="9893532" y="940593"/>
          <a:ext cx="1960835" cy="62059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>
              <a:latin typeface="Aptos" panose="020B0004020202020204" pitchFamily="34" charset="0"/>
            </a:rPr>
            <a:t>Volumetria</a:t>
          </a:r>
        </a:p>
      </dsp:txBody>
      <dsp:txXfrm>
        <a:off x="9911709" y="958770"/>
        <a:ext cx="1924481" cy="584240"/>
      </dsp:txXfrm>
    </dsp:sp>
    <dsp:sp modelId="{D3246273-7717-46F9-AA3B-11B166D40864}">
      <dsp:nvSpPr>
        <dsp:cNvPr id="0" name=""/>
        <dsp:cNvSpPr/>
      </dsp:nvSpPr>
      <dsp:spPr>
        <a:xfrm rot="1645657">
          <a:off x="4665888" y="1500628"/>
          <a:ext cx="883663" cy="43990"/>
        </a:xfrm>
        <a:custGeom>
          <a:avLst/>
          <a:gdLst/>
          <a:ahLst/>
          <a:cxnLst/>
          <a:rect l="0" t="0" r="0" b="0"/>
          <a:pathLst>
            <a:path>
              <a:moveTo>
                <a:pt x="0" y="21995"/>
              </a:moveTo>
              <a:lnTo>
                <a:pt x="883663" y="21995"/>
              </a:lnTo>
            </a:path>
          </a:pathLst>
        </a:custGeom>
        <a:noFill/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400" kern="1200">
            <a:latin typeface="Aptos" panose="020B0004020202020204" pitchFamily="34" charset="0"/>
          </a:endParaRPr>
        </a:p>
      </dsp:txBody>
      <dsp:txXfrm>
        <a:off x="5085628" y="1500531"/>
        <a:ext cx="44183" cy="44183"/>
      </dsp:txXfrm>
    </dsp:sp>
    <dsp:sp modelId="{BA10D7EB-4631-4096-9056-5CE571F9FF2B}">
      <dsp:nvSpPr>
        <dsp:cNvPr id="0" name=""/>
        <dsp:cNvSpPr/>
      </dsp:nvSpPr>
      <dsp:spPr>
        <a:xfrm>
          <a:off x="5499887" y="1392634"/>
          <a:ext cx="3599937" cy="66701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>
              <a:latin typeface="Aptos" panose="020B0004020202020204" pitchFamily="34" charset="0"/>
            </a:rPr>
            <a:t>Métodos Físico-químicos</a:t>
          </a:r>
        </a:p>
      </dsp:txBody>
      <dsp:txXfrm>
        <a:off x="5519423" y="1412170"/>
        <a:ext cx="3560865" cy="627945"/>
      </dsp:txXfrm>
    </dsp:sp>
    <dsp:sp modelId="{3DDB3E60-7DAE-4EAF-B015-CAD18AF84DE0}">
      <dsp:nvSpPr>
        <dsp:cNvPr id="0" name=""/>
        <dsp:cNvSpPr/>
      </dsp:nvSpPr>
      <dsp:spPr>
        <a:xfrm rot="2818920">
          <a:off x="1787717" y="2557957"/>
          <a:ext cx="1149666" cy="43990"/>
        </a:xfrm>
        <a:custGeom>
          <a:avLst/>
          <a:gdLst/>
          <a:ahLst/>
          <a:cxnLst/>
          <a:rect l="0" t="0" r="0" b="0"/>
          <a:pathLst>
            <a:path>
              <a:moveTo>
                <a:pt x="0" y="21995"/>
              </a:moveTo>
              <a:lnTo>
                <a:pt x="1149666" y="21995"/>
              </a:lnTo>
            </a:path>
          </a:pathLst>
        </a:custGeom>
        <a:noFill/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400" kern="1200">
            <a:latin typeface="Aptos" panose="020B0004020202020204" pitchFamily="34" charset="0"/>
          </a:endParaRPr>
        </a:p>
      </dsp:txBody>
      <dsp:txXfrm>
        <a:off x="2333808" y="2551211"/>
        <a:ext cx="57483" cy="57483"/>
      </dsp:txXfrm>
    </dsp:sp>
    <dsp:sp modelId="{0A48855B-B5D3-461A-9551-E00031427BA8}">
      <dsp:nvSpPr>
        <dsp:cNvPr id="0" name=""/>
        <dsp:cNvSpPr/>
      </dsp:nvSpPr>
      <dsp:spPr>
        <a:xfrm>
          <a:off x="2754717" y="2690242"/>
          <a:ext cx="1960835" cy="61998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>
              <a:latin typeface="Aptos" panose="020B0004020202020204" pitchFamily="34" charset="0"/>
            </a:rPr>
            <a:t>Qualitativa</a:t>
          </a:r>
        </a:p>
      </dsp:txBody>
      <dsp:txXfrm>
        <a:off x="2772876" y="2708401"/>
        <a:ext cx="1924517" cy="583668"/>
      </dsp:txXfrm>
    </dsp:sp>
    <dsp:sp modelId="{CD8ED7AB-B4B4-45C5-80A9-E4B89A660516}">
      <dsp:nvSpPr>
        <dsp:cNvPr id="0" name=""/>
        <dsp:cNvSpPr/>
      </dsp:nvSpPr>
      <dsp:spPr>
        <a:xfrm rot="19864152">
          <a:off x="4659634" y="2761477"/>
          <a:ext cx="896172" cy="43990"/>
        </a:xfrm>
        <a:custGeom>
          <a:avLst/>
          <a:gdLst/>
          <a:ahLst/>
          <a:cxnLst/>
          <a:rect l="0" t="0" r="0" b="0"/>
          <a:pathLst>
            <a:path>
              <a:moveTo>
                <a:pt x="0" y="21995"/>
              </a:moveTo>
              <a:lnTo>
                <a:pt x="896172" y="21995"/>
              </a:lnTo>
            </a:path>
          </a:pathLst>
        </a:custGeom>
        <a:noFill/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400" kern="1200">
            <a:latin typeface="Aptos" panose="020B0004020202020204" pitchFamily="34" charset="0"/>
          </a:endParaRPr>
        </a:p>
      </dsp:txBody>
      <dsp:txXfrm>
        <a:off x="5085316" y="2761068"/>
        <a:ext cx="44808" cy="44808"/>
      </dsp:txXfrm>
    </dsp:sp>
    <dsp:sp modelId="{20D0DDC1-56FF-4387-99B1-F6B586036F6B}">
      <dsp:nvSpPr>
        <dsp:cNvPr id="0" name=""/>
        <dsp:cNvSpPr/>
      </dsp:nvSpPr>
      <dsp:spPr>
        <a:xfrm>
          <a:off x="5499887" y="2206715"/>
          <a:ext cx="3599937" cy="71998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>
              <a:latin typeface="Aptos" panose="020B0004020202020204" pitchFamily="34" charset="0"/>
            </a:rPr>
            <a:t>Análise de Ânions</a:t>
          </a:r>
        </a:p>
      </dsp:txBody>
      <dsp:txXfrm>
        <a:off x="5520975" y="2227803"/>
        <a:ext cx="3557761" cy="677813"/>
      </dsp:txXfrm>
    </dsp:sp>
    <dsp:sp modelId="{D9DAA3C9-CC24-49DF-A2D2-4706A27DD10A}">
      <dsp:nvSpPr>
        <dsp:cNvPr id="0" name=""/>
        <dsp:cNvSpPr/>
      </dsp:nvSpPr>
      <dsp:spPr>
        <a:xfrm rot="1735848">
          <a:off x="4659634" y="3195003"/>
          <a:ext cx="896172" cy="43990"/>
        </a:xfrm>
        <a:custGeom>
          <a:avLst/>
          <a:gdLst/>
          <a:ahLst/>
          <a:cxnLst/>
          <a:rect l="0" t="0" r="0" b="0"/>
          <a:pathLst>
            <a:path>
              <a:moveTo>
                <a:pt x="0" y="21995"/>
              </a:moveTo>
              <a:lnTo>
                <a:pt x="896172" y="21995"/>
              </a:lnTo>
            </a:path>
          </a:pathLst>
        </a:custGeom>
        <a:noFill/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400" kern="1200">
            <a:latin typeface="Aptos" panose="020B0004020202020204" pitchFamily="34" charset="0"/>
          </a:endParaRPr>
        </a:p>
      </dsp:txBody>
      <dsp:txXfrm>
        <a:off x="5085316" y="3194594"/>
        <a:ext cx="44808" cy="44808"/>
      </dsp:txXfrm>
    </dsp:sp>
    <dsp:sp modelId="{5E958A4B-111D-4A8A-8A30-5BE998A903D4}">
      <dsp:nvSpPr>
        <dsp:cNvPr id="0" name=""/>
        <dsp:cNvSpPr/>
      </dsp:nvSpPr>
      <dsp:spPr>
        <a:xfrm>
          <a:off x="5499887" y="3073767"/>
          <a:ext cx="3599937" cy="71998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>
              <a:latin typeface="Aptos" panose="020B0004020202020204" pitchFamily="34" charset="0"/>
            </a:rPr>
            <a:t>Análise de Cátions</a:t>
          </a:r>
        </a:p>
      </dsp:txBody>
      <dsp:txXfrm>
        <a:off x="5520975" y="3094855"/>
        <a:ext cx="3557761" cy="677813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A3A1A5-5BEB-4605-AA39-AE8FD6914031}">
      <dsp:nvSpPr>
        <dsp:cNvPr id="0" name=""/>
        <dsp:cNvSpPr/>
      </dsp:nvSpPr>
      <dsp:spPr>
        <a:xfrm>
          <a:off x="3712458" y="3378"/>
          <a:ext cx="4679996" cy="7899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b="1" kern="1200" dirty="0">
              <a:latin typeface="Aptos" panose="020B0004020202020204" pitchFamily="34" charset="0"/>
            </a:rPr>
            <a:t>Seleção do método</a:t>
          </a:r>
        </a:p>
      </dsp:txBody>
      <dsp:txXfrm>
        <a:off x="3735596" y="26516"/>
        <a:ext cx="4633720" cy="743708"/>
      </dsp:txXfrm>
    </dsp:sp>
    <dsp:sp modelId="{B54DF70A-9445-4768-AA20-AA1DD24737D8}">
      <dsp:nvSpPr>
        <dsp:cNvPr id="0" name=""/>
        <dsp:cNvSpPr/>
      </dsp:nvSpPr>
      <dsp:spPr>
        <a:xfrm rot="5400000">
          <a:off x="5904334" y="813113"/>
          <a:ext cx="296244" cy="35549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200" kern="1200">
            <a:latin typeface="Aptos" panose="020B0004020202020204" pitchFamily="34" charset="0"/>
          </a:endParaRPr>
        </a:p>
      </dsp:txBody>
      <dsp:txXfrm rot="-5400000">
        <a:off x="5945809" y="842738"/>
        <a:ext cx="213295" cy="207371"/>
      </dsp:txXfrm>
    </dsp:sp>
    <dsp:sp modelId="{35DB9096-BEE7-47E6-9B85-8F26A331DC10}">
      <dsp:nvSpPr>
        <dsp:cNvPr id="0" name=""/>
        <dsp:cNvSpPr/>
      </dsp:nvSpPr>
      <dsp:spPr>
        <a:xfrm>
          <a:off x="3712458" y="1188355"/>
          <a:ext cx="4679996" cy="7899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b="1" kern="1200" dirty="0">
              <a:latin typeface="Aptos" panose="020B0004020202020204" pitchFamily="34" charset="0"/>
            </a:rPr>
            <a:t>Amostragem</a:t>
          </a:r>
        </a:p>
      </dsp:txBody>
      <dsp:txXfrm>
        <a:off x="3735596" y="1211493"/>
        <a:ext cx="4633720" cy="743708"/>
      </dsp:txXfrm>
    </dsp:sp>
    <dsp:sp modelId="{5F969FB2-2A2F-470E-ABC6-EEE462394548}">
      <dsp:nvSpPr>
        <dsp:cNvPr id="0" name=""/>
        <dsp:cNvSpPr/>
      </dsp:nvSpPr>
      <dsp:spPr>
        <a:xfrm rot="5400000">
          <a:off x="5904334" y="1998090"/>
          <a:ext cx="296244" cy="35549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200" kern="1200">
            <a:latin typeface="Aptos" panose="020B0004020202020204" pitchFamily="34" charset="0"/>
          </a:endParaRPr>
        </a:p>
      </dsp:txBody>
      <dsp:txXfrm rot="-5400000">
        <a:off x="5945809" y="2027715"/>
        <a:ext cx="213295" cy="207371"/>
      </dsp:txXfrm>
    </dsp:sp>
    <dsp:sp modelId="{F3EE16D4-DAE9-41B6-8863-03865C342D6B}">
      <dsp:nvSpPr>
        <dsp:cNvPr id="0" name=""/>
        <dsp:cNvSpPr/>
      </dsp:nvSpPr>
      <dsp:spPr>
        <a:xfrm>
          <a:off x="3712458" y="2373333"/>
          <a:ext cx="4679996" cy="7899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b="1" kern="1200" dirty="0">
              <a:latin typeface="Aptos" panose="020B0004020202020204" pitchFamily="34" charset="0"/>
            </a:rPr>
            <a:t>Tratamento da amostra</a:t>
          </a:r>
        </a:p>
      </dsp:txBody>
      <dsp:txXfrm>
        <a:off x="3735596" y="2396471"/>
        <a:ext cx="4633720" cy="743708"/>
      </dsp:txXfrm>
    </dsp:sp>
    <dsp:sp modelId="{9096DBBE-C14D-46E7-8366-A06F3BC5C449}">
      <dsp:nvSpPr>
        <dsp:cNvPr id="0" name=""/>
        <dsp:cNvSpPr/>
      </dsp:nvSpPr>
      <dsp:spPr>
        <a:xfrm rot="5400000">
          <a:off x="5904334" y="3183067"/>
          <a:ext cx="296244" cy="35549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200" kern="1200">
            <a:latin typeface="Aptos" panose="020B0004020202020204" pitchFamily="34" charset="0"/>
          </a:endParaRPr>
        </a:p>
      </dsp:txBody>
      <dsp:txXfrm rot="-5400000">
        <a:off x="5945809" y="3212692"/>
        <a:ext cx="213295" cy="207371"/>
      </dsp:txXfrm>
    </dsp:sp>
    <dsp:sp modelId="{93D61C67-68FA-4C82-A086-3A4AC6875A14}">
      <dsp:nvSpPr>
        <dsp:cNvPr id="0" name=""/>
        <dsp:cNvSpPr/>
      </dsp:nvSpPr>
      <dsp:spPr>
        <a:xfrm>
          <a:off x="3712458" y="3558310"/>
          <a:ext cx="4679996" cy="7899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b="1" kern="1200" dirty="0">
              <a:latin typeface="Aptos" panose="020B0004020202020204" pitchFamily="34" charset="0"/>
            </a:rPr>
            <a:t>Medida Analítica</a:t>
          </a:r>
        </a:p>
      </dsp:txBody>
      <dsp:txXfrm>
        <a:off x="3735596" y="3581448"/>
        <a:ext cx="4633720" cy="743708"/>
      </dsp:txXfrm>
    </dsp:sp>
    <dsp:sp modelId="{BA45CA7E-86E0-4862-AEEE-B5D2968E128F}">
      <dsp:nvSpPr>
        <dsp:cNvPr id="0" name=""/>
        <dsp:cNvSpPr/>
      </dsp:nvSpPr>
      <dsp:spPr>
        <a:xfrm rot="5400000">
          <a:off x="5904334" y="4368044"/>
          <a:ext cx="296244" cy="35549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200" kern="1200">
            <a:latin typeface="Aptos" panose="020B0004020202020204" pitchFamily="34" charset="0"/>
          </a:endParaRPr>
        </a:p>
      </dsp:txBody>
      <dsp:txXfrm rot="-5400000">
        <a:off x="5945809" y="4397669"/>
        <a:ext cx="213295" cy="207371"/>
      </dsp:txXfrm>
    </dsp:sp>
    <dsp:sp modelId="{C7861961-B51E-4399-963B-6D7CD3214314}">
      <dsp:nvSpPr>
        <dsp:cNvPr id="0" name=""/>
        <dsp:cNvSpPr/>
      </dsp:nvSpPr>
      <dsp:spPr>
        <a:xfrm>
          <a:off x="3712458" y="4743287"/>
          <a:ext cx="4679996" cy="789984"/>
        </a:xfrm>
        <a:prstGeom prst="roundRect">
          <a:avLst>
            <a:gd name="adj" fmla="val 10000"/>
          </a:avLst>
        </a:prstGeom>
        <a:solidFill>
          <a:srgbClr val="FF000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b="1" kern="1200" dirty="0">
              <a:latin typeface="Aptos" panose="020B0004020202020204" pitchFamily="34" charset="0"/>
            </a:rPr>
            <a:t>Cálculo e avaliação dos resultados</a:t>
          </a:r>
        </a:p>
      </dsp:txBody>
      <dsp:txXfrm>
        <a:off x="3735596" y="4766425"/>
        <a:ext cx="4633720" cy="7437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653B2-3397-4EB0-9F12-7A2B0EF9D12D}" type="datetimeFigureOut">
              <a:rPr lang="pt-BR" smtClean="0"/>
              <a:t>21/03/2025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DFDB0-1FF2-405F-BF5B-B30B0639467B}" type="slidenum">
              <a:rPr lang="pt-BR" smtClean="0"/>
              <a:t>‹nº›</a:t>
            </a:fld>
            <a:endParaRPr lang="pt-B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8940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653B2-3397-4EB0-9F12-7A2B0EF9D12D}" type="datetimeFigureOut">
              <a:rPr lang="pt-BR" smtClean="0"/>
              <a:t>21/03/2025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DFDB0-1FF2-405F-BF5B-B30B063946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8537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653B2-3397-4EB0-9F12-7A2B0EF9D12D}" type="datetimeFigureOut">
              <a:rPr lang="pt-BR" smtClean="0"/>
              <a:t>21/03/2025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DFDB0-1FF2-405F-BF5B-B30B0639467B}" type="slidenum">
              <a:rPr lang="pt-BR" smtClean="0"/>
              <a:t>‹nº›</a:t>
            </a:fld>
            <a:endParaRPr lang="pt-B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0314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653B2-3397-4EB0-9F12-7A2B0EF9D12D}" type="datetimeFigureOut">
              <a:rPr lang="pt-BR" smtClean="0"/>
              <a:t>21/03/2025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DFDB0-1FF2-405F-BF5B-B30B063946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49632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653B2-3397-4EB0-9F12-7A2B0EF9D12D}" type="datetimeFigureOut">
              <a:rPr lang="pt-BR" smtClean="0"/>
              <a:t>21/03/2025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DFDB0-1FF2-405F-BF5B-B30B063946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99354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653B2-3397-4EB0-9F12-7A2B0EF9D12D}" type="datetimeFigureOut">
              <a:rPr lang="pt-BR" smtClean="0"/>
              <a:t>21/03/2025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DFDB0-1FF2-405F-BF5B-B30B063946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0391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653B2-3397-4EB0-9F12-7A2B0EF9D12D}" type="datetimeFigureOut">
              <a:rPr lang="pt-BR" smtClean="0"/>
              <a:t>21/03/2025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DFDB0-1FF2-405F-BF5B-B30B063946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3325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73653B2-3397-4EB0-9F12-7A2B0EF9D12D}" type="datetimeFigureOut">
              <a:rPr lang="pt-BR" smtClean="0"/>
              <a:t>21/03/2025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25DFDB0-1FF2-405F-BF5B-B30B063946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41300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653B2-3397-4EB0-9F12-7A2B0EF9D12D}" type="datetimeFigureOut">
              <a:rPr lang="pt-BR" smtClean="0"/>
              <a:t>21/03/2025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DFDB0-1FF2-405F-BF5B-B30B063946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1089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653B2-3397-4EB0-9F12-7A2B0EF9D12D}" type="datetimeFigureOut">
              <a:rPr lang="pt-BR" smtClean="0"/>
              <a:t>21/03/2025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DFDB0-1FF2-405F-BF5B-B30B063946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7146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653B2-3397-4EB0-9F12-7A2B0EF9D12D}" type="datetimeFigureOut">
              <a:rPr lang="pt-BR" smtClean="0"/>
              <a:t>21/03/2025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DFDB0-1FF2-405F-BF5B-B30B063946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1878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73653B2-3397-4EB0-9F12-7A2B0EF9D12D}" type="datetimeFigureOut">
              <a:rPr lang="pt-BR" smtClean="0"/>
              <a:t>21/03/2025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25DFDB0-1FF2-405F-BF5B-B30B0639467B}" type="slidenum">
              <a:rPr lang="pt-BR" smtClean="0"/>
              <a:t>‹nº›</a:t>
            </a:fld>
            <a:endParaRPr lang="pt-B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6873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95" r:id="rId1"/>
    <p:sldLayoutId id="2147484196" r:id="rId2"/>
    <p:sldLayoutId id="2147484197" r:id="rId3"/>
    <p:sldLayoutId id="2147484198" r:id="rId4"/>
    <p:sldLayoutId id="2147484199" r:id="rId5"/>
    <p:sldLayoutId id="2147484200" r:id="rId6"/>
    <p:sldLayoutId id="2147484201" r:id="rId7"/>
    <p:sldLayoutId id="2147484202" r:id="rId8"/>
    <p:sldLayoutId id="2147484203" r:id="rId9"/>
    <p:sldLayoutId id="2147484204" r:id="rId10"/>
    <p:sldLayoutId id="214748420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shade val="92000"/>
                <a:satMod val="160000"/>
              </a:schemeClr>
            </a:gs>
            <a:gs pos="77000">
              <a:schemeClr val="bg1">
                <a:tint val="100000"/>
                <a:shade val="73000"/>
                <a:satMod val="155000"/>
              </a:schemeClr>
            </a:gs>
            <a:gs pos="100000">
              <a:schemeClr val="bg1">
                <a:tint val="100000"/>
                <a:shade val="67000"/>
                <a:satMod val="14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671F40-5A18-AF9D-9E9A-466D546EC3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47800"/>
            <a:ext cx="12192000" cy="2852057"/>
          </a:xfrm>
        </p:spPr>
        <p:txBody>
          <a:bodyPr anchor="ctr">
            <a:normAutofit/>
          </a:bodyPr>
          <a:lstStyle/>
          <a:p>
            <a:pPr algn="ctr"/>
            <a:r>
              <a:rPr lang="pt-BR" sz="28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Aula 1:</a:t>
            </a:r>
            <a:br>
              <a:rPr lang="pt-BR" sz="28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</a:br>
            <a:br>
              <a:rPr lang="pt-BR" sz="28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</a:br>
            <a:r>
              <a:rPr lang="pt-BR" sz="28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Introdução a Química Analítica</a:t>
            </a:r>
            <a:br>
              <a:rPr lang="pt-BR" sz="28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</a:br>
            <a:r>
              <a:rPr lang="pt-BR" sz="28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Cálculos em Química Analítica</a:t>
            </a:r>
            <a:b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</a:br>
            <a:endParaRPr lang="pt-BR" sz="240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36DB1AB-D6ED-A338-A639-BD0898FCF5C4}"/>
              </a:ext>
            </a:extLst>
          </p:cNvPr>
          <p:cNvSpPr/>
          <p:nvPr/>
        </p:nvSpPr>
        <p:spPr>
          <a:xfrm>
            <a:off x="478971" y="62913"/>
            <a:ext cx="1171302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800" b="1" dirty="0">
                <a:latin typeface="Aptos" panose="020B0004020202020204" pitchFamily="34" charset="0"/>
                <a:cs typeface="Arial" panose="020B0604020202020204" pitchFamily="34" charset="0"/>
              </a:rPr>
              <a:t>Universidade do Estado do Rio de Janeiro – UERJ</a:t>
            </a:r>
          </a:p>
          <a:p>
            <a:pPr algn="ctr"/>
            <a:r>
              <a:rPr lang="pt-BR" sz="2800" b="1" dirty="0">
                <a:latin typeface="Aptos" panose="020B0004020202020204" pitchFamily="34" charset="0"/>
                <a:cs typeface="Arial" panose="020B0604020202020204" pitchFamily="34" charset="0"/>
              </a:rPr>
              <a:t>Instituto de Química – IQ</a:t>
            </a:r>
          </a:p>
          <a:p>
            <a:pPr algn="ctr"/>
            <a:r>
              <a:rPr lang="pt-BR" sz="2800" b="1" dirty="0">
                <a:latin typeface="Aptos" panose="020B0004020202020204" pitchFamily="34" charset="0"/>
                <a:cs typeface="Arial" panose="020B0604020202020204" pitchFamily="34" charset="0"/>
              </a:rPr>
              <a:t>Departamento de Química Analítica – DQA</a:t>
            </a:r>
            <a:endParaRPr lang="pt-BR" sz="2800" dirty="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2" descr="Universidade do Estado do Rio de Janeiro – Wikipédia, a enciclopédia livre">
            <a:extLst>
              <a:ext uri="{FF2B5EF4-FFF2-40B4-BE49-F238E27FC236}">
                <a16:creationId xmlns:a16="http://schemas.microsoft.com/office/drawing/2014/main" id="{7EEC36F7-1FDF-F637-B2BA-6B48C8E4A5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971" y="1491623"/>
            <a:ext cx="2362200" cy="2601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Instituto de Quimica - UERJ :.">
            <a:extLst>
              <a:ext uri="{FF2B5EF4-FFF2-40B4-BE49-F238E27FC236}">
                <a16:creationId xmlns:a16="http://schemas.microsoft.com/office/drawing/2014/main" id="{E49894DD-2AD0-D24D-855A-12419B6F8C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0829" y="2322115"/>
            <a:ext cx="2362200" cy="940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E021ABE5-EFA7-D61E-894A-C2F1EB4437CC}"/>
              </a:ext>
            </a:extLst>
          </p:cNvPr>
          <p:cNvSpPr/>
          <p:nvPr/>
        </p:nvSpPr>
        <p:spPr>
          <a:xfrm>
            <a:off x="0" y="4967062"/>
            <a:ext cx="121920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800" b="1" dirty="0">
                <a:solidFill>
                  <a:schemeClr val="accent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Professora</a:t>
            </a:r>
            <a:r>
              <a:rPr lang="pt-BR" sz="2800" dirty="0">
                <a:solidFill>
                  <a:schemeClr val="accent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: </a:t>
            </a:r>
            <a:r>
              <a:rPr lang="pt-BR" sz="2800" dirty="0" err="1">
                <a:solidFill>
                  <a:schemeClr val="accent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Dr</a:t>
            </a:r>
            <a:r>
              <a:rPr lang="pt-BR" sz="2800" dirty="0">
                <a:solidFill>
                  <a:schemeClr val="accent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ª Alene Dutra Nascimento</a:t>
            </a:r>
            <a:br>
              <a:rPr lang="pt-BR" sz="2800" dirty="0">
                <a:latin typeface="Aptos" panose="020B0004020202020204" pitchFamily="34" charset="0"/>
                <a:cs typeface="Arial" panose="020B0604020202020204" pitchFamily="34" charset="0"/>
              </a:rPr>
            </a:br>
            <a:br>
              <a:rPr lang="pt-BR" sz="2800" dirty="0">
                <a:latin typeface="Aptos" panose="020B0004020202020204" pitchFamily="34" charset="0"/>
                <a:cs typeface="Arial" panose="020B0604020202020204" pitchFamily="34" charset="0"/>
              </a:rPr>
            </a:br>
            <a:r>
              <a:rPr lang="pt-BR" sz="2800" dirty="0">
                <a:solidFill>
                  <a:srgbClr val="0000FF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alene.dn@hotmail.com</a:t>
            </a:r>
            <a:endParaRPr lang="pt-BR" sz="2800" dirty="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23003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0C7C44F6-FFD1-8539-65C6-E25BEED46BE2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Estrutura do curso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2B726265-724C-E74D-B07F-52DBB7D0F84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645985"/>
            <a:ext cx="12191998" cy="5660289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v"/>
            </a:pPr>
            <a:r>
              <a:rPr lang="pt-BR" sz="22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pt-BR" sz="2200" dirty="0">
                <a:latin typeface="Aptos" panose="020B0004020202020204" pitchFamily="34" charset="0"/>
              </a:rPr>
              <a:t>Introdução;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pt-BR" sz="2200" dirty="0">
                <a:latin typeface="Aptos" panose="020B0004020202020204" pitchFamily="34" charset="0"/>
              </a:rPr>
              <a:t> Cálculos em Química Analítica;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pt-BR" sz="2200" dirty="0">
                <a:latin typeface="Aptos" panose="020B0004020202020204" pitchFamily="34" charset="0"/>
              </a:rPr>
              <a:t> Dissociação eletrolítica, equilíbrio químico e soluções;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pt-BR" sz="2200" dirty="0">
                <a:latin typeface="Aptos" panose="020B0004020202020204" pitchFamily="34" charset="0"/>
              </a:rPr>
              <a:t> Cálculo do pH de ácidos e bases mono/</a:t>
            </a:r>
            <a:r>
              <a:rPr lang="pt-BR" sz="2200" dirty="0" err="1">
                <a:latin typeface="Aptos" panose="020B0004020202020204" pitchFamily="34" charset="0"/>
              </a:rPr>
              <a:t>polifuncionais</a:t>
            </a:r>
            <a:r>
              <a:rPr lang="pt-BR" sz="2200" dirty="0">
                <a:latin typeface="Aptos" panose="020B0004020202020204" pitchFamily="34" charset="0"/>
              </a:rPr>
              <a:t>, sais e de tampões; 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pt-BR" sz="2200" dirty="0">
                <a:latin typeface="Aptos" panose="020B0004020202020204" pitchFamily="34" charset="0"/>
              </a:rPr>
              <a:t>Titulação de neutralização;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pt-BR" sz="2200" dirty="0">
                <a:latin typeface="Aptos" panose="020B0004020202020204" pitchFamily="34" charset="0"/>
              </a:rPr>
              <a:t>Equilíbrios envolvendo a formação e dissolução de precipitados;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pt-BR" sz="2200" dirty="0">
                <a:latin typeface="Aptos" panose="020B0004020202020204" pitchFamily="34" charset="0"/>
              </a:rPr>
              <a:t>Titulação de precipitação;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pt-BR" sz="2200" dirty="0">
                <a:latin typeface="Aptos" panose="020B0004020202020204" pitchFamily="34" charset="0"/>
              </a:rPr>
              <a:t>Equilíbrios envolvendo a formação de complexos;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pt-BR" sz="2200" dirty="0">
                <a:latin typeface="Aptos" panose="020B0004020202020204" pitchFamily="34" charset="0"/>
              </a:rPr>
              <a:t>Titulação de complexação;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pt-BR" sz="2200" dirty="0">
                <a:latin typeface="Aptos" panose="020B0004020202020204" pitchFamily="34" charset="0"/>
              </a:rPr>
              <a:t>Equilíbrios envolvendo reações de oxirredução;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pt-BR" sz="2200" dirty="0">
                <a:latin typeface="Aptos" panose="020B0004020202020204" pitchFamily="34" charset="0"/>
              </a:rPr>
              <a:t>Titulação de oxirredução;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pt-BR" sz="2200" dirty="0">
                <a:latin typeface="Aptos" panose="020B0004020202020204" pitchFamily="34" charset="0"/>
              </a:rPr>
              <a:t> Técnicas gravimétricas.</a:t>
            </a:r>
            <a:endParaRPr lang="pt-BR" sz="2200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5085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EB97A39F-05AD-DC66-DC07-0C4697CE2A78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12192000" cy="46808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alt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Bibliografia recomendada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B7389C9B-AABC-6948-FD34-E64D5D6DA3B4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581367"/>
            <a:ext cx="12192000" cy="5699688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  <a:tabLst>
                <a:tab pos="7532688" algn="l"/>
              </a:tabLst>
              <a:defRPr/>
            </a:pPr>
            <a:r>
              <a:rPr lang="pt-BR" sz="2200" b="1" dirty="0" err="1">
                <a:latin typeface="Aptos" panose="020B0004020202020204" pitchFamily="34" charset="0"/>
                <a:cs typeface="Arial" pitchFamily="34" charset="0"/>
              </a:rPr>
              <a:t>Skoog</a:t>
            </a:r>
            <a:r>
              <a:rPr lang="pt-BR" sz="2200" dirty="0">
                <a:latin typeface="Aptos" panose="020B0004020202020204" pitchFamily="34" charset="0"/>
                <a:cs typeface="Arial" pitchFamily="34" charset="0"/>
              </a:rPr>
              <a:t>, D. A., West, D. M., </a:t>
            </a:r>
            <a:r>
              <a:rPr lang="pt-BR" sz="2200" dirty="0" err="1">
                <a:latin typeface="Aptos" panose="020B0004020202020204" pitchFamily="34" charset="0"/>
                <a:cs typeface="Arial" pitchFamily="34" charset="0"/>
              </a:rPr>
              <a:t>Holler</a:t>
            </a:r>
            <a:r>
              <a:rPr lang="pt-BR" sz="2200" dirty="0">
                <a:latin typeface="Aptos" panose="020B0004020202020204" pitchFamily="34" charset="0"/>
                <a:cs typeface="Arial" pitchFamily="34" charset="0"/>
              </a:rPr>
              <a:t>, F. J., </a:t>
            </a:r>
            <a:r>
              <a:rPr lang="pt-BR" sz="2200" b="1" dirty="0">
                <a:latin typeface="Aptos" panose="020B0004020202020204" pitchFamily="34" charset="0"/>
                <a:cs typeface="Arial" pitchFamily="34" charset="0"/>
              </a:rPr>
              <a:t>Fundamentos de Química Analítica</a:t>
            </a:r>
            <a:r>
              <a:rPr lang="pt-BR" sz="2200" dirty="0">
                <a:latin typeface="Aptos" panose="020B0004020202020204" pitchFamily="34" charset="0"/>
                <a:cs typeface="Arial" pitchFamily="34" charset="0"/>
              </a:rPr>
              <a:t>, </a:t>
            </a:r>
            <a:r>
              <a:rPr lang="pt-BR" sz="2200" dirty="0" err="1">
                <a:latin typeface="Aptos" panose="020B0004020202020204" pitchFamily="34" charset="0"/>
                <a:cs typeface="Arial" pitchFamily="34" charset="0"/>
              </a:rPr>
              <a:t>Cengage</a:t>
            </a:r>
            <a:r>
              <a:rPr lang="pt-BR" sz="2200" dirty="0">
                <a:latin typeface="Aptos" panose="020B0004020202020204" pitchFamily="34" charset="0"/>
                <a:cs typeface="Arial" pitchFamily="34" charset="0"/>
              </a:rPr>
              <a:t> Learning, 9</a:t>
            </a:r>
            <a:r>
              <a:rPr lang="pt-BR" sz="2200" baseline="30000" dirty="0">
                <a:latin typeface="Aptos" panose="020B0004020202020204" pitchFamily="34" charset="0"/>
                <a:cs typeface="Arial" pitchFamily="34" charset="0"/>
              </a:rPr>
              <a:t>a</a:t>
            </a:r>
            <a:r>
              <a:rPr lang="pt-BR" sz="2200" dirty="0">
                <a:latin typeface="Aptos" panose="020B0004020202020204" pitchFamily="34" charset="0"/>
                <a:cs typeface="Arial" pitchFamily="34" charset="0"/>
              </a:rPr>
              <a:t> Edição, 2014. </a:t>
            </a:r>
          </a:p>
          <a:p>
            <a:pPr algn="just">
              <a:lnSpc>
                <a:spcPts val="1000"/>
              </a:lnSpc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  <a:tabLst>
                <a:tab pos="7532688" algn="l"/>
              </a:tabLst>
              <a:defRPr/>
            </a:pPr>
            <a:endParaRPr lang="pt-BR" sz="2200" dirty="0">
              <a:latin typeface="Aptos" panose="020B0004020202020204" pitchFamily="34" charset="0"/>
              <a:cs typeface="Arial" pitchFamily="34" charset="0"/>
            </a:endParaRPr>
          </a:p>
          <a:p>
            <a:pPr algn="just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  <a:tabLst>
                <a:tab pos="7532688" algn="l"/>
              </a:tabLst>
              <a:defRPr/>
            </a:pPr>
            <a:r>
              <a:rPr lang="pt-BR" sz="2200" b="1" dirty="0">
                <a:latin typeface="Aptos" panose="020B0004020202020204" pitchFamily="34" charset="0"/>
                <a:cs typeface="Arial" pitchFamily="34" charset="0"/>
              </a:rPr>
              <a:t>Harris</a:t>
            </a:r>
            <a:r>
              <a:rPr lang="pt-BR" sz="2200" dirty="0">
                <a:latin typeface="Aptos" panose="020B0004020202020204" pitchFamily="34" charset="0"/>
                <a:cs typeface="Arial" pitchFamily="34" charset="0"/>
              </a:rPr>
              <a:t>, D.C.; </a:t>
            </a:r>
            <a:r>
              <a:rPr lang="pt-BR" sz="2200" b="1" dirty="0">
                <a:latin typeface="Aptos" panose="020B0004020202020204" pitchFamily="34" charset="0"/>
                <a:cs typeface="Arial" pitchFamily="34" charset="0"/>
              </a:rPr>
              <a:t>Análise Química Quantitativa</a:t>
            </a:r>
            <a:r>
              <a:rPr lang="pt-BR" sz="2200" dirty="0">
                <a:latin typeface="Aptos" panose="020B0004020202020204" pitchFamily="34" charset="0"/>
                <a:cs typeface="Arial" pitchFamily="34" charset="0"/>
              </a:rPr>
              <a:t>, LTC, 9</a:t>
            </a:r>
            <a:r>
              <a:rPr lang="pt-BR" sz="2200" baseline="30000" dirty="0">
                <a:latin typeface="Aptos" panose="020B0004020202020204" pitchFamily="34" charset="0"/>
                <a:cs typeface="Arial" pitchFamily="34" charset="0"/>
              </a:rPr>
              <a:t>a</a:t>
            </a:r>
            <a:r>
              <a:rPr lang="pt-BR" sz="2200" dirty="0">
                <a:latin typeface="Aptos" panose="020B0004020202020204" pitchFamily="34" charset="0"/>
                <a:cs typeface="Arial" pitchFamily="34" charset="0"/>
              </a:rPr>
              <a:t> Edição, 2017. </a:t>
            </a:r>
          </a:p>
          <a:p>
            <a:pPr algn="just">
              <a:lnSpc>
                <a:spcPts val="1000"/>
              </a:lnSpc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  <a:tabLst>
                <a:tab pos="7532688" algn="l"/>
              </a:tabLst>
              <a:defRPr/>
            </a:pPr>
            <a:endParaRPr lang="pt-BR" sz="2200" dirty="0">
              <a:latin typeface="Aptos" panose="020B0004020202020204" pitchFamily="34" charset="0"/>
              <a:cs typeface="Arial" pitchFamily="34" charset="0"/>
            </a:endParaRPr>
          </a:p>
          <a:p>
            <a:pPr algn="just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  <a:tabLst>
                <a:tab pos="7532688" algn="l"/>
              </a:tabLst>
              <a:defRPr/>
            </a:pPr>
            <a:r>
              <a:rPr lang="pt-BR" sz="2200" b="1" dirty="0">
                <a:latin typeface="Aptos" panose="020B0004020202020204" pitchFamily="34" charset="0"/>
                <a:cs typeface="Arial" pitchFamily="34" charset="0"/>
              </a:rPr>
              <a:t>Vogel</a:t>
            </a:r>
            <a:r>
              <a:rPr lang="pt-BR" sz="2200" dirty="0">
                <a:latin typeface="Aptos" panose="020B0004020202020204" pitchFamily="34" charset="0"/>
                <a:cs typeface="Arial" pitchFamily="34" charset="0"/>
              </a:rPr>
              <a:t>, A. I.; </a:t>
            </a:r>
            <a:r>
              <a:rPr lang="pt-BR" sz="2200" b="1" dirty="0">
                <a:latin typeface="Aptos" panose="020B0004020202020204" pitchFamily="34" charset="0"/>
                <a:cs typeface="Arial" pitchFamily="34" charset="0"/>
              </a:rPr>
              <a:t>Análise Química Quantitativa</a:t>
            </a:r>
            <a:r>
              <a:rPr lang="pt-BR" sz="2200" dirty="0">
                <a:latin typeface="Aptos" panose="020B0004020202020204" pitchFamily="34" charset="0"/>
                <a:cs typeface="Arial" pitchFamily="34" charset="0"/>
              </a:rPr>
              <a:t>, LTC, 6</a:t>
            </a:r>
            <a:r>
              <a:rPr lang="pt-BR" sz="2200" baseline="30000" dirty="0">
                <a:latin typeface="Aptos" panose="020B0004020202020204" pitchFamily="34" charset="0"/>
                <a:cs typeface="Arial" pitchFamily="34" charset="0"/>
              </a:rPr>
              <a:t>a</a:t>
            </a:r>
            <a:r>
              <a:rPr lang="pt-BR" sz="2200" dirty="0">
                <a:latin typeface="Aptos" panose="020B0004020202020204" pitchFamily="34" charset="0"/>
                <a:cs typeface="Arial" pitchFamily="34" charset="0"/>
              </a:rPr>
              <a:t> Edição, 2011.</a:t>
            </a:r>
          </a:p>
          <a:p>
            <a:pPr algn="just">
              <a:lnSpc>
                <a:spcPts val="1000"/>
              </a:lnSpc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  <a:tabLst>
                <a:tab pos="7532688" algn="l"/>
              </a:tabLst>
              <a:defRPr/>
            </a:pPr>
            <a:endParaRPr lang="pt-BR" sz="2200" dirty="0">
              <a:latin typeface="Aptos" panose="020B0004020202020204" pitchFamily="34" charset="0"/>
              <a:cs typeface="Arial" pitchFamily="34" charset="0"/>
            </a:endParaRPr>
          </a:p>
          <a:p>
            <a:pPr algn="just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  <a:tabLst>
                <a:tab pos="7532688" algn="l"/>
              </a:tabLst>
              <a:defRPr/>
            </a:pPr>
            <a:endParaRPr lang="pt-BR" altLang="pt-BR" sz="2200" dirty="0">
              <a:latin typeface="Aptos" panose="020B0004020202020204" pitchFamily="34" charset="0"/>
            </a:endParaRPr>
          </a:p>
        </p:txBody>
      </p:sp>
      <p:grpSp>
        <p:nvGrpSpPr>
          <p:cNvPr id="5" name="Grupo 12">
            <a:extLst>
              <a:ext uri="{FF2B5EF4-FFF2-40B4-BE49-F238E27FC236}">
                <a16:creationId xmlns:a16="http://schemas.microsoft.com/office/drawing/2014/main" id="{DAA4F82A-77CB-4BEA-583A-ECD8AA63503C}"/>
              </a:ext>
            </a:extLst>
          </p:cNvPr>
          <p:cNvGrpSpPr/>
          <p:nvPr/>
        </p:nvGrpSpPr>
        <p:grpSpPr>
          <a:xfrm>
            <a:off x="2417711" y="3018177"/>
            <a:ext cx="7020204" cy="3138711"/>
            <a:chOff x="827584" y="4221088"/>
            <a:chExt cx="4464496" cy="1720637"/>
          </a:xfrm>
        </p:grpSpPr>
        <p:pic>
          <p:nvPicPr>
            <p:cNvPr id="6" name="Picture 2" descr="https://images-na.ssl-images-amazon.com/images/I/41sD8rMYy1L._SX370_BO1,204,203,200_.jpg">
              <a:extLst>
                <a:ext uri="{FF2B5EF4-FFF2-40B4-BE49-F238E27FC236}">
                  <a16:creationId xmlns:a16="http://schemas.microsoft.com/office/drawing/2014/main" id="{69932F87-F8EB-034A-A923-1EE29B617C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827584" y="4365104"/>
              <a:ext cx="1217735" cy="1576621"/>
            </a:xfrm>
            <a:prstGeom prst="rect">
              <a:avLst/>
            </a:prstGeom>
            <a:noFill/>
          </p:spPr>
        </p:pic>
        <p:pic>
          <p:nvPicPr>
            <p:cNvPr id="7" name="Picture 4" descr="https://images-na.ssl-images-amazon.com/images/I/51JQ3-fpX5L._SX381_BO1,204,203,200_.jpg">
              <a:extLst>
                <a:ext uri="{FF2B5EF4-FFF2-40B4-BE49-F238E27FC236}">
                  <a16:creationId xmlns:a16="http://schemas.microsoft.com/office/drawing/2014/main" id="{E178F718-D50B-78F0-EDE1-BF8A4C32B6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339752" y="4221088"/>
              <a:ext cx="1296144" cy="1584176"/>
            </a:xfrm>
            <a:prstGeom prst="rect">
              <a:avLst/>
            </a:prstGeom>
            <a:noFill/>
          </p:spPr>
        </p:pic>
        <p:pic>
          <p:nvPicPr>
            <p:cNvPr id="8" name="Picture 6" descr="https://images-na.ssl-images-amazon.com/images/I/41GGoVdIfBL._SX374_BO1,204,203,200_.jpg">
              <a:extLst>
                <a:ext uri="{FF2B5EF4-FFF2-40B4-BE49-F238E27FC236}">
                  <a16:creationId xmlns:a16="http://schemas.microsoft.com/office/drawing/2014/main" id="{10B2A254-95BB-9E06-42F2-6DB067C3C8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3995936" y="4365104"/>
              <a:ext cx="1296144" cy="1559848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1171307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E8094973-6A0F-0B3A-F713-973A2939612D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5478"/>
            <a:ext cx="12191999" cy="496664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alt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Avaliação da disciplina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28E68899-35E3-9614-EBB5-E32A474EB1B1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825981"/>
            <a:ext cx="12181822" cy="5465962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Clr>
                <a:srgbClr val="C00000"/>
              </a:buClr>
              <a:buFont typeface="Wingdings" panose="05000000000000000000" pitchFamily="2" charset="2"/>
              <a:buChar char="v"/>
              <a:defRPr/>
            </a:pPr>
            <a:r>
              <a:rPr lang="pt-BR" altLang="pt-BR" sz="2400" dirty="0">
                <a:latin typeface="Aptos" panose="020B0004020202020204" pitchFamily="34" charset="0"/>
              </a:rPr>
              <a:t> Prova 1 (P1)</a:t>
            </a:r>
          </a:p>
          <a:p>
            <a:pPr>
              <a:lnSpc>
                <a:spcPct val="100000"/>
              </a:lnSpc>
              <a:buClr>
                <a:srgbClr val="C00000"/>
              </a:buClr>
              <a:buFont typeface="Wingdings" panose="05000000000000000000" pitchFamily="2" charset="2"/>
              <a:buChar char="v"/>
              <a:defRPr/>
            </a:pPr>
            <a:r>
              <a:rPr lang="pt-BR" altLang="pt-BR" sz="2400" dirty="0">
                <a:latin typeface="Aptos" panose="020B0004020202020204" pitchFamily="34" charset="0"/>
              </a:rPr>
              <a:t> Prova 2 (P2)</a:t>
            </a:r>
          </a:p>
          <a:p>
            <a:pPr>
              <a:lnSpc>
                <a:spcPct val="100000"/>
              </a:lnSpc>
              <a:buClr>
                <a:srgbClr val="C00000"/>
              </a:buClr>
              <a:buFont typeface="Wingdings" panose="05000000000000000000" pitchFamily="2" charset="2"/>
              <a:buChar char="v"/>
              <a:defRPr/>
            </a:pPr>
            <a:r>
              <a:rPr lang="pt-BR" altLang="pt-BR" sz="2400" dirty="0">
                <a:latin typeface="Aptos" panose="020B0004020202020204" pitchFamily="34" charset="0"/>
              </a:rPr>
              <a:t> Prova de Reposição (PR)*</a:t>
            </a:r>
          </a:p>
          <a:p>
            <a:pPr>
              <a:lnSpc>
                <a:spcPct val="100000"/>
              </a:lnSpc>
              <a:buClr>
                <a:srgbClr val="C00000"/>
              </a:buClr>
              <a:buFont typeface="Wingdings" panose="05000000000000000000" pitchFamily="2" charset="2"/>
              <a:buChar char="v"/>
              <a:defRPr/>
            </a:pPr>
            <a:r>
              <a:rPr lang="pt-BR" altLang="pt-BR" sz="2400" dirty="0">
                <a:latin typeface="Aptos" panose="020B0004020202020204" pitchFamily="34" charset="0"/>
              </a:rPr>
              <a:t> Prova final (PF)</a:t>
            </a:r>
          </a:p>
          <a:p>
            <a:pPr marL="0" indent="0">
              <a:lnSpc>
                <a:spcPct val="100000"/>
              </a:lnSpc>
              <a:buClr>
                <a:srgbClr val="C00000"/>
              </a:buClr>
              <a:buNone/>
              <a:defRPr/>
            </a:pPr>
            <a:endParaRPr lang="pt-BR" altLang="pt-BR" sz="2400" dirty="0">
              <a:latin typeface="Aptos" panose="020B0004020202020204" pitchFamily="34" charset="0"/>
            </a:endParaRPr>
          </a:p>
          <a:p>
            <a:pPr marL="0" indent="0">
              <a:lnSpc>
                <a:spcPct val="100000"/>
              </a:lnSpc>
              <a:buClr>
                <a:srgbClr val="C00000"/>
              </a:buClr>
              <a:buNone/>
              <a:defRPr/>
            </a:pPr>
            <a:endParaRPr lang="pt-BR" altLang="pt-BR" sz="2400" dirty="0">
              <a:latin typeface="Aptos" panose="020B0004020202020204" pitchFamily="34" charset="0"/>
            </a:endParaRPr>
          </a:p>
          <a:p>
            <a:pPr marL="0" indent="0">
              <a:lnSpc>
                <a:spcPct val="100000"/>
              </a:lnSpc>
              <a:buClr>
                <a:srgbClr val="C00000"/>
              </a:buClr>
              <a:buNone/>
              <a:defRPr/>
            </a:pPr>
            <a:endParaRPr lang="pt-BR" altLang="pt-BR" sz="2400" dirty="0">
              <a:latin typeface="Aptos" panose="020B0004020202020204" pitchFamily="34" charset="0"/>
            </a:endParaRPr>
          </a:p>
          <a:p>
            <a:pPr marL="0" indent="0">
              <a:lnSpc>
                <a:spcPct val="100000"/>
              </a:lnSpc>
              <a:buClr>
                <a:srgbClr val="C00000"/>
              </a:buClr>
              <a:buNone/>
              <a:defRPr/>
            </a:pPr>
            <a:endParaRPr lang="pt-BR" altLang="pt-BR" sz="2400" dirty="0">
              <a:latin typeface="Aptos" panose="020B0004020202020204" pitchFamily="34" charset="0"/>
            </a:endParaRPr>
          </a:p>
          <a:p>
            <a:pPr marL="0" indent="0">
              <a:lnSpc>
                <a:spcPct val="100000"/>
              </a:lnSpc>
              <a:buClr>
                <a:srgbClr val="C00000"/>
              </a:buClr>
              <a:buNone/>
              <a:defRPr/>
            </a:pPr>
            <a:r>
              <a:rPr lang="pt-BR" altLang="pt-BR" sz="2400" dirty="0">
                <a:latin typeface="Aptos" panose="020B0004020202020204" pitchFamily="34" charset="0"/>
              </a:rPr>
              <a:t>*</a:t>
            </a:r>
            <a:r>
              <a:rPr lang="pt-BR" altLang="pt-BR" sz="2400" b="1" dirty="0">
                <a:latin typeface="Aptos" panose="020B0004020202020204" pitchFamily="34" charset="0"/>
              </a:rPr>
              <a:t>Somente para alunos faltantes</a:t>
            </a:r>
            <a:r>
              <a:rPr lang="pt-BR" altLang="pt-BR" sz="2400" dirty="0">
                <a:latin typeface="Aptos" panose="020B0004020202020204" pitchFamily="34" charset="0"/>
              </a:rPr>
              <a:t>, com falta justificada. A AR abrangerá todo o conteúdo da disciplina.</a:t>
            </a:r>
            <a:endParaRPr lang="pt-BR" sz="2400" dirty="0">
              <a:latin typeface="Aptos" panose="020B0004020202020204" pitchFamily="34" charset="0"/>
            </a:endParaRPr>
          </a:p>
          <a:p>
            <a:pPr>
              <a:lnSpc>
                <a:spcPct val="100000"/>
              </a:lnSpc>
              <a:buClr>
                <a:srgbClr val="C00000"/>
              </a:buClr>
              <a:buFont typeface="Wingdings" panose="05000000000000000000" pitchFamily="2" charset="2"/>
              <a:buChar char="v"/>
              <a:defRPr/>
            </a:pPr>
            <a:endParaRPr lang="pt-BR" altLang="pt-BR" sz="2400" dirty="0">
              <a:latin typeface="Aptos" panose="020B0004020202020204" pitchFamily="34" charset="0"/>
            </a:endParaRPr>
          </a:p>
          <a:p>
            <a:pPr algn="ctr">
              <a:lnSpc>
                <a:spcPct val="100000"/>
              </a:lnSpc>
              <a:buClr>
                <a:srgbClr val="C00000"/>
              </a:buClr>
              <a:buFont typeface="Wingdings" panose="05000000000000000000" pitchFamily="2" charset="2"/>
              <a:buChar char="v"/>
              <a:defRPr/>
            </a:pPr>
            <a:endParaRPr lang="pt-BR" altLang="pt-BR" sz="2400" b="1" dirty="0">
              <a:latin typeface="Aptos" panose="020B0004020202020204" pitchFamily="34" charset="0"/>
            </a:endParaRPr>
          </a:p>
          <a:p>
            <a:pPr algn="ctr">
              <a:lnSpc>
                <a:spcPct val="100000"/>
              </a:lnSpc>
              <a:buClr>
                <a:srgbClr val="C00000"/>
              </a:buClr>
              <a:buFont typeface="Wingdings" panose="05000000000000000000" pitchFamily="2" charset="2"/>
              <a:buChar char="v"/>
              <a:defRPr/>
            </a:pPr>
            <a:endParaRPr lang="pt-BR" altLang="pt-BR" sz="2400" b="1" dirty="0">
              <a:latin typeface="Aptos" panose="020B0004020202020204" pitchFamily="34" charset="0"/>
            </a:endParaRPr>
          </a:p>
          <a:p>
            <a:pPr algn="ctr">
              <a:lnSpc>
                <a:spcPct val="100000"/>
              </a:lnSpc>
              <a:buClr>
                <a:srgbClr val="C00000"/>
              </a:buClr>
              <a:buFont typeface="Wingdings" panose="05000000000000000000" pitchFamily="2" charset="2"/>
              <a:buChar char="v"/>
              <a:defRPr/>
            </a:pPr>
            <a:endParaRPr lang="pt-BR" altLang="pt-BR" sz="2400" b="1" dirty="0">
              <a:latin typeface="Aptos" panose="020B0004020202020204" pitchFamily="34" charset="0"/>
            </a:endParaRPr>
          </a:p>
          <a:p>
            <a:pPr algn="ctr">
              <a:lnSpc>
                <a:spcPct val="100000"/>
              </a:lnSpc>
              <a:buClr>
                <a:srgbClr val="C00000"/>
              </a:buClr>
              <a:buFont typeface="Wingdings" panose="05000000000000000000" pitchFamily="2" charset="2"/>
              <a:buChar char="v"/>
              <a:defRPr/>
            </a:pPr>
            <a:endParaRPr lang="pt-BR" altLang="pt-BR" sz="2400" b="1" dirty="0">
              <a:latin typeface="Aptos" panose="020B0004020202020204" pitchFamily="34" charset="0"/>
            </a:endParaRPr>
          </a:p>
          <a:p>
            <a:pPr algn="ctr">
              <a:lnSpc>
                <a:spcPct val="100000"/>
              </a:lnSpc>
              <a:buClr>
                <a:srgbClr val="C00000"/>
              </a:buClr>
              <a:buFont typeface="Wingdings" panose="05000000000000000000" pitchFamily="2" charset="2"/>
              <a:buChar char="v"/>
              <a:defRPr/>
            </a:pPr>
            <a:endParaRPr lang="pt-BR" altLang="pt-BR" sz="2400" b="1" dirty="0">
              <a:latin typeface="Aptos" panose="020B0004020202020204" pitchFamily="34" charset="0"/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C15AF3F8-0FF1-32E7-59E8-EBF4028CA8E1}"/>
              </a:ext>
            </a:extLst>
          </p:cNvPr>
          <p:cNvSpPr/>
          <p:nvPr/>
        </p:nvSpPr>
        <p:spPr>
          <a:xfrm>
            <a:off x="6090911" y="2074936"/>
            <a:ext cx="4362157" cy="14840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buClr>
                <a:srgbClr val="C00000"/>
              </a:buClr>
              <a:defRPr/>
            </a:pPr>
            <a:r>
              <a:rPr lang="pt-BR" altLang="pt-BR" sz="28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Aprovado: ≥ 7,0</a:t>
            </a:r>
          </a:p>
          <a:p>
            <a:pPr algn="ctr">
              <a:buClr>
                <a:srgbClr val="C00000"/>
              </a:buClr>
              <a:defRPr/>
            </a:pPr>
            <a:r>
              <a:rPr lang="pt-BR" altLang="pt-BR" sz="28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PF:  ≥4,0 - &lt; 7,0</a:t>
            </a:r>
          </a:p>
          <a:p>
            <a:pPr algn="ctr">
              <a:buClr>
                <a:srgbClr val="C00000"/>
              </a:buClr>
              <a:defRPr/>
            </a:pPr>
            <a:r>
              <a:rPr lang="pt-BR" altLang="pt-BR" sz="28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Reprovado: &lt; 4,0</a:t>
            </a:r>
          </a:p>
        </p:txBody>
      </p:sp>
    </p:spTree>
    <p:extLst>
      <p:ext uri="{BB962C8B-B14F-4D97-AF65-F5344CB8AC3E}">
        <p14:creationId xmlns:p14="http://schemas.microsoft.com/office/powerpoint/2010/main" val="638634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267ED5A-157D-400F-460A-9BCAC529CA19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Química Analítica</a:t>
            </a:r>
          </a:p>
        </p:txBody>
      </p:sp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3A8CFBBB-BB92-A574-CBB2-87781F31DE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82293005"/>
              </p:ext>
            </p:extLst>
          </p:nvPr>
        </p:nvGraphicFramePr>
        <p:xfrm>
          <a:off x="168727" y="601682"/>
          <a:ext cx="11854543" cy="36563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CaixaDeTexto 1">
            <a:extLst>
              <a:ext uri="{FF2B5EF4-FFF2-40B4-BE49-F238E27FC236}">
                <a16:creationId xmlns:a16="http://schemas.microsoft.com/office/drawing/2014/main" id="{5A6F9210-71EF-57E1-804F-35D9BDBED4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727" y="4842847"/>
            <a:ext cx="11854544" cy="113909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accent1">
                <a:lumMod val="75000"/>
              </a:schemeClr>
            </a:solidFill>
            <a:prstDash val="solid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itchFamily="34" charset="0"/>
              </a:rPr>
              <a:t>É a 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itchFamily="34" charset="0"/>
              </a:rPr>
              <a:t>ciência das medições 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itchFamily="34" charset="0"/>
              </a:rPr>
              <a:t>químicas. 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itchFamily="34" charset="0"/>
              </a:rPr>
              <a:t>Abrange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itchFamily="34" charset="0"/>
              </a:rPr>
              <a:t> um 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itchFamily="34" charset="0"/>
              </a:rPr>
              <a:t>conjunto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itchFamily="34" charset="0"/>
              </a:rPr>
              <a:t> de 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itchFamily="34" charset="0"/>
              </a:rPr>
              <a:t>ideias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itchFamily="34" charset="0"/>
              </a:rPr>
              <a:t>, 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itchFamily="34" charset="0"/>
              </a:rPr>
              <a:t>técnicas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itchFamily="34" charset="0"/>
              </a:rPr>
              <a:t> e 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itchFamily="34" charset="0"/>
              </a:rPr>
              <a:t>métodos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itchFamily="34" charset="0"/>
              </a:rPr>
              <a:t> para a 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itchFamily="34" charset="0"/>
              </a:rPr>
              <a:t>determinação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itchFamily="34" charset="0"/>
              </a:rPr>
              <a:t> da 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itchFamily="34" charset="0"/>
              </a:rPr>
              <a:t>composição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itchFamily="34" charset="0"/>
              </a:rPr>
              <a:t> 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itchFamily="34" charset="0"/>
              </a:rPr>
              <a:t>química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itchFamily="34" charset="0"/>
              </a:rPr>
              <a:t> de 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itchFamily="34" charset="0"/>
              </a:rPr>
              <a:t>materiais.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itchFamily="34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6137781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3134E19-3D19-915B-8DAD-ACEA796BD928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Objetivos da Química Analítica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BF865C35-14F0-5B49-B488-47B7282CFD6C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663238"/>
            <a:ext cx="12191998" cy="5660289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2400" dirty="0">
                <a:solidFill>
                  <a:schemeClr val="tx1"/>
                </a:solidFill>
                <a:latin typeface="Aptos" panose="020B0004020202020204" pitchFamily="34" charset="0"/>
              </a:rPr>
              <a:t> O principal objetivo da Química Analítica é identificar os elementos, íons ou compostos presentes em uma amostra e determinar suas quantidades.</a:t>
            </a:r>
          </a:p>
        </p:txBody>
      </p:sp>
      <p:graphicFrame>
        <p:nvGraphicFramePr>
          <p:cNvPr id="8" name="Diagrama 7">
            <a:extLst>
              <a:ext uri="{FF2B5EF4-FFF2-40B4-BE49-F238E27FC236}">
                <a16:creationId xmlns:a16="http://schemas.microsoft.com/office/drawing/2014/main" id="{B6089DC5-390A-6C37-E914-AC5D56EB54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32136350"/>
              </p:ext>
            </p:extLst>
          </p:nvPr>
        </p:nvGraphicFramePr>
        <p:xfrm>
          <a:off x="168727" y="2049482"/>
          <a:ext cx="11854543" cy="36563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07258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D8DC4-69F6-BD5B-B11E-20DCC8E6A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3E03F38-E825-1843-E380-364B9B25140C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Conceitos da Química Analítica</a:t>
            </a:r>
          </a:p>
        </p:txBody>
      </p:sp>
      <p:sp>
        <p:nvSpPr>
          <p:cNvPr id="5" name="CaixaDeTexto 2">
            <a:extLst>
              <a:ext uri="{FF2B5EF4-FFF2-40B4-BE49-F238E27FC236}">
                <a16:creationId xmlns:a16="http://schemas.microsoft.com/office/drawing/2014/main" id="{4420FA43-EB4A-7ED9-4A92-9C6F90CCD4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619" y="743971"/>
            <a:ext cx="11336762" cy="32115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accent1">
                <a:lumMod val="75000"/>
              </a:schemeClr>
            </a:solidFill>
            <a:prstDash val="solid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80000"/>
              </a:lnSpc>
            </a:pPr>
            <a:r>
              <a:rPr lang="pt-BR" sz="2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Amostra</a:t>
            </a:r>
          </a:p>
          <a:p>
            <a:pPr algn="just">
              <a:lnSpc>
                <a:spcPts val="1000"/>
              </a:lnSpc>
            </a:pPr>
            <a:endParaRPr lang="pt-BR" sz="2200" dirty="0">
              <a:latin typeface="Aptos" panose="020B00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BR" sz="2200" dirty="0">
                <a:latin typeface="Aptos" panose="020B0004020202020204" pitchFamily="34" charset="0"/>
              </a:rPr>
              <a:t>É uma </a:t>
            </a:r>
            <a:r>
              <a:rPr lang="pt-BR" sz="2200" b="1" dirty="0">
                <a:latin typeface="Aptos" panose="020B0004020202020204" pitchFamily="34" charset="0"/>
              </a:rPr>
              <a:t>parte representativa </a:t>
            </a:r>
            <a:r>
              <a:rPr lang="pt-BR" sz="2200" dirty="0">
                <a:latin typeface="Aptos" panose="020B0004020202020204" pitchFamily="34" charset="0"/>
              </a:rPr>
              <a:t>do </a:t>
            </a:r>
            <a:r>
              <a:rPr lang="pt-BR" sz="2200" b="1" dirty="0">
                <a:latin typeface="Aptos" panose="020B0004020202020204" pitchFamily="34" charset="0"/>
              </a:rPr>
              <a:t>todo </a:t>
            </a:r>
            <a:r>
              <a:rPr lang="pt-BR" sz="2200" dirty="0">
                <a:latin typeface="Aptos" panose="020B0004020202020204" pitchFamily="34" charset="0"/>
              </a:rPr>
              <a:t>sobre a qual deseja-se conhecer a composição química, sendo o conjunto das espécies químicas que compõem um material.</a:t>
            </a:r>
          </a:p>
          <a:p>
            <a:pPr algn="just">
              <a:lnSpc>
                <a:spcPct val="80000"/>
              </a:lnSpc>
            </a:pPr>
            <a:endParaRPr lang="pt-BR" sz="2200" dirty="0">
              <a:latin typeface="Aptos" panose="020B0004020202020204" pitchFamily="34" charset="0"/>
            </a:endParaRPr>
          </a:p>
          <a:p>
            <a:pPr algn="just"/>
            <a:r>
              <a:rPr lang="pt-BR" sz="2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Analito</a:t>
            </a:r>
          </a:p>
          <a:p>
            <a:pPr algn="just">
              <a:lnSpc>
                <a:spcPts val="1000"/>
              </a:lnSpc>
            </a:pPr>
            <a:endParaRPr lang="pt-BR" sz="2200" b="1" dirty="0">
              <a:solidFill>
                <a:srgbClr val="C00000"/>
              </a:solidFill>
              <a:latin typeface="Aptos" panose="020B00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BR" sz="2200" dirty="0">
                <a:latin typeface="Aptos" panose="020B0004020202020204" pitchFamily="34" charset="0"/>
              </a:rPr>
              <a:t>É a </a:t>
            </a:r>
            <a:r>
              <a:rPr lang="pt-BR" sz="2200" b="1" dirty="0">
                <a:latin typeface="Aptos" panose="020B0004020202020204" pitchFamily="34" charset="0"/>
              </a:rPr>
              <a:t>espécie</a:t>
            </a:r>
            <a:r>
              <a:rPr lang="pt-BR" sz="2200" dirty="0">
                <a:latin typeface="Aptos" panose="020B0004020202020204" pitchFamily="34" charset="0"/>
              </a:rPr>
              <a:t> química presente </a:t>
            </a:r>
            <a:r>
              <a:rPr lang="pt-BR" sz="2200" b="1" dirty="0">
                <a:latin typeface="Aptos" panose="020B0004020202020204" pitchFamily="34" charset="0"/>
              </a:rPr>
              <a:t>na amostra </a:t>
            </a:r>
            <a:r>
              <a:rPr lang="pt-BR" sz="2200" dirty="0">
                <a:latin typeface="Aptos" panose="020B0004020202020204" pitchFamily="34" charset="0"/>
              </a:rPr>
              <a:t>que se </a:t>
            </a:r>
            <a:r>
              <a:rPr lang="pt-BR" sz="2200" b="1" dirty="0">
                <a:latin typeface="Aptos" panose="020B0004020202020204" pitchFamily="34" charset="0"/>
              </a:rPr>
              <a:t>deseja identificar </a:t>
            </a:r>
            <a:r>
              <a:rPr lang="pt-BR" sz="2200" dirty="0">
                <a:latin typeface="Aptos" panose="020B0004020202020204" pitchFamily="34" charset="0"/>
              </a:rPr>
              <a:t>(qualitativa) ou </a:t>
            </a:r>
            <a:r>
              <a:rPr lang="pt-BR" sz="2200" b="1" dirty="0">
                <a:latin typeface="Aptos" panose="020B0004020202020204" pitchFamily="34" charset="0"/>
              </a:rPr>
              <a:t>determinar</a:t>
            </a:r>
            <a:r>
              <a:rPr lang="pt-BR" sz="2200" dirty="0">
                <a:latin typeface="Aptos" panose="020B0004020202020204" pitchFamily="34" charset="0"/>
              </a:rPr>
              <a:t> a sua quantidade relativa ou </a:t>
            </a:r>
            <a:r>
              <a:rPr lang="pt-BR" sz="2200" b="1" dirty="0">
                <a:latin typeface="Aptos" panose="020B0004020202020204" pitchFamily="34" charset="0"/>
              </a:rPr>
              <a:t>concentração </a:t>
            </a:r>
            <a:r>
              <a:rPr lang="pt-BR" sz="2200" dirty="0">
                <a:latin typeface="Aptos" panose="020B0004020202020204" pitchFamily="34" charset="0"/>
              </a:rPr>
              <a:t>(quantitativa) em uma amostra.</a:t>
            </a:r>
          </a:p>
        </p:txBody>
      </p:sp>
      <p:grpSp>
        <p:nvGrpSpPr>
          <p:cNvPr id="6" name="Grupo 18">
            <a:extLst>
              <a:ext uri="{FF2B5EF4-FFF2-40B4-BE49-F238E27FC236}">
                <a16:creationId xmlns:a16="http://schemas.microsoft.com/office/drawing/2014/main" id="{CFFFDCD3-9CCA-CD42-628F-67139C0A4177}"/>
              </a:ext>
            </a:extLst>
          </p:cNvPr>
          <p:cNvGrpSpPr/>
          <p:nvPr/>
        </p:nvGrpSpPr>
        <p:grpSpPr>
          <a:xfrm>
            <a:off x="1127383" y="4042724"/>
            <a:ext cx="7405097" cy="2128367"/>
            <a:chOff x="3306081" y="4293096"/>
            <a:chExt cx="7405097" cy="2128367"/>
          </a:xfrm>
        </p:grpSpPr>
        <p:pic>
          <p:nvPicPr>
            <p:cNvPr id="7" name="Picture 2" descr="Resultado de imagem para amostra de sangue">
              <a:extLst>
                <a:ext uri="{FF2B5EF4-FFF2-40B4-BE49-F238E27FC236}">
                  <a16:creationId xmlns:a16="http://schemas.microsoft.com/office/drawing/2014/main" id="{3BBD9F28-04CA-9480-4041-DC2DBBA1F6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770785" y="4293096"/>
              <a:ext cx="1175231" cy="1699986"/>
            </a:xfrm>
            <a:prstGeom prst="rect">
              <a:avLst/>
            </a:prstGeom>
            <a:noFill/>
            <a:ln w="12700">
              <a:solidFill>
                <a:srgbClr val="C00000"/>
              </a:solidFill>
            </a:ln>
          </p:spPr>
        </p:pic>
        <p:sp>
          <p:nvSpPr>
            <p:cNvPr id="8" name="Text Box 13">
              <a:extLst>
                <a:ext uri="{FF2B5EF4-FFF2-40B4-BE49-F238E27FC236}">
                  <a16:creationId xmlns:a16="http://schemas.microsoft.com/office/drawing/2014/main" id="{66DCE10B-873B-8CDE-0DFB-ED08FB61F3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06081" y="6093296"/>
              <a:ext cx="2232248" cy="3281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lnSpc>
                  <a:spcPts val="600"/>
                </a:lnSpc>
                <a:spcBef>
                  <a:spcPct val="50000"/>
                </a:spcBef>
              </a:pPr>
              <a:r>
                <a:rPr lang="pt-BR" altLang="pt-BR" sz="1000" b="1" dirty="0">
                  <a:latin typeface="Aptos" panose="020B0004020202020204" pitchFamily="34" charset="0"/>
                  <a:cs typeface="Arial" pitchFamily="34" charset="0"/>
                </a:rPr>
                <a:t>Amostras de sangue</a:t>
              </a:r>
            </a:p>
            <a:p>
              <a:pPr algn="ctr">
                <a:lnSpc>
                  <a:spcPts val="600"/>
                </a:lnSpc>
                <a:spcBef>
                  <a:spcPct val="50000"/>
                </a:spcBef>
              </a:pPr>
              <a:r>
                <a:rPr lang="pt-BR" altLang="pt-BR" sz="900" dirty="0">
                  <a:latin typeface="Aptos" panose="020B0004020202020204" pitchFamily="34" charset="0"/>
                  <a:cs typeface="Arial" pitchFamily="34" charset="0"/>
                </a:rPr>
                <a:t>Fonte: </a:t>
              </a:r>
              <a:r>
                <a:rPr lang="pt-BR" sz="900" dirty="0">
                  <a:latin typeface="Aptos" panose="020B0004020202020204" pitchFamily="34" charset="0"/>
                  <a:cs typeface="Arial" pitchFamily="34" charset="0"/>
                </a:rPr>
                <a:t>http://pt.wikipedia.org</a:t>
              </a:r>
              <a:endParaRPr lang="pt-BR" altLang="pt-BR" sz="900" dirty="0">
                <a:latin typeface="Aptos" panose="020B0004020202020204" pitchFamily="34" charset="0"/>
                <a:cs typeface="Arial" pitchFamily="34" charset="0"/>
              </a:endParaRPr>
            </a:p>
          </p:txBody>
        </p:sp>
        <p:cxnSp>
          <p:nvCxnSpPr>
            <p:cNvPr id="9" name="Conector reto 8">
              <a:extLst>
                <a:ext uri="{FF2B5EF4-FFF2-40B4-BE49-F238E27FC236}">
                  <a16:creationId xmlns:a16="http://schemas.microsoft.com/office/drawing/2014/main" id="{DA8CD94C-4EA8-5E3C-60F6-119672DCC21B}"/>
                </a:ext>
              </a:extLst>
            </p:cNvPr>
            <p:cNvCxnSpPr/>
            <p:nvPr/>
          </p:nvCxnSpPr>
          <p:spPr>
            <a:xfrm flipH="1">
              <a:off x="5081893" y="4694500"/>
              <a:ext cx="864096" cy="451622"/>
            </a:xfrm>
            <a:prstGeom prst="line">
              <a:avLst/>
            </a:prstGeom>
            <a:ln w="57150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2">
              <a:extLst>
                <a:ext uri="{FF2B5EF4-FFF2-40B4-BE49-F238E27FC236}">
                  <a16:creationId xmlns:a16="http://schemas.microsoft.com/office/drawing/2014/main" id="{C0429D91-19FF-B15D-4A40-7F6F47AEA4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65709" y="4478476"/>
              <a:ext cx="2191141" cy="3293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b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altLang="pt-BR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>
                      <a:lumMod val="50000"/>
                    </a:schemeClr>
                  </a:solidFill>
                  <a:effectLst/>
                  <a:uLnTx/>
                  <a:uFillTx/>
                  <a:latin typeface="Aptos" panose="020B0004020202020204" pitchFamily="34" charset="0"/>
                  <a:ea typeface="+mj-ea"/>
                  <a:cs typeface="+mj-cs"/>
                </a:rPr>
                <a:t>Amostra: </a:t>
              </a:r>
              <a:r>
                <a:rPr kumimoji="0" lang="pt-BR" altLang="pt-BR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ptos" panose="020B0004020202020204" pitchFamily="34" charset="0"/>
                  <a:ea typeface="+mj-ea"/>
                  <a:cs typeface="+mj-cs"/>
                </a:rPr>
                <a:t>sangue</a:t>
              </a:r>
            </a:p>
          </p:txBody>
        </p:sp>
        <p:cxnSp>
          <p:nvCxnSpPr>
            <p:cNvPr id="11" name="Conector reto 10">
              <a:extLst>
                <a:ext uri="{FF2B5EF4-FFF2-40B4-BE49-F238E27FC236}">
                  <a16:creationId xmlns:a16="http://schemas.microsoft.com/office/drawing/2014/main" id="{32AEC01E-7368-4FB2-1B7A-FC541873677F}"/>
                </a:ext>
              </a:extLst>
            </p:cNvPr>
            <p:cNvCxnSpPr/>
            <p:nvPr/>
          </p:nvCxnSpPr>
          <p:spPr>
            <a:xfrm flipH="1" flipV="1">
              <a:off x="9741531" y="5309662"/>
              <a:ext cx="969647" cy="301398"/>
            </a:xfrm>
            <a:prstGeom prst="line">
              <a:avLst/>
            </a:prstGeom>
            <a:ln w="57150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2">
              <a:extLst>
                <a:ext uri="{FF2B5EF4-FFF2-40B4-BE49-F238E27FC236}">
                  <a16:creationId xmlns:a16="http://schemas.microsoft.com/office/drawing/2014/main" id="{3FF2C970-90AF-4B4F-3AC4-9998A4A146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35213" y="5092419"/>
              <a:ext cx="2191141" cy="3293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b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altLang="pt-BR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accent1">
                      <a:lumMod val="50000"/>
                    </a:schemeClr>
                  </a:solidFill>
                  <a:effectLst/>
                  <a:uLnTx/>
                  <a:uFillTx/>
                  <a:latin typeface="Aptos" panose="020B0004020202020204" pitchFamily="34" charset="0"/>
                  <a:ea typeface="+mj-ea"/>
                  <a:cs typeface="+mj-cs"/>
                </a:rPr>
                <a:t>Analito</a:t>
              </a:r>
              <a:r>
                <a:rPr kumimoji="0" lang="pt-BR" altLang="pt-BR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>
                      <a:lumMod val="50000"/>
                    </a:schemeClr>
                  </a:solidFill>
                  <a:effectLst/>
                  <a:uLnTx/>
                  <a:uFillTx/>
                  <a:latin typeface="Aptos" panose="020B0004020202020204" pitchFamily="34" charset="0"/>
                  <a:ea typeface="+mj-ea"/>
                  <a:cs typeface="+mj-cs"/>
                </a:rPr>
                <a:t>:</a:t>
              </a:r>
              <a:r>
                <a:rPr kumimoji="0" lang="pt-BR" altLang="pt-BR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ptos" panose="020B0004020202020204" pitchFamily="34" charset="0"/>
                  <a:ea typeface="+mj-ea"/>
                  <a:cs typeface="+mj-cs"/>
                </a:rPr>
                <a:t> </a:t>
              </a:r>
              <a:r>
                <a:rPr kumimoji="0" lang="pt-BR" altLang="pt-BR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ptos" panose="020B0004020202020204" pitchFamily="34" charset="0"/>
                  <a:ea typeface="+mj-ea"/>
                  <a:cs typeface="+mj-cs"/>
                </a:rPr>
                <a:t>glicose    </a:t>
              </a:r>
            </a:p>
          </p:txBody>
        </p:sp>
      </p:grpSp>
      <p:grpSp>
        <p:nvGrpSpPr>
          <p:cNvPr id="13" name="Grupo 19">
            <a:extLst>
              <a:ext uri="{FF2B5EF4-FFF2-40B4-BE49-F238E27FC236}">
                <a16:creationId xmlns:a16="http://schemas.microsoft.com/office/drawing/2014/main" id="{665AAB7E-8944-9195-DB33-9F1D983527BC}"/>
              </a:ext>
            </a:extLst>
          </p:cNvPr>
          <p:cNvGrpSpPr/>
          <p:nvPr/>
        </p:nvGrpSpPr>
        <p:grpSpPr>
          <a:xfrm>
            <a:off x="7684470" y="4410055"/>
            <a:ext cx="3528392" cy="1440160"/>
            <a:chOff x="6640512" y="4725144"/>
            <a:chExt cx="2900040" cy="1090023"/>
          </a:xfrm>
        </p:grpSpPr>
        <p:pic>
          <p:nvPicPr>
            <p:cNvPr id="14" name="Picture 6" descr="Resultado de imagem para anÃ¡lise de glicose no sangue">
              <a:extLst>
                <a:ext uri="{FF2B5EF4-FFF2-40B4-BE49-F238E27FC236}">
                  <a16:creationId xmlns:a16="http://schemas.microsoft.com/office/drawing/2014/main" id="{CC0F12EF-5C58-459E-1C84-7C74EA1D69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7236296" y="4725144"/>
              <a:ext cx="1630183" cy="747167"/>
            </a:xfrm>
            <a:prstGeom prst="rect">
              <a:avLst/>
            </a:prstGeom>
            <a:noFill/>
          </p:spPr>
        </p:pic>
        <p:sp>
          <p:nvSpPr>
            <p:cNvPr id="15" name="Text Box 13">
              <a:extLst>
                <a:ext uri="{FF2B5EF4-FFF2-40B4-BE49-F238E27FC236}">
                  <a16:creationId xmlns:a16="http://schemas.microsoft.com/office/drawing/2014/main" id="{6CB40595-1122-20C1-AF01-D91DC68C92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40512" y="5499696"/>
              <a:ext cx="2900040" cy="3154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lnSpc>
                  <a:spcPts val="600"/>
                </a:lnSpc>
                <a:spcBef>
                  <a:spcPct val="50000"/>
                </a:spcBef>
              </a:pPr>
              <a:r>
                <a:rPr lang="pt-BR" altLang="pt-BR" sz="1000" b="1" dirty="0">
                  <a:latin typeface="Arial" pitchFamily="34" charset="0"/>
                  <a:cs typeface="Arial" pitchFamily="34" charset="0"/>
                </a:rPr>
                <a:t>Molécula de glicose </a:t>
              </a:r>
            </a:p>
            <a:p>
              <a:pPr algn="ctr">
                <a:lnSpc>
                  <a:spcPts val="600"/>
                </a:lnSpc>
                <a:spcBef>
                  <a:spcPct val="50000"/>
                </a:spcBef>
              </a:pPr>
              <a:r>
                <a:rPr lang="pt-BR" altLang="pt-BR" sz="900" dirty="0">
                  <a:latin typeface="Arial" pitchFamily="34" charset="0"/>
                  <a:cs typeface="Arial" pitchFamily="34" charset="0"/>
                </a:rPr>
                <a:t>Fonte: </a:t>
              </a:r>
              <a:r>
                <a:rPr lang="pt-BR" sz="900" dirty="0"/>
                <a:t>http://pt.wikipedia.org</a:t>
              </a:r>
              <a:endParaRPr lang="pt-BR" altLang="pt-BR" sz="900" dirty="0">
                <a:latin typeface="Arial" pitchFamily="34" charset="0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151814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2EEE6-FC28-8C5D-545E-4A191963A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935D4BE-0AC4-D4F5-4F65-B8F1C890D19E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Métodos Analíticos Quantitativos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F31926D5-1E7A-0256-CDCC-2C76AFDDF15C}"/>
              </a:ext>
            </a:extLst>
          </p:cNvPr>
          <p:cNvSpPr/>
          <p:nvPr/>
        </p:nvSpPr>
        <p:spPr>
          <a:xfrm>
            <a:off x="-1" y="813926"/>
            <a:ext cx="12191999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Clr>
                <a:schemeClr val="accent1">
                  <a:lumMod val="75000"/>
                </a:schemeClr>
              </a:buClr>
            </a:pPr>
            <a:r>
              <a:rPr lang="pt-BR" altLang="en-US" sz="2800" u="none" dirty="0">
                <a:latin typeface="Aptos" panose="020B0004020202020204" pitchFamily="34" charset="0"/>
              </a:rPr>
              <a:t>Métodos de análise quantitativa podem agrupar-se em </a:t>
            </a:r>
            <a:r>
              <a:rPr lang="pt-BR" altLang="en-US" sz="2800" b="1" u="none" dirty="0">
                <a:latin typeface="Aptos" panose="020B0004020202020204" pitchFamily="34" charset="0"/>
              </a:rPr>
              <a:t>métodos químicos</a:t>
            </a:r>
            <a:r>
              <a:rPr lang="pt-BR" altLang="en-US" sz="2800" u="none" dirty="0">
                <a:latin typeface="Aptos" panose="020B0004020202020204" pitchFamily="34" charset="0"/>
              </a:rPr>
              <a:t> e </a:t>
            </a:r>
            <a:r>
              <a:rPr lang="pt-BR" altLang="en-US" sz="2800" b="1" u="none" dirty="0">
                <a:latin typeface="Aptos" panose="020B0004020202020204" pitchFamily="34" charset="0"/>
              </a:rPr>
              <a:t>métodos físico-químicos</a:t>
            </a:r>
            <a:r>
              <a:rPr lang="pt-BR" altLang="en-US" sz="2800" u="none" dirty="0">
                <a:latin typeface="Aptos" panose="020B0004020202020204" pitchFamily="34" charset="0"/>
              </a:rPr>
              <a:t>. </a:t>
            </a:r>
          </a:p>
          <a:p>
            <a:pPr algn="just">
              <a:buClr>
                <a:schemeClr val="accent1">
                  <a:lumMod val="75000"/>
                </a:schemeClr>
              </a:buClr>
            </a:pPr>
            <a:endParaRPr lang="pt-BR" altLang="en-US" sz="2800" dirty="0">
              <a:latin typeface="Aptos" panose="020B0004020202020204" pitchFamily="34" charset="0"/>
            </a:endParaRPr>
          </a:p>
          <a:p>
            <a:pPr algn="just">
              <a:buClr>
                <a:schemeClr val="accent1">
                  <a:lumMod val="75000"/>
                </a:schemeClr>
              </a:buClr>
            </a:pPr>
            <a:r>
              <a:rPr lang="pt-BR" altLang="en-US" sz="2800" u="none" dirty="0">
                <a:latin typeface="Aptos" panose="020B0004020202020204" pitchFamily="34" charset="0"/>
              </a:rPr>
              <a:t>Nos métodos químicos, conhecidos como métodos clássicos, estão incluídos os métodos gravimétricos e os volumétricos.</a:t>
            </a:r>
          </a:p>
          <a:p>
            <a:pPr algn="just">
              <a:buClr>
                <a:schemeClr val="accent1">
                  <a:lumMod val="75000"/>
                </a:schemeClr>
              </a:buClr>
            </a:pPr>
            <a:endParaRPr lang="pt-BR" sz="2800" b="1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28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Gravimétricos: </a:t>
            </a:r>
            <a:r>
              <a:rPr lang="pt-BR" sz="2800" dirty="0">
                <a:latin typeface="Aptos" panose="020B0004020202020204" pitchFamily="34" charset="0"/>
                <a:cs typeface="Arial" panose="020B0604020202020204" pitchFamily="34" charset="0"/>
              </a:rPr>
              <a:t>determinam a massa do analito ou de algum outro composto relacionado a ele.</a:t>
            </a:r>
          </a:p>
          <a:p>
            <a:pPr marL="342900" indent="-342900" algn="just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endParaRPr lang="pt-BR" sz="2800" b="1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28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Volumétricos: </a:t>
            </a:r>
            <a:r>
              <a:rPr lang="pt-BR" sz="2800" dirty="0">
                <a:latin typeface="Aptos" panose="020B0004020202020204" pitchFamily="34" charset="0"/>
                <a:cs typeface="Arial" panose="020B0604020202020204" pitchFamily="34" charset="0"/>
              </a:rPr>
              <a:t>determinam o volume de uma solução contendo reagente suficiente para reagir completamente com o analito.</a:t>
            </a:r>
          </a:p>
          <a:p>
            <a:pPr marL="342900" indent="-342900" algn="just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endParaRPr lang="pt-BR" sz="2800" dirty="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03743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85EA9-FA04-0604-5D0F-655F3C7C7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10639CC-15D7-3486-8CDA-6F6962CFEE25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Métodos Analíticos Quantitativos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95CA7D5-8471-46DA-FFEC-CFDB5003DB29}"/>
              </a:ext>
            </a:extLst>
          </p:cNvPr>
          <p:cNvSpPr/>
          <p:nvPr/>
        </p:nvSpPr>
        <p:spPr>
          <a:xfrm>
            <a:off x="1" y="1012954"/>
            <a:ext cx="12191999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Clr>
                <a:schemeClr val="accent1">
                  <a:lumMod val="75000"/>
                </a:schemeClr>
              </a:buClr>
            </a:pPr>
            <a:r>
              <a:rPr lang="pt-BR" altLang="en-US" sz="2800" u="none" dirty="0">
                <a:latin typeface="Aptos" panose="020B0004020202020204" pitchFamily="34" charset="0"/>
              </a:rPr>
              <a:t>Já os métodos físico-químicos são instrumentais e consistem nas medidas de propriedades físico-químicas do analito. Eles podem ser divididos em:</a:t>
            </a:r>
          </a:p>
          <a:p>
            <a:pPr algn="just">
              <a:buClr>
                <a:schemeClr val="accent1">
                  <a:lumMod val="75000"/>
                </a:schemeClr>
              </a:buClr>
            </a:pPr>
            <a:endParaRPr lang="pt-BR" sz="2800" b="1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28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Espectroscópicos: </a:t>
            </a:r>
            <a:r>
              <a:rPr lang="pt-BR" sz="2800" dirty="0">
                <a:latin typeface="Aptos" panose="020B0004020202020204" pitchFamily="34" charset="0"/>
                <a:cs typeface="Arial" panose="020B0604020202020204" pitchFamily="34" charset="0"/>
              </a:rPr>
              <a:t>radiação eletromagnética absorvida, produzida ou espalhada pelo analito ou composto relacionado com ele.</a:t>
            </a:r>
          </a:p>
          <a:p>
            <a:pPr marL="342900" indent="-342900" algn="just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endParaRPr lang="pt-BR" sz="28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2800" b="1" dirty="0" err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Eletroanalíticos</a:t>
            </a:r>
            <a:r>
              <a:rPr lang="pt-BR" sz="28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: </a:t>
            </a:r>
            <a:r>
              <a:rPr lang="pt-BR" sz="2800" dirty="0">
                <a:latin typeface="Aptos" panose="020B0004020202020204" pitchFamily="34" charset="0"/>
                <a:cs typeface="Arial" panose="020B0604020202020204" pitchFamily="34" charset="0"/>
              </a:rPr>
              <a:t>propriedades elétricas como potencial, corrente, e resistência.</a:t>
            </a:r>
          </a:p>
          <a:p>
            <a:pPr marL="342900" indent="-342900" algn="just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endParaRPr lang="pt-BR" sz="28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28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Cromatográficos: </a:t>
            </a:r>
            <a:r>
              <a:rPr lang="pt-BR" sz="2800" dirty="0">
                <a:latin typeface="Aptos" panose="020B0004020202020204" pitchFamily="34" charset="0"/>
                <a:cs typeface="Arial" panose="020B0604020202020204" pitchFamily="34" charset="0"/>
              </a:rPr>
              <a:t>interação seletiva com um material (separação).</a:t>
            </a:r>
          </a:p>
          <a:p>
            <a:pPr marL="342900" indent="-342900" algn="just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endParaRPr lang="pt-BR" sz="2800" dirty="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37098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ACF6F15-39A0-7C2F-4FE7-99683A59B9F7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Etapas envolvidas em uma análise química</a:t>
            </a:r>
          </a:p>
        </p:txBody>
      </p:sp>
      <p:graphicFrame>
        <p:nvGraphicFramePr>
          <p:cNvPr id="10" name="Diagrama 9">
            <a:extLst>
              <a:ext uri="{FF2B5EF4-FFF2-40B4-BE49-F238E27FC236}">
                <a16:creationId xmlns:a16="http://schemas.microsoft.com/office/drawing/2014/main" id="{11E9887F-3D79-CD31-1A98-6F195AAD12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4335790"/>
              </p:ext>
            </p:extLst>
          </p:nvPr>
        </p:nvGraphicFramePr>
        <p:xfrm>
          <a:off x="0" y="601682"/>
          <a:ext cx="12104914" cy="55366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691414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704E7-A0ED-5D4E-95C5-BE6667E62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D604FAB-88B8-F237-A6A9-09E5B824164E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Etapas envolvidas em uma análise química</a:t>
            </a:r>
          </a:p>
        </p:txBody>
      </p:sp>
      <p:graphicFrame>
        <p:nvGraphicFramePr>
          <p:cNvPr id="10" name="Diagrama 9">
            <a:extLst>
              <a:ext uri="{FF2B5EF4-FFF2-40B4-BE49-F238E27FC236}">
                <a16:creationId xmlns:a16="http://schemas.microsoft.com/office/drawing/2014/main" id="{CD014478-448C-23EB-3AEE-4FE0F886449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05959473"/>
              </p:ext>
            </p:extLst>
          </p:nvPr>
        </p:nvGraphicFramePr>
        <p:xfrm>
          <a:off x="0" y="601682"/>
          <a:ext cx="12104914" cy="55366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259072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5D747-2297-55C0-3967-DC9CA4EA2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D90C47A-F7B8-E3F9-0D81-0D8C51742307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Seleção do Método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570D37C-6922-B145-064E-4C287B197884}"/>
              </a:ext>
            </a:extLst>
          </p:cNvPr>
          <p:cNvSpPr/>
          <p:nvPr/>
        </p:nvSpPr>
        <p:spPr>
          <a:xfrm>
            <a:off x="-1" y="813926"/>
            <a:ext cx="12191999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Clr>
                <a:schemeClr val="accent1">
                  <a:lumMod val="75000"/>
                </a:schemeClr>
              </a:buClr>
            </a:pP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A primeira etapa essencial de uma análise quantitativa é a seleção do método. Ela depende de diversos fatores, entre eles:</a:t>
            </a:r>
          </a:p>
          <a:p>
            <a:pPr algn="just">
              <a:buClr>
                <a:schemeClr val="accent1">
                  <a:lumMod val="75000"/>
                </a:schemeClr>
              </a:buClr>
            </a:pPr>
            <a:endParaRPr lang="pt-BR" sz="24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buClr>
                <a:schemeClr val="accent1">
                  <a:lumMod val="75000"/>
                </a:schemeClr>
              </a:buClr>
              <a:buFont typeface="+mj-lt"/>
              <a:buAutoNum type="arabicPeriod"/>
            </a:pP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Nível de exatidão requerido: o método selecionado representa um compromisso entre a exatidão requerida e o tempo e recursos disponíveis para a análise.</a:t>
            </a:r>
          </a:p>
          <a:p>
            <a:pPr marL="457200" indent="-457200" algn="just">
              <a:buClr>
                <a:schemeClr val="accent1">
                  <a:lumMod val="75000"/>
                </a:schemeClr>
              </a:buClr>
              <a:buFont typeface="+mj-lt"/>
              <a:buAutoNum type="arabicPeriod"/>
            </a:pPr>
            <a:endParaRPr lang="pt-BR" sz="24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buClr>
                <a:schemeClr val="accent1">
                  <a:lumMod val="75000"/>
                </a:schemeClr>
              </a:buClr>
              <a:buFont typeface="+mj-lt"/>
              <a:buAutoNum type="arabicPeriod"/>
            </a:pP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Fator econômico: depende do número de amostras que serão analisadas. Se existem muitas amostras, pode-se gastar um tempo considerável em operações preliminares, como montando e calibrando instrumentos e equipamentos e preparando soluções padrão, pois o custo será amortizado pelo grande número de amostras.</a:t>
            </a:r>
          </a:p>
          <a:p>
            <a:pPr marL="457200" indent="-457200" algn="just">
              <a:buClr>
                <a:schemeClr val="accent1">
                  <a:lumMod val="75000"/>
                </a:schemeClr>
              </a:buClr>
              <a:buFont typeface="+mj-lt"/>
              <a:buAutoNum type="arabicPeriod"/>
            </a:pPr>
            <a:endParaRPr lang="pt-BR" sz="24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buClr>
                <a:schemeClr val="accent1">
                  <a:lumMod val="75000"/>
                </a:schemeClr>
              </a:buClr>
              <a:buFont typeface="+mj-lt"/>
              <a:buAutoNum type="arabicPeriod"/>
            </a:pP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Complexidade e o número de componentes presentes na amostra.</a:t>
            </a:r>
          </a:p>
          <a:p>
            <a:pPr marL="457200" indent="-457200" algn="just">
              <a:buClr>
                <a:schemeClr val="accent1">
                  <a:lumMod val="75000"/>
                </a:schemeClr>
              </a:buClr>
              <a:buFont typeface="+mj-lt"/>
              <a:buAutoNum type="arabicPeriod"/>
            </a:pPr>
            <a:endParaRPr lang="pt-BR" sz="24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buClr>
                <a:schemeClr val="accent1">
                  <a:lumMod val="75000"/>
                </a:schemeClr>
              </a:buClr>
              <a:buFont typeface="+mj-lt"/>
              <a:buAutoNum type="arabicPeriod"/>
            </a:pP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Quantidade de amostra disponível e quantidade de analito presente.</a:t>
            </a:r>
          </a:p>
        </p:txBody>
      </p:sp>
    </p:spTree>
    <p:extLst>
      <p:ext uri="{BB962C8B-B14F-4D97-AF65-F5344CB8AC3E}">
        <p14:creationId xmlns:p14="http://schemas.microsoft.com/office/powerpoint/2010/main" val="28889182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107B2-B1DA-722F-4174-650BDA83E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DC32B5A-D751-781A-6514-A3842EDA6EE9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Seleção do Método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847BF9D-4F62-BE7F-AD75-4170B6FEF752}"/>
              </a:ext>
            </a:extLst>
          </p:cNvPr>
          <p:cNvSpPr/>
          <p:nvPr/>
        </p:nvSpPr>
        <p:spPr>
          <a:xfrm>
            <a:off x="-1" y="813926"/>
            <a:ext cx="12191999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Clr>
                <a:schemeClr val="accent1">
                  <a:lumMod val="75000"/>
                </a:schemeClr>
              </a:buClr>
            </a:pPr>
            <a:endParaRPr lang="pt-BR" altLang="en-US" sz="2800" b="1" u="none" dirty="0">
              <a:latin typeface="Aptos" panose="020B0004020202020204" pitchFamily="34" charset="0"/>
            </a:endParaRPr>
          </a:p>
          <a:p>
            <a:pPr algn="just">
              <a:buClr>
                <a:schemeClr val="accent1">
                  <a:lumMod val="75000"/>
                </a:schemeClr>
              </a:buClr>
            </a:pPr>
            <a:r>
              <a:rPr lang="pt-BR" sz="28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Dimensão da Amostra -</a:t>
            </a:r>
            <a:r>
              <a:rPr lang="pt-BR" sz="2800" dirty="0">
                <a:latin typeface="Aptos" panose="020B0004020202020204" pitchFamily="34" charset="0"/>
                <a:cs typeface="Arial" panose="020B0604020202020204" pitchFamily="34" charset="0"/>
              </a:rPr>
              <a:t> Os métodos analíticos podem ser classificados com base no tamanho da amostra. As técnicas empregadas para manusear amostras muito pequenas são bastante diferentes daquelas usadas para tratar </a:t>
            </a:r>
            <a:r>
              <a:rPr lang="pt-BR" sz="2800" dirty="0" err="1">
                <a:latin typeface="Aptos" panose="020B0004020202020204" pitchFamily="34" charset="0"/>
                <a:cs typeface="Arial" panose="020B0604020202020204" pitchFamily="34" charset="0"/>
              </a:rPr>
              <a:t>macroamostras</a:t>
            </a:r>
            <a:r>
              <a:rPr lang="pt-BR" sz="2800" dirty="0">
                <a:latin typeface="Aptos" panose="020B0004020202020204" pitchFamily="34" charset="0"/>
                <a:cs typeface="Arial" panose="020B0604020202020204" pitchFamily="34" charset="0"/>
              </a:rPr>
              <a:t>.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74D8D0C8-2CD1-BCC2-A975-2E3AA8858F94}"/>
              </a:ext>
            </a:extLst>
          </p:cNvPr>
          <p:cNvGraphicFramePr>
            <a:graphicFrameLocks noGrp="1"/>
          </p:cNvGraphicFramePr>
          <p:nvPr/>
        </p:nvGraphicFramePr>
        <p:xfrm>
          <a:off x="2031998" y="3615266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3881792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2911737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Aptos" panose="020B0004020202020204" pitchFamily="34" charset="0"/>
                        </a:rPr>
                        <a:t>Dimensão da amostra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Aptos" panose="020B0004020202020204" pitchFamily="34" charset="0"/>
                        </a:rPr>
                        <a:t>Tipo de análise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1512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Aptos" panose="020B0004020202020204" pitchFamily="34" charset="0"/>
                        </a:rPr>
                        <a:t>&gt; 0,1 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Aptos" panose="020B0004020202020204" pitchFamily="34" charset="0"/>
                        </a:rPr>
                        <a:t>Macro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3940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Aptos" panose="020B0004020202020204" pitchFamily="34" charset="0"/>
                        </a:rPr>
                        <a:t>0,01 a 0,1 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>
                          <a:latin typeface="Aptos" panose="020B0004020202020204" pitchFamily="34" charset="0"/>
                        </a:rPr>
                        <a:t>Semimicro</a:t>
                      </a:r>
                      <a:endParaRPr lang="pt-BR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1618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Aptos" panose="020B0004020202020204" pitchFamily="34" charset="0"/>
                        </a:rPr>
                        <a:t>0,001 g a 0,01 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Aptos" panose="020B0004020202020204" pitchFamily="34" charset="0"/>
                        </a:rPr>
                        <a:t>Micro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8330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Aptos" panose="020B0004020202020204" pitchFamily="34" charset="0"/>
                        </a:rPr>
                        <a:t>&lt; 10</a:t>
                      </a:r>
                      <a:r>
                        <a:rPr lang="pt-BR" baseline="30000" dirty="0">
                          <a:latin typeface="Aptos" panose="020B0004020202020204" pitchFamily="34" charset="0"/>
                        </a:rPr>
                        <a:t>-4</a:t>
                      </a:r>
                      <a:r>
                        <a:rPr lang="pt-BR" dirty="0">
                          <a:latin typeface="Aptos" panose="020B0004020202020204" pitchFamily="34" charset="0"/>
                        </a:rPr>
                        <a:t> 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>
                          <a:latin typeface="Aptos" panose="020B0004020202020204" pitchFamily="34" charset="0"/>
                        </a:rPr>
                        <a:t>Ultramicro</a:t>
                      </a:r>
                      <a:endParaRPr lang="pt-BR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05219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46851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DCF11-2A57-D32B-8C5A-EF738D287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C37DB1E-62FC-6EFC-085B-B244BA860D44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Seleção do Método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785F919-54CB-E38B-29D2-22EB6E46370E}"/>
              </a:ext>
            </a:extLst>
          </p:cNvPr>
          <p:cNvSpPr/>
          <p:nvPr/>
        </p:nvSpPr>
        <p:spPr>
          <a:xfrm>
            <a:off x="-1" y="813926"/>
            <a:ext cx="12191999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Clr>
                <a:schemeClr val="accent1">
                  <a:lumMod val="75000"/>
                </a:schemeClr>
              </a:buClr>
            </a:pPr>
            <a:r>
              <a:rPr lang="pt-BR" sz="28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Tipos de constituintes -</a:t>
            </a:r>
            <a:r>
              <a:rPr lang="pt-BR" sz="2800" dirty="0">
                <a:latin typeface="Aptos" panose="020B0004020202020204" pitchFamily="34" charset="0"/>
                <a:cs typeface="Arial" panose="020B0604020202020204" pitchFamily="34" charset="0"/>
              </a:rPr>
              <a:t> Os métodos analíticos clássicos (gravimetria e volumetria) são usados para determinar constituintes majoritários (constituintes presentes na faixa entre 1 a 100%). Exatidão de até 99% é alcançada com os métodos clássicos quando o analito representa mais de 10% da amostra. Para menores quantidades do analito na amostra, a exatidão diminui significativamente, sendo recomendado métodos mais exatos.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0B9D4801-F18B-2A28-2E68-A92B85E549C9}"/>
              </a:ext>
            </a:extLst>
          </p:cNvPr>
          <p:cNvGraphicFramePr>
            <a:graphicFrameLocks noGrp="1"/>
          </p:cNvGraphicFramePr>
          <p:nvPr/>
        </p:nvGraphicFramePr>
        <p:xfrm>
          <a:off x="2140857" y="3898295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3881792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2911737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Aptos" panose="020B0004020202020204" pitchFamily="34" charset="0"/>
                        </a:rPr>
                        <a:t>Dimensão da amostra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Aptos" panose="020B0004020202020204" pitchFamily="34" charset="0"/>
                        </a:rPr>
                        <a:t>Tipo de constituinte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1512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Aptos" panose="020B0004020202020204" pitchFamily="34" charset="0"/>
                        </a:rPr>
                        <a:t>1 % a 100 %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Aptos" panose="020B0004020202020204" pitchFamily="34" charset="0"/>
                        </a:rPr>
                        <a:t>Majoritário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3940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Aptos" panose="020B0004020202020204" pitchFamily="34" charset="0"/>
                        </a:rPr>
                        <a:t>0,01 % (100 </a:t>
                      </a:r>
                      <a:r>
                        <a:rPr lang="pt-BR" dirty="0" err="1">
                          <a:latin typeface="Aptos" panose="020B0004020202020204" pitchFamily="34" charset="0"/>
                        </a:rPr>
                        <a:t>ppm</a:t>
                      </a:r>
                      <a:r>
                        <a:rPr lang="pt-BR" dirty="0">
                          <a:latin typeface="Aptos" panose="020B0004020202020204" pitchFamily="34" charset="0"/>
                        </a:rPr>
                        <a:t>) a 1 %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Aptos" panose="020B0004020202020204" pitchFamily="34" charset="0"/>
                        </a:rPr>
                        <a:t>Minoritário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1618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Aptos" panose="020B0004020202020204" pitchFamily="34" charset="0"/>
                        </a:rPr>
                        <a:t>1 </a:t>
                      </a:r>
                      <a:r>
                        <a:rPr lang="pt-BR" dirty="0" err="1">
                          <a:latin typeface="Aptos" panose="020B0004020202020204" pitchFamily="34" charset="0"/>
                        </a:rPr>
                        <a:t>ppb</a:t>
                      </a:r>
                      <a:r>
                        <a:rPr lang="pt-BR" dirty="0">
                          <a:latin typeface="Aptos" panose="020B0004020202020204" pitchFamily="34" charset="0"/>
                        </a:rPr>
                        <a:t> a 100 </a:t>
                      </a:r>
                      <a:r>
                        <a:rPr lang="pt-BR" dirty="0" err="1">
                          <a:latin typeface="Aptos" panose="020B0004020202020204" pitchFamily="34" charset="0"/>
                        </a:rPr>
                        <a:t>ppm</a:t>
                      </a:r>
                      <a:endParaRPr lang="pt-BR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Aptos" panose="020B0004020202020204" pitchFamily="34" charset="0"/>
                        </a:rPr>
                        <a:t>Traço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8330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Aptos" panose="020B0004020202020204" pitchFamily="34" charset="0"/>
                        </a:rPr>
                        <a:t>&lt; 1 </a:t>
                      </a:r>
                      <a:r>
                        <a:rPr lang="pt-BR" dirty="0" err="1">
                          <a:latin typeface="Aptos" panose="020B0004020202020204" pitchFamily="34" charset="0"/>
                        </a:rPr>
                        <a:t>ppb</a:t>
                      </a:r>
                      <a:endParaRPr lang="pt-BR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>
                          <a:latin typeface="Aptos" panose="020B0004020202020204" pitchFamily="34" charset="0"/>
                        </a:rPr>
                        <a:t>Ultratraço</a:t>
                      </a:r>
                      <a:endParaRPr lang="pt-BR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05219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163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aixaDeTexto 26">
            <a:extLst>
              <a:ext uri="{FF2B5EF4-FFF2-40B4-BE49-F238E27FC236}">
                <a16:creationId xmlns:a16="http://schemas.microsoft.com/office/drawing/2014/main" id="{BEA59819-F555-F184-969C-E185361EFC32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Seleção do Método</a:t>
            </a:r>
          </a:p>
        </p:txBody>
      </p:sp>
      <p:graphicFrame>
        <p:nvGraphicFramePr>
          <p:cNvPr id="28" name="Diagrama 27">
            <a:extLst>
              <a:ext uri="{FF2B5EF4-FFF2-40B4-BE49-F238E27FC236}">
                <a16:creationId xmlns:a16="http://schemas.microsoft.com/office/drawing/2014/main" id="{D920D80A-15F2-69FA-B993-4C1E168F9A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75429879"/>
              </p:ext>
            </p:extLst>
          </p:nvPr>
        </p:nvGraphicFramePr>
        <p:xfrm>
          <a:off x="168728" y="718456"/>
          <a:ext cx="11854543" cy="23530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9" name="Retângulo 28">
            <a:extLst>
              <a:ext uri="{FF2B5EF4-FFF2-40B4-BE49-F238E27FC236}">
                <a16:creationId xmlns:a16="http://schemas.microsoft.com/office/drawing/2014/main" id="{67731E65-5A53-7212-263A-A77C6FAACDAB}"/>
              </a:ext>
            </a:extLst>
          </p:cNvPr>
          <p:cNvSpPr/>
          <p:nvPr/>
        </p:nvSpPr>
        <p:spPr>
          <a:xfrm>
            <a:off x="283029" y="3188301"/>
            <a:ext cx="4506686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200" dirty="0">
                <a:latin typeface="Aptos" panose="020B0004020202020204" pitchFamily="34" charset="0"/>
                <a:cs typeface="Arial" panose="020B0604020202020204" pitchFamily="34" charset="0"/>
              </a:rPr>
              <a:t>Baixo custo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200" dirty="0">
                <a:latin typeface="Aptos" panose="020B0004020202020204" pitchFamily="34" charset="0"/>
                <a:cs typeface="Arial" panose="020B0604020202020204" pitchFamily="34" charset="0"/>
              </a:rPr>
              <a:t>Aparelhagem de fácil aquisição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200" dirty="0">
                <a:latin typeface="Aptos" panose="020B0004020202020204" pitchFamily="34" charset="0"/>
                <a:cs typeface="Arial" panose="020B0604020202020204" pitchFamily="34" charset="0"/>
              </a:rPr>
              <a:t>Ideal para análises esporádicas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200" dirty="0">
                <a:latin typeface="Aptos" panose="020B0004020202020204" pitchFamily="34" charset="0"/>
                <a:cs typeface="Arial" panose="020B0604020202020204" pitchFamily="34" charset="0"/>
              </a:rPr>
              <a:t>Macro e </a:t>
            </a:r>
            <a:r>
              <a:rPr lang="pt-BR" sz="2200" dirty="0" err="1">
                <a:latin typeface="Aptos" panose="020B0004020202020204" pitchFamily="34" charset="0"/>
                <a:cs typeface="Arial" panose="020B0604020202020204" pitchFamily="34" charset="0"/>
              </a:rPr>
              <a:t>semimicro</a:t>
            </a:r>
            <a:r>
              <a:rPr lang="pt-BR" sz="2200" dirty="0">
                <a:latin typeface="Aptos" panose="020B0004020202020204" pitchFamily="34" charset="0"/>
                <a:cs typeface="Arial" panose="020B0604020202020204" pitchFamily="34" charset="0"/>
              </a:rPr>
              <a:t> análises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F5D9BEFC-3B39-29B4-BD63-7EB740DFCD15}"/>
              </a:ext>
            </a:extLst>
          </p:cNvPr>
          <p:cNvSpPr/>
          <p:nvPr/>
        </p:nvSpPr>
        <p:spPr>
          <a:xfrm>
            <a:off x="7402286" y="3188301"/>
            <a:ext cx="4637316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latin typeface="Aptos" panose="020B0004020202020204" pitchFamily="34" charset="0"/>
                <a:cs typeface="Arial" panose="020B0604020202020204" pitchFamily="34" charset="0"/>
              </a:rPr>
              <a:t>Ideal para rotina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latin typeface="Aptos" panose="020B0004020202020204" pitchFamily="34" charset="0"/>
                <a:cs typeface="Arial" panose="020B0604020202020204" pitchFamily="34" charset="0"/>
              </a:rPr>
              <a:t>Custo mais elevado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latin typeface="Aptos" panose="020B0004020202020204" pitchFamily="34" charset="0"/>
                <a:cs typeface="Arial" panose="020B0604020202020204" pitchFamily="34" charset="0"/>
              </a:rPr>
              <a:t>Pessoal treinado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latin typeface="Aptos" panose="020B0004020202020204" pitchFamily="34" charset="0"/>
                <a:cs typeface="Arial" panose="020B0604020202020204" pitchFamily="34" charset="0"/>
              </a:rPr>
              <a:t>Análise de traços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latin typeface="Aptos" panose="020B0004020202020204" pitchFamily="34" charset="0"/>
                <a:cs typeface="Arial" panose="020B0604020202020204" pitchFamily="34" charset="0"/>
              </a:rPr>
              <a:t>Necessita calibração do aparelho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latin typeface="Aptos" panose="020B0004020202020204" pitchFamily="34" charset="0"/>
                <a:cs typeface="Arial" panose="020B0604020202020204" pitchFamily="34" charset="0"/>
              </a:rPr>
              <a:t>Grande aplicação na indústria</a:t>
            </a:r>
          </a:p>
        </p:txBody>
      </p:sp>
    </p:spTree>
    <p:extLst>
      <p:ext uri="{BB962C8B-B14F-4D97-AF65-F5344CB8AC3E}">
        <p14:creationId xmlns:p14="http://schemas.microsoft.com/office/powerpoint/2010/main" val="11693941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94732-0530-22BA-6545-DDF0B5250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90431F0-64C5-4E51-0EB9-5317F8C8750E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Etapas envolvidas em uma análise química</a:t>
            </a:r>
          </a:p>
        </p:txBody>
      </p:sp>
      <p:graphicFrame>
        <p:nvGraphicFramePr>
          <p:cNvPr id="10" name="Diagrama 9">
            <a:extLst>
              <a:ext uri="{FF2B5EF4-FFF2-40B4-BE49-F238E27FC236}">
                <a16:creationId xmlns:a16="http://schemas.microsoft.com/office/drawing/2014/main" id="{0FE666C9-22A9-6276-7E14-D313B0FDC1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03574925"/>
              </p:ext>
            </p:extLst>
          </p:nvPr>
        </p:nvGraphicFramePr>
        <p:xfrm>
          <a:off x="0" y="601682"/>
          <a:ext cx="12104914" cy="55366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390902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3D441-FD3A-81D0-CCA5-61654ADB3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aixaDeTexto 26">
            <a:extLst>
              <a:ext uri="{FF2B5EF4-FFF2-40B4-BE49-F238E27FC236}">
                <a16:creationId xmlns:a16="http://schemas.microsoft.com/office/drawing/2014/main" id="{C8D2F71F-2CBB-6560-8CA1-0B5AC55F2401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Amostragem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0BF42A06-09EB-970E-42B7-1A17FBA5D3CE}"/>
              </a:ext>
            </a:extLst>
          </p:cNvPr>
          <p:cNvSpPr/>
          <p:nvPr/>
        </p:nvSpPr>
        <p:spPr>
          <a:xfrm>
            <a:off x="-1" y="807613"/>
            <a:ext cx="1219199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Clr>
                <a:schemeClr val="accent1">
                  <a:lumMod val="75000"/>
                </a:schemeClr>
              </a:buClr>
            </a:pP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A amostragem é o processo de coletar (seleção) uma pequena massa de material cuja composição represente exatamente o todo do material que está sendo amostrado. Frequentemente, a amostragem é a etapa mais difícil e a fonte dos maiores erros, principalmente quando o material a ser analisado for constituído por um grande volume de um líquido não homogêneo, assim como um lago, ou um sólido não homogêneo, como um minério ou um solo.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8A4290A-1559-716B-E479-439D6AA513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6810" y="3213791"/>
            <a:ext cx="4658375" cy="3086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5112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3D141-B566-0586-B6EC-60C3A4AF1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aixaDeTexto 26">
            <a:extLst>
              <a:ext uri="{FF2B5EF4-FFF2-40B4-BE49-F238E27FC236}">
                <a16:creationId xmlns:a16="http://schemas.microsoft.com/office/drawing/2014/main" id="{DFB125A1-2145-56D2-3F47-696160D8978F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Amostragem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64714AB-DA62-98E6-4CF0-85D16C89A774}"/>
              </a:ext>
            </a:extLst>
          </p:cNvPr>
          <p:cNvSpPr/>
          <p:nvPr/>
        </p:nvSpPr>
        <p:spPr>
          <a:xfrm>
            <a:off x="-1" y="1166842"/>
            <a:ext cx="1219199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Clr>
                <a:schemeClr val="accent1">
                  <a:lumMod val="75000"/>
                </a:schemeClr>
              </a:buClr>
            </a:pP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A análise de amostras reais é complicada devido ao efeito da </a:t>
            </a:r>
            <a:r>
              <a:rPr lang="pt-BR" sz="2400" b="1" dirty="0">
                <a:latin typeface="Aptos" panose="020B0004020202020204" pitchFamily="34" charset="0"/>
                <a:cs typeface="Arial" panose="020B0604020202020204" pitchFamily="34" charset="0"/>
              </a:rPr>
              <a:t>matriz da amostra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. A matriz são todos os outros componentes da amostra na qual o analito está contido. Essas espécies podem reagir com os mesmos reagentes, tal como o analito, ou podem provocar uma resposta instrumental que não pode ser facilmente distinguida daquela do analito. Esses efeitos interferem na determinação do analito.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10F2487-0836-2675-A2B7-983C26AE2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2582" y="3279414"/>
            <a:ext cx="5466835" cy="2826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1894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D3481-0B3F-F8D4-5C40-AB8BB9287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aixaDeTexto 26">
            <a:extLst>
              <a:ext uri="{FF2B5EF4-FFF2-40B4-BE49-F238E27FC236}">
                <a16:creationId xmlns:a16="http://schemas.microsoft.com/office/drawing/2014/main" id="{A535EFA1-864A-AA53-5FEF-1614067D6333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Amostragem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56407E1-EEEC-BB72-B07B-47FDE6765F10}"/>
              </a:ext>
            </a:extLst>
          </p:cNvPr>
          <p:cNvSpPr/>
          <p:nvPr/>
        </p:nvSpPr>
        <p:spPr>
          <a:xfrm>
            <a:off x="-1" y="945637"/>
            <a:ext cx="1219199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Clr>
                <a:schemeClr val="accent1">
                  <a:lumMod val="75000"/>
                </a:schemeClr>
              </a:buClr>
            </a:pP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A confiabilidade dos resultados finais da análise nunca será maior que a confiabilidade da etapa de amostragem. A amostragem é uma das operações mais importantes em uma análise química. A amostragem para uma análise química envolve, necessariamente, a estatística, uma vez que serão tiradas conclusões acerca de uma quantidade muito maior do material a partir de uma análise que envolve uma pequena amostra de laboratório.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D933BBD-2A98-BA40-989F-6F0BA8A69E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617" y="3429000"/>
            <a:ext cx="11336762" cy="212474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accent1">
                <a:lumMod val="75000"/>
              </a:schemeClr>
            </a:solidFill>
            <a:prstDash val="solid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80000"/>
              </a:lnSpc>
            </a:pP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As etapas envolvidas na obtenção de uma amostra de laboratório são:</a:t>
            </a:r>
          </a:p>
          <a:p>
            <a:pPr algn="just">
              <a:lnSpc>
                <a:spcPts val="1000"/>
              </a:lnSpc>
            </a:pPr>
            <a:endParaRPr lang="pt-BR" sz="2400" dirty="0">
              <a:latin typeface="Aptos" panose="020B0004020202020204" pitchFamily="34" charset="0"/>
            </a:endParaRPr>
          </a:p>
          <a:p>
            <a:pPr marL="457200" indent="-457200" algn="just">
              <a:lnSpc>
                <a:spcPct val="150000"/>
              </a:lnSpc>
              <a:buClr>
                <a:schemeClr val="accent1">
                  <a:lumMod val="75000"/>
                </a:schemeClr>
              </a:buClr>
              <a:buAutoNum type="arabicParenR"/>
            </a:pPr>
            <a:r>
              <a:rPr lang="pt-BR" sz="2400" dirty="0">
                <a:latin typeface="Aptos" panose="020B0004020202020204" pitchFamily="34" charset="0"/>
              </a:rPr>
              <a:t>População: identificar a população ou universo de análise</a:t>
            </a:r>
          </a:p>
          <a:p>
            <a:pPr marL="457200" indent="-457200" algn="just">
              <a:lnSpc>
                <a:spcPct val="150000"/>
              </a:lnSpc>
              <a:buClr>
                <a:schemeClr val="accent1">
                  <a:lumMod val="75000"/>
                </a:schemeClr>
              </a:buClr>
              <a:buAutoNum type="arabicParenR"/>
            </a:pPr>
            <a:r>
              <a:rPr lang="pt-BR" sz="2400" dirty="0">
                <a:latin typeface="Aptos" panose="020B0004020202020204" pitchFamily="34" charset="0"/>
              </a:rPr>
              <a:t>Amostra bruta: coletar a amostra bruta</a:t>
            </a:r>
          </a:p>
          <a:p>
            <a:pPr marL="457200" indent="-457200" algn="just">
              <a:lnSpc>
                <a:spcPct val="150000"/>
              </a:lnSpc>
              <a:buClr>
                <a:schemeClr val="accent1">
                  <a:lumMod val="75000"/>
                </a:schemeClr>
              </a:buClr>
              <a:buAutoNum type="arabicParenR"/>
            </a:pPr>
            <a:r>
              <a:rPr lang="pt-BR" sz="2400" dirty="0">
                <a:latin typeface="Aptos" panose="020B0004020202020204" pitchFamily="34" charset="0"/>
              </a:rPr>
              <a:t>Amostra de laboratório: Reduzir a amostra bruta para uma amostra de laboratório</a:t>
            </a:r>
          </a:p>
        </p:txBody>
      </p:sp>
    </p:spTree>
    <p:extLst>
      <p:ext uri="{BB962C8B-B14F-4D97-AF65-F5344CB8AC3E}">
        <p14:creationId xmlns:p14="http://schemas.microsoft.com/office/powerpoint/2010/main" val="8309763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E0F6D-799D-689F-48A0-71E2CB0C2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D824F92-C65A-492E-9E05-506AC528AE45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Etapas envolvidas em uma análise química</a:t>
            </a:r>
          </a:p>
        </p:txBody>
      </p:sp>
      <p:graphicFrame>
        <p:nvGraphicFramePr>
          <p:cNvPr id="10" name="Diagrama 9">
            <a:extLst>
              <a:ext uri="{FF2B5EF4-FFF2-40B4-BE49-F238E27FC236}">
                <a16:creationId xmlns:a16="http://schemas.microsoft.com/office/drawing/2014/main" id="{64C736FE-3324-D460-1E83-A80E8A5E9C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6858111"/>
              </p:ext>
            </p:extLst>
          </p:nvPr>
        </p:nvGraphicFramePr>
        <p:xfrm>
          <a:off x="0" y="601682"/>
          <a:ext cx="12104914" cy="55366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981639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2DC2B-859B-CF24-566B-AE7450639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aixaDeTexto 26">
            <a:extLst>
              <a:ext uri="{FF2B5EF4-FFF2-40B4-BE49-F238E27FC236}">
                <a16:creationId xmlns:a16="http://schemas.microsoft.com/office/drawing/2014/main" id="{46E9C5A3-C6CE-8ECC-E1C5-A03CF2DC9997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Tratamento da amostra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3C7BD9E-B87E-0FEE-1C7B-3F50E0283F3B}"/>
              </a:ext>
            </a:extLst>
          </p:cNvPr>
          <p:cNvSpPr/>
          <p:nvPr/>
        </p:nvSpPr>
        <p:spPr>
          <a:xfrm>
            <a:off x="1" y="1010601"/>
            <a:ext cx="1219199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Clr>
                <a:schemeClr val="accent1">
                  <a:lumMod val="75000"/>
                </a:schemeClr>
              </a:buClr>
            </a:pP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É o processo que converte uma amostra bruta em uma amostra homogênea de laboratório apropriada para a análise química. O preparo da amostra também se refere as etapas que eliminam as espécies interferentes que afetam a análise do analito. A maioria das medidas analíticas é realizada em soluções (geralmente aquosas) do analito.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80D7283-0C69-871D-9DE6-1F033C6FAE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618" y="3356755"/>
            <a:ext cx="11336762" cy="18764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accent1">
                <a:lumMod val="75000"/>
              </a:schemeClr>
            </a:solidFill>
            <a:prstDash val="solid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80000"/>
              </a:lnSpc>
            </a:pP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Interferentes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 são compostos que impedem a determinação direta do analito e que causam um erro na análise pelo aumento ou atenuação da quantidade que está sendo medida.</a:t>
            </a:r>
          </a:p>
          <a:p>
            <a:pPr algn="just">
              <a:lnSpc>
                <a:spcPct val="80000"/>
              </a:lnSpc>
            </a:pPr>
            <a:endParaRPr lang="pt-BR" sz="2400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pPr algn="just">
              <a:lnSpc>
                <a:spcPct val="80000"/>
              </a:lnSpc>
            </a:pP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Eliminação de interferência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: precipitação seletiva, mascaramento, oxidação</a:t>
            </a:r>
          </a:p>
          <a:p>
            <a:pPr algn="just">
              <a:lnSpc>
                <a:spcPct val="80000"/>
              </a:lnSpc>
            </a:pPr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(redução) seletiva, extração com solvente, troca iônica, cromatografia, entre outros.</a:t>
            </a:r>
            <a:endParaRPr lang="pt-BR" sz="24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0882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CA9EE-0A9D-A32C-9886-54D9DF62F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aixaDeTexto 26">
            <a:extLst>
              <a:ext uri="{FF2B5EF4-FFF2-40B4-BE49-F238E27FC236}">
                <a16:creationId xmlns:a16="http://schemas.microsoft.com/office/drawing/2014/main" id="{C84722EC-4736-BBCF-473E-2DE5B87A04F6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Tratamento da amostra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F739B34-ACC8-EA70-5A82-7A30681BF60E}"/>
              </a:ext>
            </a:extLst>
          </p:cNvPr>
          <p:cNvSpPr/>
          <p:nvPr/>
        </p:nvSpPr>
        <p:spPr>
          <a:xfrm>
            <a:off x="-1" y="1166842"/>
            <a:ext cx="12191999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Clr>
                <a:schemeClr val="accent1">
                  <a:lumMod val="75000"/>
                </a:schemeClr>
              </a:buClr>
            </a:pP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Os quatro métodos gerais de decomposição de amostras sólidas e líquidas, para a obtenção de uma solução aquosa do analito incluem:</a:t>
            </a:r>
          </a:p>
          <a:p>
            <a:pPr algn="just">
              <a:buClr>
                <a:schemeClr val="accent1">
                  <a:lumMod val="75000"/>
                </a:schemeClr>
              </a:buClr>
            </a:pPr>
            <a:endParaRPr lang="pt-BR" sz="24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buClr>
                <a:schemeClr val="accent1">
                  <a:lumMod val="75000"/>
                </a:schemeClr>
              </a:buClr>
              <a:buFont typeface="+mj-lt"/>
              <a:buAutoNum type="arabicPeriod"/>
            </a:pP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Aquecimento com ácidos fortes aquosos (ou, ocasionalmente, bases) em frascos abertos;</a:t>
            </a:r>
          </a:p>
          <a:p>
            <a:pPr marL="457200" indent="-457200" algn="just">
              <a:buClr>
                <a:schemeClr val="accent1">
                  <a:lumMod val="75000"/>
                </a:schemeClr>
              </a:buClr>
              <a:buFont typeface="+mj-lt"/>
              <a:buAutoNum type="arabicPeriod"/>
            </a:pPr>
            <a:endParaRPr lang="pt-BR" sz="24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buClr>
                <a:schemeClr val="accent1">
                  <a:lumMod val="75000"/>
                </a:schemeClr>
              </a:buClr>
              <a:buFont typeface="+mj-lt"/>
              <a:buAutoNum type="arabicPeriod"/>
            </a:pP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Aquecimento por micro-ondas na presença de ácidos;</a:t>
            </a:r>
          </a:p>
          <a:p>
            <a:pPr marL="457200" indent="-457200" algn="just">
              <a:buClr>
                <a:schemeClr val="accent1">
                  <a:lumMod val="75000"/>
                </a:schemeClr>
              </a:buClr>
              <a:buFont typeface="+mj-lt"/>
              <a:buAutoNum type="arabicPeriod"/>
            </a:pPr>
            <a:endParaRPr lang="pt-BR" sz="24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buClr>
                <a:schemeClr val="accent1">
                  <a:lumMod val="75000"/>
                </a:schemeClr>
              </a:buClr>
              <a:buFont typeface="+mj-lt"/>
              <a:buAutoNum type="arabicPeriod"/>
            </a:pP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Fusão em meios salinos fundidos;</a:t>
            </a:r>
          </a:p>
          <a:p>
            <a:pPr marL="457200" indent="-457200" algn="just">
              <a:buClr>
                <a:schemeClr val="accent1">
                  <a:lumMod val="75000"/>
                </a:schemeClr>
              </a:buClr>
              <a:buFont typeface="+mj-lt"/>
              <a:buAutoNum type="arabicPeriod"/>
            </a:pPr>
            <a:endParaRPr lang="pt-BR" sz="24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buClr>
                <a:schemeClr val="accent1">
                  <a:lumMod val="75000"/>
                </a:schemeClr>
              </a:buClr>
              <a:buFont typeface="+mj-lt"/>
              <a:buAutoNum type="arabicPeriod"/>
            </a:pP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Ignição sob altas temperaturas na presença de ar ou oxigênio.</a:t>
            </a:r>
          </a:p>
        </p:txBody>
      </p:sp>
    </p:spTree>
    <p:extLst>
      <p:ext uri="{BB962C8B-B14F-4D97-AF65-F5344CB8AC3E}">
        <p14:creationId xmlns:p14="http://schemas.microsoft.com/office/powerpoint/2010/main" val="42464946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B8D8B-5DB6-7BCA-1651-5B98C59F6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aixaDeTexto 26">
            <a:extLst>
              <a:ext uri="{FF2B5EF4-FFF2-40B4-BE49-F238E27FC236}">
                <a16:creationId xmlns:a16="http://schemas.microsoft.com/office/drawing/2014/main" id="{9A5B4000-DE01-5EA4-D178-400BBE3CC13E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Tratamento da amostra</a:t>
            </a:r>
          </a:p>
        </p:txBody>
      </p:sp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F8CFFB5E-835B-698D-F5A1-F17DA94355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79437392"/>
              </p:ext>
            </p:extLst>
          </p:nvPr>
        </p:nvGraphicFramePr>
        <p:xfrm>
          <a:off x="168728" y="718456"/>
          <a:ext cx="11854543" cy="5410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378300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7ECD9-5B9B-D3F9-F862-365246138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EF5DCD0-5603-382F-C4B5-31B314CCFEE7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Etapas envolvidas em uma análise química</a:t>
            </a:r>
          </a:p>
        </p:txBody>
      </p:sp>
      <p:graphicFrame>
        <p:nvGraphicFramePr>
          <p:cNvPr id="10" name="Diagrama 9">
            <a:extLst>
              <a:ext uri="{FF2B5EF4-FFF2-40B4-BE49-F238E27FC236}">
                <a16:creationId xmlns:a16="http://schemas.microsoft.com/office/drawing/2014/main" id="{C59C29B7-6646-91BB-7227-D21F1C529A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47833987"/>
              </p:ext>
            </p:extLst>
          </p:nvPr>
        </p:nvGraphicFramePr>
        <p:xfrm>
          <a:off x="0" y="601682"/>
          <a:ext cx="12104914" cy="55366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074171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3FC1E-47E6-838E-3E53-4DD75BCAC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aixaDeTexto 26">
            <a:extLst>
              <a:ext uri="{FF2B5EF4-FFF2-40B4-BE49-F238E27FC236}">
                <a16:creationId xmlns:a16="http://schemas.microsoft.com/office/drawing/2014/main" id="{537F2BF5-91BC-63CC-FB64-044B68D7832D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 Medida Analítica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31C00E77-9F2E-85F3-9F75-1C9591BB2D20}"/>
              </a:ext>
            </a:extLst>
          </p:cNvPr>
          <p:cNvSpPr/>
          <p:nvPr/>
        </p:nvSpPr>
        <p:spPr>
          <a:xfrm>
            <a:off x="-1" y="762506"/>
            <a:ext cx="1219199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Clr>
                <a:schemeClr val="accent1">
                  <a:lumMod val="75000"/>
                </a:schemeClr>
              </a:buClr>
            </a:pP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Medição da quantidade de analito na amostra através da análise de pequenas porções para teste (ou alíquotas) da amostra em réplicas.</a:t>
            </a:r>
          </a:p>
        </p:txBody>
      </p:sp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C21B39CD-1955-DEDA-CF39-E42E5781E2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23375847"/>
              </p:ext>
            </p:extLst>
          </p:nvPr>
        </p:nvGraphicFramePr>
        <p:xfrm>
          <a:off x="168728" y="1932316"/>
          <a:ext cx="11854543" cy="40116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760133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3C50F-5B58-331F-8D1F-F83033FE6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6C6A611-6694-3B4E-F82B-E03E3A5BA86F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Etapas envolvidas em uma análise química</a:t>
            </a:r>
          </a:p>
        </p:txBody>
      </p:sp>
      <p:graphicFrame>
        <p:nvGraphicFramePr>
          <p:cNvPr id="10" name="Diagrama 9">
            <a:extLst>
              <a:ext uri="{FF2B5EF4-FFF2-40B4-BE49-F238E27FC236}">
                <a16:creationId xmlns:a16="http://schemas.microsoft.com/office/drawing/2014/main" id="{2F975A11-165F-5FAB-9759-4B9ECF11DB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15977892"/>
              </p:ext>
            </p:extLst>
          </p:nvPr>
        </p:nvGraphicFramePr>
        <p:xfrm>
          <a:off x="0" y="601682"/>
          <a:ext cx="12104914" cy="55366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630308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7C7A6-FB4A-F77F-6446-895FB42B0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BB812A3-A683-5E7A-98C7-D85F83798D40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Cálculos em química analítica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EEBD29E-37D5-9476-A69D-5B74B6F8F2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619" y="1121426"/>
            <a:ext cx="11336762" cy="134806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accent1">
                <a:lumMod val="75000"/>
              </a:schemeClr>
            </a:solidFill>
            <a:prstDash val="solid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80000"/>
              </a:lnSpc>
            </a:pP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Massa (m): </a:t>
            </a:r>
            <a:r>
              <a:rPr lang="pt-BR" sz="2400" dirty="0">
                <a:latin typeface="Aptos" panose="020B0004020202020204" pitchFamily="34" charset="0"/>
              </a:rPr>
              <a:t>Medida invariável da quantidade de matéria contida em um objeto. Unidade (SI): </a:t>
            </a:r>
            <a:r>
              <a:rPr lang="pt-BR" sz="2400" dirty="0" err="1">
                <a:latin typeface="Aptos" panose="020B0004020202020204" pitchFamily="34" charset="0"/>
              </a:rPr>
              <a:t>Kilograma</a:t>
            </a:r>
            <a:r>
              <a:rPr lang="pt-BR" sz="2400" dirty="0">
                <a:latin typeface="Aptos" panose="020B0004020202020204" pitchFamily="34" charset="0"/>
              </a:rPr>
              <a:t> (Kg). </a:t>
            </a:r>
          </a:p>
          <a:p>
            <a:pPr algn="just">
              <a:lnSpc>
                <a:spcPct val="80000"/>
              </a:lnSpc>
            </a:pPr>
            <a:endParaRPr lang="pt-BR" sz="2400" dirty="0">
              <a:latin typeface="Aptos" panose="020B0004020202020204" pitchFamily="34" charset="0"/>
            </a:endParaRPr>
          </a:p>
          <a:p>
            <a:pPr algn="just"/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Peso: </a:t>
            </a:r>
            <a:r>
              <a:rPr lang="pt-BR" sz="2400" dirty="0">
                <a:latin typeface="Aptos" panose="020B0004020202020204" pitchFamily="34" charset="0"/>
              </a:rPr>
              <a:t>Força de atração entre um objeto e sua vizinhança. Unidade (SI): Newton (N).</a:t>
            </a:r>
          </a:p>
        </p:txBody>
      </p:sp>
      <p:graphicFrame>
        <p:nvGraphicFramePr>
          <p:cNvPr id="4" name="Group 3">
            <a:extLst>
              <a:ext uri="{FF2B5EF4-FFF2-40B4-BE49-F238E27FC236}">
                <a16:creationId xmlns:a16="http://schemas.microsoft.com/office/drawing/2014/main" id="{A4B7F810-406E-2A17-9984-F2EDE5B590A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35155103"/>
              </p:ext>
            </p:extLst>
          </p:nvPr>
        </p:nvGraphicFramePr>
        <p:xfrm>
          <a:off x="1065838" y="3024349"/>
          <a:ext cx="3917839" cy="272833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3917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47282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Conversão</a:t>
                      </a:r>
                      <a:r>
                        <a:rPr kumimoji="0" lang="en-US" sz="2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 entre </a:t>
                      </a:r>
                      <a:r>
                        <a:rPr kumimoji="0" lang="en-US" sz="2400" b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unidades</a:t>
                      </a:r>
                      <a:r>
                        <a:rPr kumimoji="0" lang="en-US" sz="2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 de </a:t>
                      </a:r>
                      <a:r>
                        <a:rPr kumimoji="0" lang="en-US" sz="2400" b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massa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06755" marR="106755" marT="53377" marB="53377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01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1kg = 10</a:t>
                      </a:r>
                      <a:r>
                        <a:rPr kumimoji="0" lang="en-US" sz="240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3</a:t>
                      </a: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g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06755" marR="106755" marT="53377" marB="53377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701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1g = 10</a:t>
                      </a:r>
                      <a:r>
                        <a:rPr kumimoji="0" lang="en-US" sz="240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3</a:t>
                      </a: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mg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06755" marR="106755" marT="53377" marB="53377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701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1g = 10</a:t>
                      </a:r>
                      <a:r>
                        <a:rPr kumimoji="0" lang="en-US" sz="240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6</a:t>
                      </a: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µg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06755" marR="106755" marT="53377" marB="53377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701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4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1mg = 10</a:t>
                      </a:r>
                      <a:r>
                        <a:rPr kumimoji="0" lang="pt-BR" sz="240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3</a:t>
                      </a:r>
                      <a:r>
                        <a:rPr kumimoji="0" lang="pt-BR" sz="24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µg</a:t>
                      </a:r>
                      <a:endParaRPr kumimoji="0" lang="pt-B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06755" marR="106755" marT="53377" marB="53377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D77F486D-912F-A5FE-A84C-4294D3D985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8585405"/>
              </p:ext>
            </p:extLst>
          </p:nvPr>
        </p:nvGraphicFramePr>
        <p:xfrm>
          <a:off x="6570105" y="2989231"/>
          <a:ext cx="4556057" cy="2728330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23310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50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5666">
                <a:tc gridSpan="2"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ptos" panose="020B0004020202020204" pitchFamily="34" charset="0"/>
                        </a:rPr>
                        <a:t>1 kg na Terra equivale a:</a:t>
                      </a:r>
                    </a:p>
                  </a:txBody>
                  <a:tcPr marL="101606" marR="101606" marT="50803" marB="50803"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5666"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ptos" panose="020B0004020202020204" pitchFamily="34" charset="0"/>
                        </a:rPr>
                        <a:t>9,8 N</a:t>
                      </a:r>
                    </a:p>
                  </a:txBody>
                  <a:tcPr marL="134548" marR="134548" marT="67274" marB="6727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ptos" panose="020B0004020202020204" pitchFamily="34" charset="0"/>
                        </a:rPr>
                        <a:t>Terra</a:t>
                      </a:r>
                    </a:p>
                  </a:txBody>
                  <a:tcPr marL="134548" marR="134548" marT="67274" marB="6727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5666"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ptos" panose="020B0004020202020204" pitchFamily="34" charset="0"/>
                        </a:rPr>
                        <a:t>1,6 N</a:t>
                      </a:r>
                    </a:p>
                  </a:txBody>
                  <a:tcPr marL="134548" marR="134548" marT="67274" marB="6727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ptos" panose="020B0004020202020204" pitchFamily="34" charset="0"/>
                        </a:rPr>
                        <a:t>Lua</a:t>
                      </a:r>
                    </a:p>
                  </a:txBody>
                  <a:tcPr marL="134548" marR="134548" marT="67274" marB="6727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5666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Aptos" panose="020B0004020202020204" pitchFamily="34" charset="0"/>
                        </a:rPr>
                        <a:t>3,73 N</a:t>
                      </a:r>
                    </a:p>
                  </a:txBody>
                  <a:tcPr marL="134548" marR="134548" marT="67274" marB="6727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Aptos" panose="020B0004020202020204" pitchFamily="34" charset="0"/>
                        </a:rPr>
                        <a:t>Marte</a:t>
                      </a:r>
                    </a:p>
                  </a:txBody>
                  <a:tcPr marL="134548" marR="134548" marT="67274" marB="6727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5666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Aptos" panose="020B0004020202020204" pitchFamily="34" charset="0"/>
                        </a:rPr>
                        <a:t>25,93 N</a:t>
                      </a:r>
                    </a:p>
                  </a:txBody>
                  <a:tcPr marL="134548" marR="134548" marT="67274" marB="6727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Aptos" panose="020B0004020202020204" pitchFamily="34" charset="0"/>
                        </a:rPr>
                        <a:t>Júpiter</a:t>
                      </a:r>
                    </a:p>
                  </a:txBody>
                  <a:tcPr marL="134548" marR="134548" marT="67274" marB="6727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3139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D9E1A-2FA7-C7BB-D9E2-534070D0C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10A8565-B090-4091-0347-FB5DD93879EB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Cálculos em química analítica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D7A6932-4B31-1922-F380-3CDFAB6CCA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619" y="1461602"/>
            <a:ext cx="5668381" cy="15810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accent1">
                <a:lumMod val="75000"/>
              </a:schemeClr>
            </a:solidFill>
            <a:prstDash val="solid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80000"/>
              </a:lnSpc>
            </a:pP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Volume (V): </a:t>
            </a:r>
            <a:r>
              <a:rPr lang="pt-BR" sz="2400" dirty="0">
                <a:latin typeface="Aptos" panose="020B0004020202020204" pitchFamily="34" charset="0"/>
              </a:rPr>
              <a:t>Espaço ocupado por um corpo tridimensional. Unidade (SI): m3 (sólidos), L (líquidos). </a:t>
            </a:r>
          </a:p>
          <a:p>
            <a:pPr algn="just">
              <a:lnSpc>
                <a:spcPct val="80000"/>
              </a:lnSpc>
            </a:pPr>
            <a:endParaRPr lang="pt-BR" sz="2400" b="1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pPr algn="ctr">
              <a:lnSpc>
                <a:spcPct val="80000"/>
              </a:lnSpc>
            </a:pP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1 m</a:t>
            </a:r>
            <a:r>
              <a:rPr lang="pt-BR" sz="2400" b="1" baseline="30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3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 = 1000 L</a:t>
            </a:r>
          </a:p>
        </p:txBody>
      </p:sp>
      <p:graphicFrame>
        <p:nvGraphicFramePr>
          <p:cNvPr id="6" name="Group 3">
            <a:extLst>
              <a:ext uri="{FF2B5EF4-FFF2-40B4-BE49-F238E27FC236}">
                <a16:creationId xmlns:a16="http://schemas.microsoft.com/office/drawing/2014/main" id="{4B1D5978-A9D2-58BF-D348-97A6BE052E2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35805764"/>
              </p:ext>
            </p:extLst>
          </p:nvPr>
        </p:nvGraphicFramePr>
        <p:xfrm>
          <a:off x="6313714" y="1107069"/>
          <a:ext cx="5450667" cy="2290076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5450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1276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Conversão</a:t>
                      </a:r>
                      <a:r>
                        <a:rPr kumimoji="0" lang="en-US" sz="2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 entre </a:t>
                      </a:r>
                      <a:r>
                        <a:rPr kumimoji="0" lang="en-US" sz="2400" b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unidades</a:t>
                      </a:r>
                      <a:r>
                        <a:rPr kumimoji="0" lang="en-US" sz="2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 de volume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666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1L = 10</a:t>
                      </a:r>
                      <a:r>
                        <a:rPr kumimoji="0" lang="en-US" sz="2400" b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3</a:t>
                      </a:r>
                      <a:r>
                        <a:rPr kumimoji="0" lang="en-US" sz="2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mL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7666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1mL = 10</a:t>
                      </a:r>
                      <a:r>
                        <a:rPr kumimoji="0" lang="en-US" sz="2400" b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3</a:t>
                      </a:r>
                      <a:r>
                        <a:rPr kumimoji="0" lang="en-US" sz="2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µL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7666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1L = 10</a:t>
                      </a:r>
                      <a:r>
                        <a:rPr kumimoji="0" lang="en-US" sz="2400" b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6</a:t>
                      </a:r>
                      <a:r>
                        <a:rPr kumimoji="0" lang="en-US" sz="2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µL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7666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1L = 10</a:t>
                      </a:r>
                      <a:r>
                        <a:rPr kumimoji="0" lang="pt-BR" sz="2400" b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9</a:t>
                      </a:r>
                      <a:r>
                        <a:rPr kumimoji="0" lang="pt-BR" sz="2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nL</a:t>
                      </a:r>
                      <a:endParaRPr kumimoji="0" lang="pt-B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CaixaDeTexto 6">
            <a:extLst>
              <a:ext uri="{FF2B5EF4-FFF2-40B4-BE49-F238E27FC236}">
                <a16:creationId xmlns:a16="http://schemas.microsoft.com/office/drawing/2014/main" id="{E32CC5D0-DC00-B8D9-06ED-F4DC2A6AF2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619" y="4033538"/>
            <a:ext cx="11336762" cy="171739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accent1">
                <a:lumMod val="75000"/>
              </a:schemeClr>
            </a:solidFill>
            <a:prstDash val="solid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80000"/>
              </a:lnSpc>
            </a:pP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Mol: </a:t>
            </a:r>
            <a:r>
              <a:rPr lang="pt-BR" sz="2400" dirty="0">
                <a:latin typeface="Aptos" panose="020B0004020202020204" pitchFamily="34" charset="0"/>
              </a:rPr>
              <a:t>É a quantidade de matéria de uma espécie química que contém 6,02x10</a:t>
            </a:r>
            <a:r>
              <a:rPr lang="pt-BR" sz="2400" baseline="30000" dirty="0">
                <a:latin typeface="Aptos" panose="020B0004020202020204" pitchFamily="34" charset="0"/>
              </a:rPr>
              <a:t>23</a:t>
            </a:r>
            <a:r>
              <a:rPr lang="pt-BR" sz="2400" dirty="0">
                <a:latin typeface="Aptos" panose="020B0004020202020204" pitchFamily="34" charset="0"/>
              </a:rPr>
              <a:t> partículas (átomos, moléculas, íons, elétrons).</a:t>
            </a:r>
          </a:p>
          <a:p>
            <a:pPr algn="just">
              <a:lnSpc>
                <a:spcPct val="80000"/>
              </a:lnSpc>
            </a:pPr>
            <a:endParaRPr lang="pt-BR" sz="2400" dirty="0">
              <a:latin typeface="Aptos" panose="020B0004020202020204" pitchFamily="34" charset="0"/>
            </a:endParaRPr>
          </a:p>
          <a:p>
            <a:pPr algn="just"/>
            <a:r>
              <a:rPr lang="pt-BR" sz="2400" b="1" dirty="0" err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Milimol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: </a:t>
            </a:r>
            <a:r>
              <a:rPr lang="pt-BR" sz="2400" dirty="0">
                <a:latin typeface="Aptos" panose="020B0004020202020204" pitchFamily="34" charset="0"/>
              </a:rPr>
              <a:t>Corresponde à milésima parte do mol. Conveniente para cálculos que envolvam volumes em mililitro (</a:t>
            </a:r>
            <a:r>
              <a:rPr lang="pt-BR" sz="2400" dirty="0" err="1">
                <a:latin typeface="Aptos" panose="020B0004020202020204" pitchFamily="34" charset="0"/>
              </a:rPr>
              <a:t>mL</a:t>
            </a:r>
            <a:r>
              <a:rPr lang="pt-BR" sz="2400" dirty="0">
                <a:latin typeface="Aptos" panose="020B0004020202020204" pitchFamily="34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9985132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282BB-280F-EC4E-A33D-F2A9FA4FB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CDBCF1A-34E1-E1B2-3AB2-57BB0705AEA8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Cálculos em química analítica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9DC9D39-0CB2-21F4-B15D-DC9A8C98C9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618" y="1225024"/>
            <a:ext cx="11336762" cy="99007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accent1">
                <a:lumMod val="75000"/>
              </a:schemeClr>
            </a:solidFill>
            <a:prstDash val="solid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80000"/>
              </a:lnSpc>
            </a:pP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Massa molar (M ou MM): </a:t>
            </a:r>
            <a:r>
              <a:rPr lang="pt-BR" sz="2400" dirty="0">
                <a:latin typeface="Aptos" panose="020B0004020202020204" pitchFamily="34" charset="0"/>
              </a:rPr>
              <a:t>Corresponde a massa de 1 mol de uma espécie química. É calculada pela soma das massas atômicas de todos os átomos que aparecem em uma fórmula química.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3412E25-5E3C-1736-522A-1DB8DF4524AA}"/>
              </a:ext>
            </a:extLst>
          </p:cNvPr>
          <p:cNvSpPr/>
          <p:nvPr/>
        </p:nvSpPr>
        <p:spPr>
          <a:xfrm>
            <a:off x="427619" y="2403973"/>
            <a:ext cx="11336762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Clr>
                <a:schemeClr val="accent1">
                  <a:lumMod val="75000"/>
                </a:schemeClr>
              </a:buClr>
            </a:pP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Exemplo 1:</a:t>
            </a:r>
          </a:p>
          <a:p>
            <a:pPr algn="just">
              <a:buClr>
                <a:schemeClr val="accent1">
                  <a:lumMod val="75000"/>
                </a:schemeClr>
              </a:buClr>
            </a:pPr>
            <a:endParaRPr lang="pt-BR" sz="24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buClr>
                <a:schemeClr val="accent1">
                  <a:lumMod val="75000"/>
                </a:schemeClr>
              </a:buClr>
            </a:pP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Cálculo da massa molar do carbonato de cálcio (CaCO</a:t>
            </a:r>
            <a:r>
              <a:rPr lang="pt-BR" sz="2400" baseline="-25000" dirty="0">
                <a:latin typeface="Aptos" panose="020B0004020202020204" pitchFamily="34" charset="0"/>
                <a:cs typeface="Arial" panose="020B0604020202020204" pitchFamily="34" charset="0"/>
              </a:rPr>
              <a:t>3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):</a:t>
            </a:r>
          </a:p>
          <a:p>
            <a:pPr algn="just">
              <a:buClr>
                <a:schemeClr val="accent1">
                  <a:lumMod val="75000"/>
                </a:schemeClr>
              </a:buClr>
            </a:pPr>
            <a:endParaRPr lang="pt-BR" sz="24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algn="ctr">
              <a:buClr>
                <a:schemeClr val="accent1">
                  <a:lumMod val="75000"/>
                </a:schemeClr>
              </a:buClr>
            </a:pPr>
            <a:r>
              <a:rPr lang="pt-BR" sz="2400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Massas atômicas (em unidade de massa atômica unificada – u)*:</a:t>
            </a:r>
          </a:p>
          <a:p>
            <a:pPr algn="ctr">
              <a:buClr>
                <a:schemeClr val="accent1">
                  <a:lumMod val="75000"/>
                </a:schemeClr>
              </a:buClr>
            </a:pPr>
            <a:endParaRPr lang="pt-BR" sz="2400" dirty="0">
              <a:solidFill>
                <a:schemeClr val="accent1">
                  <a:lumMod val="75000"/>
                </a:schemeClr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algn="ctr">
              <a:buClr>
                <a:schemeClr val="accent1">
                  <a:lumMod val="75000"/>
                </a:schemeClr>
              </a:buClr>
            </a:pPr>
            <a:r>
              <a:rPr lang="pt-BR" sz="2400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 C = 12,0107;    O = 15,9994;    Ca = 40,078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 </a:t>
            </a:r>
          </a:p>
          <a:p>
            <a:pPr algn="just">
              <a:buClr>
                <a:schemeClr val="accent1">
                  <a:lumMod val="75000"/>
                </a:schemeClr>
              </a:buClr>
            </a:pPr>
            <a:endParaRPr lang="pt-BR" sz="2400" dirty="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7B99640-6DF6-72F7-9430-6F1E4A4BFCFB}"/>
              </a:ext>
            </a:extLst>
          </p:cNvPr>
          <p:cNvSpPr/>
          <p:nvPr/>
        </p:nvSpPr>
        <p:spPr>
          <a:xfrm>
            <a:off x="3323903" y="5450961"/>
            <a:ext cx="5544191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Resposta: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itchFamily="18" charset="2"/>
              </a:rPr>
              <a:t> M CaCO</a:t>
            </a:r>
            <a:r>
              <a:rPr lang="pt-BR" sz="2400" baseline="-25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itchFamily="18" charset="2"/>
              </a:rPr>
              <a:t>3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itchFamily="18" charset="2"/>
              </a:rPr>
              <a:t> = 100,087 g/mol</a:t>
            </a:r>
            <a:endParaRPr lang="pt-BR" sz="2400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2732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C591D-B471-C461-FAAA-BE4E25F8A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0E37FE4-4777-3611-A75C-4F481BF3E356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Cálculos em química analítica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DC53A37-1617-4823-81A1-843BC54626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474" y="961593"/>
            <a:ext cx="5799012" cy="217194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accent1">
                <a:lumMod val="75000"/>
              </a:schemeClr>
            </a:solidFill>
            <a:prstDash val="solid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80000"/>
              </a:lnSpc>
            </a:pP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Número de mols (n): </a:t>
            </a:r>
            <a:r>
              <a:rPr lang="pt-BR" sz="2400" dirty="0">
                <a:latin typeface="Aptos" panose="020B0004020202020204" pitchFamily="34" charset="0"/>
              </a:rPr>
              <a:t>É determinado pela razão entre a massa e a massa molar de uma espécie química. </a:t>
            </a:r>
          </a:p>
          <a:p>
            <a:pPr algn="just">
              <a:lnSpc>
                <a:spcPct val="80000"/>
              </a:lnSpc>
            </a:pPr>
            <a:endParaRPr lang="pt-BR" sz="2400" dirty="0">
              <a:latin typeface="Aptos" panose="020B0004020202020204" pitchFamily="34" charset="0"/>
            </a:endParaRPr>
          </a:p>
          <a:p>
            <a:pPr algn="just">
              <a:lnSpc>
                <a:spcPct val="80000"/>
              </a:lnSpc>
            </a:pP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Número de </a:t>
            </a:r>
            <a:r>
              <a:rPr lang="pt-BR" sz="2400" b="1" dirty="0" err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milimols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 (n): </a:t>
            </a:r>
            <a:r>
              <a:rPr lang="pt-BR" sz="2400" dirty="0">
                <a:latin typeface="Aptos" panose="020B0004020202020204" pitchFamily="34" charset="0"/>
              </a:rPr>
              <a:t>É determinado pela razão entre a massa e a massa </a:t>
            </a:r>
            <a:r>
              <a:rPr lang="pt-BR" sz="2400" dirty="0" err="1">
                <a:latin typeface="Aptos" panose="020B0004020202020204" pitchFamily="34" charset="0"/>
              </a:rPr>
              <a:t>milimolar</a:t>
            </a:r>
            <a:r>
              <a:rPr lang="pt-BR" sz="2400" dirty="0">
                <a:latin typeface="Aptos" panose="020B0004020202020204" pitchFamily="34" charset="0"/>
              </a:rPr>
              <a:t> (</a:t>
            </a:r>
            <a:r>
              <a:rPr lang="pt-BR" sz="2400" dirty="0" err="1">
                <a:latin typeface="Aptos" panose="020B0004020202020204" pitchFamily="34" charset="0"/>
              </a:rPr>
              <a:t>mM</a:t>
            </a:r>
            <a:r>
              <a:rPr lang="pt-BR" sz="2400" dirty="0">
                <a:latin typeface="Aptos" panose="020B0004020202020204" pitchFamily="34" charset="0"/>
              </a:rPr>
              <a:t>) de uma espécie química.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86C4956B-B61F-D2C6-0221-AB1EABEBF44E}"/>
                  </a:ext>
                </a:extLst>
              </p:cNvPr>
              <p:cNvSpPr txBox="1"/>
              <p:nvPr/>
            </p:nvSpPr>
            <p:spPr>
              <a:xfrm>
                <a:off x="6818785" y="971486"/>
                <a:ext cx="1101520" cy="6949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86C4956B-B61F-D2C6-0221-AB1EABEBF4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8785" y="971486"/>
                <a:ext cx="1101520" cy="69493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FCBE5290-0D41-278D-B232-60FE13213AA7}"/>
                  </a:ext>
                </a:extLst>
              </p:cNvPr>
              <p:cNvSpPr txBox="1"/>
              <p:nvPr/>
            </p:nvSpPr>
            <p:spPr>
              <a:xfrm>
                <a:off x="6818785" y="2325139"/>
                <a:ext cx="1344792" cy="6949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𝑚𝑀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FCBE5290-0D41-278D-B232-60FE13213A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8785" y="2325139"/>
                <a:ext cx="1344792" cy="69493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01D20C06-F6CC-0E91-A8DA-1CC2CC5B1057}"/>
                  </a:ext>
                </a:extLst>
              </p:cNvPr>
              <p:cNvSpPr txBox="1"/>
              <p:nvPr/>
            </p:nvSpPr>
            <p:spPr>
              <a:xfrm>
                <a:off x="9254752" y="1633731"/>
                <a:ext cx="1749133" cy="691408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𝑚𝑀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01D20C06-F6CC-0E91-A8DA-1CC2CC5B10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4752" y="1633731"/>
                <a:ext cx="1749133" cy="69140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tângulo 8">
            <a:extLst>
              <a:ext uri="{FF2B5EF4-FFF2-40B4-BE49-F238E27FC236}">
                <a16:creationId xmlns:a16="http://schemas.microsoft.com/office/drawing/2014/main" id="{A13AC719-70EB-CBDC-1E8F-C8C721734972}"/>
              </a:ext>
            </a:extLst>
          </p:cNvPr>
          <p:cNvSpPr/>
          <p:nvPr/>
        </p:nvSpPr>
        <p:spPr>
          <a:xfrm>
            <a:off x="427618" y="3372804"/>
            <a:ext cx="1133676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Clr>
                <a:schemeClr val="accent1">
                  <a:lumMod val="75000"/>
                </a:schemeClr>
              </a:buClr>
            </a:pP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Exemplo 2: 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Quantos mols e </a:t>
            </a:r>
            <a:r>
              <a:rPr lang="pt-BR" sz="2400" dirty="0" err="1">
                <a:latin typeface="Aptos" panose="020B0004020202020204" pitchFamily="34" charset="0"/>
                <a:cs typeface="Arial" panose="020B0604020202020204" pitchFamily="34" charset="0"/>
              </a:rPr>
              <a:t>milimols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 de ácido benzoico, </a:t>
            </a:r>
            <a:r>
              <a:rPr lang="pt-BR" sz="2400" dirty="0" err="1">
                <a:latin typeface="Aptos" panose="020B0004020202020204" pitchFamily="34" charset="0"/>
                <a:cs typeface="Arial" panose="020B0604020202020204" pitchFamily="34" charset="0"/>
              </a:rPr>
              <a:t>HBz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 (M = 122,1 g/mol) estão contidos em 2,00 g do ácido puro?</a:t>
            </a:r>
          </a:p>
          <a:p>
            <a:pPr algn="just">
              <a:buClr>
                <a:schemeClr val="accent1">
                  <a:lumMod val="75000"/>
                </a:schemeClr>
              </a:buClr>
            </a:pPr>
            <a:endParaRPr lang="pt-BR" sz="2400" dirty="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B5E1988-DF00-1B52-EC7B-12334D97CD59}"/>
              </a:ext>
            </a:extLst>
          </p:cNvPr>
          <p:cNvSpPr/>
          <p:nvPr/>
        </p:nvSpPr>
        <p:spPr>
          <a:xfrm>
            <a:off x="2808515" y="4264792"/>
            <a:ext cx="621520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Resposta: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itchFamily="18" charset="2"/>
              </a:rPr>
              <a:t> </a:t>
            </a:r>
            <a:r>
              <a:rPr lang="pt-BR" sz="2400" dirty="0" err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itchFamily="18" charset="2"/>
              </a:rPr>
              <a:t>n</a:t>
            </a:r>
            <a:r>
              <a:rPr lang="pt-BR" sz="2400" baseline="-25000" dirty="0" err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itchFamily="18" charset="2"/>
              </a:rPr>
              <a:t>HBz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itchFamily="18" charset="2"/>
              </a:rPr>
              <a:t> = 0,0164 mol ou 16,4 mmol</a:t>
            </a:r>
            <a:endParaRPr lang="pt-BR" sz="2400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A317895-DEE9-31D7-68BC-988D84F3A491}"/>
              </a:ext>
            </a:extLst>
          </p:cNvPr>
          <p:cNvSpPr/>
          <p:nvPr/>
        </p:nvSpPr>
        <p:spPr>
          <a:xfrm>
            <a:off x="427618" y="4839918"/>
            <a:ext cx="1133676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Clr>
                <a:schemeClr val="accent1">
                  <a:lumMod val="75000"/>
                </a:schemeClr>
              </a:buClr>
            </a:pP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Exemplo 3: 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Quantos gramas de Na (22,99 g/mol) estão contidos em 25,0 g de Na</a:t>
            </a:r>
            <a:r>
              <a:rPr lang="pt-BR" sz="2400" baseline="-25000" dirty="0">
                <a:latin typeface="Aptos" panose="020B0004020202020204" pitchFamily="34" charset="0"/>
                <a:cs typeface="Arial" panose="020B0604020202020204" pitchFamily="34" charset="0"/>
              </a:rPr>
              <a:t>2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SO</a:t>
            </a:r>
            <a:r>
              <a:rPr lang="pt-BR" sz="2400" baseline="-25000" dirty="0">
                <a:latin typeface="Aptos" panose="020B0004020202020204" pitchFamily="34" charset="0"/>
                <a:cs typeface="Arial" panose="020B0604020202020204" pitchFamily="34" charset="0"/>
              </a:rPr>
              <a:t>4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 (142,0 g/mol)?</a:t>
            </a:r>
          </a:p>
          <a:p>
            <a:pPr algn="just">
              <a:buClr>
                <a:schemeClr val="accent1">
                  <a:lumMod val="75000"/>
                </a:schemeClr>
              </a:buClr>
            </a:pPr>
            <a:endParaRPr lang="pt-BR" sz="2400" dirty="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9FFB67CD-9783-E65C-A37A-4E9178231FB0}"/>
              </a:ext>
            </a:extLst>
          </p:cNvPr>
          <p:cNvSpPr/>
          <p:nvPr/>
        </p:nvSpPr>
        <p:spPr>
          <a:xfrm>
            <a:off x="2808515" y="5692043"/>
            <a:ext cx="621520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Resposta: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itchFamily="18" charset="2"/>
              </a:rPr>
              <a:t> </a:t>
            </a:r>
            <a:r>
              <a:rPr lang="pt-BR" sz="2400" dirty="0" err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itchFamily="18" charset="2"/>
              </a:rPr>
              <a:t>n</a:t>
            </a:r>
            <a:r>
              <a:rPr lang="pt-BR" sz="2400" baseline="-25000" dirty="0" err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itchFamily="18" charset="2"/>
              </a:rPr>
              <a:t>Na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itchFamily="18" charset="2"/>
              </a:rPr>
              <a:t> = 0,352 mol e </a:t>
            </a:r>
            <a:r>
              <a:rPr lang="pt-BR" sz="2400" dirty="0" err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itchFamily="18" charset="2"/>
              </a:rPr>
              <a:t>m</a:t>
            </a:r>
            <a:r>
              <a:rPr lang="pt-BR" sz="2400" baseline="-25000" dirty="0" err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itchFamily="18" charset="2"/>
              </a:rPr>
              <a:t>Na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itchFamily="18" charset="2"/>
              </a:rPr>
              <a:t> = 8,09 g</a:t>
            </a:r>
            <a:endParaRPr lang="pt-BR" sz="2400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33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62242-1ABC-6CF3-8481-5E7D883FE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3F01772-1C38-0360-3543-BD30EFB4DD1C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Cálculos em química analítica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E8D0E4F-B74B-E488-E347-2B75054BC1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617" y="856337"/>
            <a:ext cx="11336762" cy="69461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accent1">
                <a:lumMod val="75000"/>
              </a:schemeClr>
            </a:solidFill>
            <a:prstDash val="solid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80000"/>
              </a:lnSpc>
            </a:pP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Concentração Molar (Molaridade) – </a:t>
            </a:r>
            <a:r>
              <a:rPr lang="pt-BR" sz="2400" b="1" dirty="0" err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C</a:t>
            </a:r>
            <a:r>
              <a:rPr lang="pt-BR" sz="2400" b="1" baseline="-25000" dirty="0" err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x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: </a:t>
            </a:r>
            <a:r>
              <a:rPr lang="pt-BR" sz="2400" dirty="0">
                <a:latin typeface="Aptos" panose="020B0004020202020204" pitchFamily="34" charset="0"/>
              </a:rPr>
              <a:t>Concentração da solução expressa em mols do soluto por litros da solução. 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DB3E812-F41C-9D2C-E9CF-A30CF627C8DC}"/>
              </a:ext>
            </a:extLst>
          </p:cNvPr>
          <p:cNvSpPr/>
          <p:nvPr/>
        </p:nvSpPr>
        <p:spPr>
          <a:xfrm>
            <a:off x="427615" y="4686736"/>
            <a:ext cx="1133676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Clr>
                <a:schemeClr val="accent1">
                  <a:lumMod val="75000"/>
                </a:schemeClr>
              </a:buClr>
            </a:pP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Exemplo 4: 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Calcular a concentração molar de etanol (</a:t>
            </a:r>
            <a:r>
              <a:rPr lang="pt-BR" sz="2400" dirty="0" err="1">
                <a:latin typeface="Aptos" panose="020B0004020202020204" pitchFamily="34" charset="0"/>
                <a:cs typeface="Arial" panose="020B0604020202020204" pitchFamily="34" charset="0"/>
              </a:rPr>
              <a:t>EtOH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) em uma solução aquosa que contém 2,30 g de C</a:t>
            </a:r>
            <a:r>
              <a:rPr lang="pt-BR" sz="2400" baseline="-25000" dirty="0">
                <a:latin typeface="Aptos" panose="020B0004020202020204" pitchFamily="34" charset="0"/>
                <a:cs typeface="Arial" panose="020B0604020202020204" pitchFamily="34" charset="0"/>
              </a:rPr>
              <a:t>2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H</a:t>
            </a:r>
            <a:r>
              <a:rPr lang="pt-BR" sz="2400" baseline="-25000" dirty="0">
                <a:latin typeface="Aptos" panose="020B0004020202020204" pitchFamily="34" charset="0"/>
                <a:cs typeface="Arial" panose="020B0604020202020204" pitchFamily="34" charset="0"/>
              </a:rPr>
              <a:t>5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OH (46,07 g/mol) em 3,50 L de solução.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3F804F6-0118-B7A6-C267-383A0589B215}"/>
              </a:ext>
            </a:extLst>
          </p:cNvPr>
          <p:cNvSpPr/>
          <p:nvPr/>
        </p:nvSpPr>
        <p:spPr>
          <a:xfrm>
            <a:off x="3323901" y="5770830"/>
            <a:ext cx="5544191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Resposta: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itchFamily="18" charset="2"/>
              </a:rPr>
              <a:t> </a:t>
            </a:r>
            <a:r>
              <a:rPr lang="pt-BR" sz="2400" dirty="0" err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itchFamily="18" charset="2"/>
              </a:rPr>
              <a:t>C</a:t>
            </a:r>
            <a:r>
              <a:rPr lang="pt-BR" sz="2400" baseline="-25000" dirty="0" err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itchFamily="18" charset="2"/>
              </a:rPr>
              <a:t>EtOH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itchFamily="18" charset="2"/>
              </a:rPr>
              <a:t>= 0,0143 mol.L</a:t>
            </a:r>
            <a:r>
              <a:rPr lang="pt-BR" sz="2400" baseline="30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itchFamily="18" charset="2"/>
              </a:rPr>
              <a:t>-1</a:t>
            </a:r>
            <a:endParaRPr lang="pt-BR" sz="2400" baseline="30000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E8F76FF8-0B13-978E-AF19-E5C63CA2263D}"/>
                  </a:ext>
                </a:extLst>
              </p:cNvPr>
              <p:cNvSpPr txBox="1"/>
              <p:nvPr/>
            </p:nvSpPr>
            <p:spPr>
              <a:xfrm>
                <a:off x="2242453" y="1805606"/>
                <a:ext cx="7707086" cy="8656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alt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altLang="pt-BR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alt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pt-BR" alt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alt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alt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altLang="pt-BR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pt-BR" altLang="pt-BR" sz="24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p>
                          </m:sSup>
                          <m:r>
                            <a:rPr lang="pt-BR" altLang="pt-BR" sz="2400" b="0" i="1" smtClean="0">
                              <a:latin typeface="Cambria Math" panose="02040503050406030204" pitchFamily="18" charset="0"/>
                            </a:rPr>
                            <m:t>𝑚𝑜𝑙</m:t>
                          </m:r>
                          <m:r>
                            <a:rPr lang="pt-BR" altLang="pt-B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altLang="pt-BR" sz="2400" b="0" i="1" smtClean="0">
                              <a:latin typeface="Cambria Math" panose="02040503050406030204" pitchFamily="18" charset="0"/>
                            </a:rPr>
                            <m:t>𝑠𝑜𝑙𝑢𝑡𝑜</m:t>
                          </m:r>
                        </m:num>
                        <m:den>
                          <m:r>
                            <a:rPr lang="pt-BR" altLang="pt-BR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pt-BR" altLang="pt-B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pt-BR" alt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altLang="pt-BR" sz="2400" b="0" i="1" smtClean="0">
                                  <a:latin typeface="Cambria Math" panose="02040503050406030204" pitchFamily="18" charset="0"/>
                                </a:rPr>
                                <m:t>𝑒𝑚</m:t>
                              </m:r>
                              <m:r>
                                <a:rPr lang="pt-BR" altLang="pt-BR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altLang="pt-BR" sz="24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d>
                          <m:r>
                            <a:rPr lang="pt-BR" altLang="pt-BR" sz="2400" b="0" i="1" smtClean="0">
                              <a:latin typeface="Cambria Math" panose="02040503050406030204" pitchFamily="18" charset="0"/>
                            </a:rPr>
                            <m:t>𝑑𝑎</m:t>
                          </m:r>
                          <m:r>
                            <a:rPr lang="pt-BR" altLang="pt-B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altLang="pt-BR" sz="2400" b="0" i="1" smtClean="0">
                              <a:latin typeface="Cambria Math" panose="02040503050406030204" pitchFamily="18" charset="0"/>
                            </a:rPr>
                            <m:t>𝑠𝑜𝑙𝑢</m:t>
                          </m:r>
                          <m:r>
                            <a:rPr lang="pt-BR" altLang="pt-BR" sz="2400" b="0" i="1" smtClean="0">
                              <a:latin typeface="Cambria Math" panose="02040503050406030204" pitchFamily="18" charset="0"/>
                            </a:rPr>
                            <m:t>çã</m:t>
                          </m:r>
                          <m:r>
                            <a:rPr lang="pt-BR" altLang="pt-BR" sz="24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den>
                      </m:f>
                      <m:r>
                        <a:rPr lang="pt-BR" altLang="pt-BR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pt-BR" alt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altLang="pt-BR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altLang="pt-BR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pt-BR" altLang="pt-BR" sz="2400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p>
                          </m:sSup>
                          <m:r>
                            <a:rPr lang="pt-BR" altLang="pt-BR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pt-BR" altLang="pt-BR" sz="2400" i="1">
                              <a:latin typeface="Cambria Math" panose="02040503050406030204" pitchFamily="18" charset="0"/>
                            </a:rPr>
                            <m:t>𝑚𝑜𝑙</m:t>
                          </m:r>
                          <m:r>
                            <a:rPr lang="pt-BR" altLang="pt-BR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altLang="pt-BR" sz="2400" i="1">
                              <a:latin typeface="Cambria Math" panose="02040503050406030204" pitchFamily="18" charset="0"/>
                            </a:rPr>
                            <m:t>𝑠𝑜𝑙𝑢𝑡𝑜</m:t>
                          </m:r>
                        </m:num>
                        <m:den>
                          <m:r>
                            <a:rPr lang="pt-BR" altLang="pt-BR" sz="2400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pt-BR" altLang="pt-BR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pt-BR" altLang="pt-BR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altLang="pt-BR" sz="2400" i="1">
                                  <a:latin typeface="Cambria Math" panose="02040503050406030204" pitchFamily="18" charset="0"/>
                                </a:rPr>
                                <m:t>𝑒𝑚</m:t>
                              </m:r>
                              <m:r>
                                <a:rPr lang="pt-BR" altLang="pt-BR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altLang="pt-BR" sz="2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pt-BR" altLang="pt-BR" sz="24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d>
                          <m:r>
                            <a:rPr lang="pt-BR" altLang="pt-BR" sz="2400" b="0" i="1" smtClean="0">
                              <a:latin typeface="Cambria Math" panose="02040503050406030204" pitchFamily="18" charset="0"/>
                            </a:rPr>
                            <m:t>𝑑𝑎</m:t>
                          </m:r>
                          <m:r>
                            <a:rPr lang="pt-BR" altLang="pt-B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altLang="pt-BR" sz="2400" b="0" i="1" smtClean="0">
                              <a:latin typeface="Cambria Math" panose="02040503050406030204" pitchFamily="18" charset="0"/>
                            </a:rPr>
                            <m:t>𝑠𝑜𝑙𝑢</m:t>
                          </m:r>
                          <m:r>
                            <a:rPr lang="pt-BR" altLang="pt-BR" sz="2400" b="0" i="1" smtClean="0">
                              <a:latin typeface="Cambria Math" panose="02040503050406030204" pitchFamily="18" charset="0"/>
                            </a:rPr>
                            <m:t>çã</m:t>
                          </m:r>
                          <m:r>
                            <a:rPr lang="pt-BR" altLang="pt-BR" sz="24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den>
                      </m:f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E8F76FF8-0B13-978E-AF19-E5C63CA226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453" y="1805606"/>
                <a:ext cx="7707086" cy="86562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tângulo 7">
            <a:extLst>
              <a:ext uri="{FF2B5EF4-FFF2-40B4-BE49-F238E27FC236}">
                <a16:creationId xmlns:a16="http://schemas.microsoft.com/office/drawing/2014/main" id="{DA28B0A8-5ECA-9A76-B2DF-C330EE2274F5}"/>
              </a:ext>
            </a:extLst>
          </p:cNvPr>
          <p:cNvSpPr/>
          <p:nvPr/>
        </p:nvSpPr>
        <p:spPr>
          <a:xfrm>
            <a:off x="427615" y="2924325"/>
            <a:ext cx="1133676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Solução 1 molar  = 1 mol da substância/1L de solução ou 1 mmol da substância/1 </a:t>
            </a:r>
            <a:r>
              <a:rPr lang="pt-BR" sz="2400" dirty="0" err="1">
                <a:latin typeface="Aptos" panose="020B0004020202020204" pitchFamily="34" charset="0"/>
                <a:cs typeface="Arial" panose="020B0604020202020204" pitchFamily="34" charset="0"/>
              </a:rPr>
              <a:t>mL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 de solução </a:t>
            </a:r>
          </a:p>
          <a:p>
            <a:pPr marL="342900" indent="-342900" algn="just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endParaRPr lang="pt-BR" sz="24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Em ambos os casos, </a:t>
            </a:r>
            <a:r>
              <a:rPr lang="pt-BR" sz="2400" dirty="0" err="1">
                <a:latin typeface="Aptos" panose="020B0004020202020204" pitchFamily="34" charset="0"/>
                <a:cs typeface="Arial" panose="020B0604020202020204" pitchFamily="34" charset="0"/>
              </a:rPr>
              <a:t>C</a:t>
            </a:r>
            <a:r>
              <a:rPr lang="pt-BR" sz="2400" baseline="-25000" dirty="0" err="1">
                <a:latin typeface="Aptos" panose="020B0004020202020204" pitchFamily="34" charset="0"/>
                <a:cs typeface="Arial" panose="020B0604020202020204" pitchFamily="34" charset="0"/>
              </a:rPr>
              <a:t>x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 será em mol.L</a:t>
            </a:r>
            <a:r>
              <a:rPr lang="pt-BR" sz="2400" baseline="30000" dirty="0">
                <a:latin typeface="Aptos" panose="020B0004020202020204" pitchFamily="34" charset="0"/>
                <a:cs typeface="Arial" panose="020B0604020202020204" pitchFamily="34" charset="0"/>
              </a:rPr>
              <a:t>-1</a:t>
            </a:r>
          </a:p>
        </p:txBody>
      </p:sp>
    </p:spTree>
    <p:extLst>
      <p:ext uri="{BB962C8B-B14F-4D97-AF65-F5344CB8AC3E}">
        <p14:creationId xmlns:p14="http://schemas.microsoft.com/office/powerpoint/2010/main" val="2825730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4BDA9-E883-4A3A-ADFE-3D6C55FE6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149BDB8-3E35-369C-7B4E-D8ED24B01911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Cálculos em química analítica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A6A82F7-269E-9B73-998E-958103D37B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615" y="710182"/>
            <a:ext cx="11336762" cy="17912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accent1">
                <a:lumMod val="75000"/>
              </a:schemeClr>
            </a:solidFill>
            <a:prstDash val="solid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80000"/>
              </a:lnSpc>
            </a:pP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Concentração Molar Analítica (ou Formal) </a:t>
            </a:r>
          </a:p>
          <a:p>
            <a:pPr algn="just">
              <a:lnSpc>
                <a:spcPct val="80000"/>
              </a:lnSpc>
            </a:pPr>
            <a:endParaRPr lang="pt-BR" sz="2400" b="1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pPr marL="342900" indent="-342900" algn="just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2400" dirty="0">
                <a:latin typeface="Aptos" panose="020B0004020202020204" pitchFamily="34" charset="0"/>
              </a:rPr>
              <a:t>Fornece o número total de mols de um soluto em 1 L de solução (ou o número total de </a:t>
            </a:r>
            <a:r>
              <a:rPr lang="pt-BR" sz="2400" dirty="0" err="1">
                <a:latin typeface="Aptos" panose="020B0004020202020204" pitchFamily="34" charset="0"/>
              </a:rPr>
              <a:t>milimols</a:t>
            </a:r>
            <a:r>
              <a:rPr lang="pt-BR" sz="2400" dirty="0">
                <a:latin typeface="Aptos" panose="020B0004020202020204" pitchFamily="34" charset="0"/>
              </a:rPr>
              <a:t> em 1 </a:t>
            </a:r>
            <a:r>
              <a:rPr lang="pt-BR" sz="2400" dirty="0" err="1">
                <a:latin typeface="Aptos" panose="020B0004020202020204" pitchFamily="34" charset="0"/>
              </a:rPr>
              <a:t>mL</a:t>
            </a:r>
            <a:r>
              <a:rPr lang="pt-BR" sz="2400" dirty="0">
                <a:latin typeface="Aptos" panose="020B0004020202020204" pitchFamily="34" charset="0"/>
              </a:rPr>
              <a:t>);</a:t>
            </a:r>
          </a:p>
          <a:p>
            <a:pPr marL="342900" indent="-342900" algn="just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2400" dirty="0">
                <a:latin typeface="Aptos" panose="020B0004020202020204" pitchFamily="34" charset="0"/>
              </a:rPr>
              <a:t>Especifica a receita pela qual a solução pode ser preparada. 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37A42FD-52F7-AA8E-29A9-951954D00E2B}"/>
              </a:ext>
            </a:extLst>
          </p:cNvPr>
          <p:cNvSpPr/>
          <p:nvPr/>
        </p:nvSpPr>
        <p:spPr>
          <a:xfrm>
            <a:off x="427615" y="2636577"/>
            <a:ext cx="11336762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Clr>
                <a:schemeClr val="accent1">
                  <a:lumMod val="75000"/>
                </a:schemeClr>
              </a:buClr>
            </a:pP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Exemplo 5: 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Como se prepara uma solução de ácido sulfúrico (MM = 98,0 g/mol) que tem uma concentração analítica de 1,0 mol.L</a:t>
            </a:r>
            <a:r>
              <a:rPr lang="pt-BR" sz="2400" baseline="30000" dirty="0">
                <a:latin typeface="Aptos" panose="020B0004020202020204" pitchFamily="34" charset="0"/>
                <a:cs typeface="Arial" panose="020B0604020202020204" pitchFamily="34" charset="0"/>
              </a:rPr>
              <a:t>-1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?</a:t>
            </a:r>
          </a:p>
          <a:p>
            <a:pPr algn="just">
              <a:buClr>
                <a:schemeClr val="accent1">
                  <a:lumMod val="75000"/>
                </a:schemeClr>
              </a:buClr>
            </a:pPr>
            <a:endParaRPr lang="pt-BR" sz="24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buClr>
                <a:schemeClr val="accent1">
                  <a:lumMod val="75000"/>
                </a:schemeClr>
              </a:buClr>
            </a:pPr>
            <a:endParaRPr lang="pt-BR" sz="24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buClr>
                <a:schemeClr val="accent1">
                  <a:lumMod val="75000"/>
                </a:schemeClr>
              </a:buClr>
            </a:pPr>
            <a:endParaRPr lang="pt-BR" sz="24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buClr>
                <a:schemeClr val="accent1">
                  <a:lumMod val="75000"/>
                </a:schemeClr>
              </a:buClr>
            </a:pP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Exemplo 6: 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Descreva a preparação de 2,00 L de BaCl</a:t>
            </a:r>
            <a:r>
              <a:rPr lang="pt-BR" sz="2400" baseline="-25000" dirty="0">
                <a:latin typeface="Aptos" panose="020B0004020202020204" pitchFamily="34" charset="0"/>
                <a:cs typeface="Arial" panose="020B0604020202020204" pitchFamily="34" charset="0"/>
              </a:rPr>
              <a:t>2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 0,108 mol.L-1, a partir do BaCl</a:t>
            </a:r>
            <a:r>
              <a:rPr lang="pt-BR" sz="2400" baseline="-25000" dirty="0">
                <a:latin typeface="Aptos" panose="020B0004020202020204" pitchFamily="34" charset="0"/>
                <a:cs typeface="Arial" panose="020B0604020202020204" pitchFamily="34" charset="0"/>
              </a:rPr>
              <a:t>2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.2H2O (244,3 g/mol).</a:t>
            </a:r>
          </a:p>
          <a:p>
            <a:pPr algn="just">
              <a:buClr>
                <a:schemeClr val="accent1">
                  <a:lumMod val="75000"/>
                </a:schemeClr>
              </a:buClr>
            </a:pPr>
            <a:endParaRPr lang="pt-BR" sz="2400" dirty="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8165869-6728-0E44-266A-756109D95067}"/>
              </a:ext>
            </a:extLst>
          </p:cNvPr>
          <p:cNvSpPr/>
          <p:nvPr/>
        </p:nvSpPr>
        <p:spPr>
          <a:xfrm>
            <a:off x="377089" y="3519333"/>
            <a:ext cx="11437814" cy="8309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Resposta: Pela dissolução de 1,0 mol (ou 98 g) de H</a:t>
            </a:r>
            <a:r>
              <a:rPr lang="pt-BR" sz="2400" baseline="-25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2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SO</a:t>
            </a:r>
            <a:r>
              <a:rPr lang="pt-BR" sz="2400" baseline="-25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4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 em água e diluindo para exatamente 1,0 L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itchFamily="18" charset="2"/>
              </a:rPr>
              <a:t> </a:t>
            </a:r>
            <a:endParaRPr lang="pt-BR" sz="2400" baseline="30000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BCF0B6DF-8B7C-F70D-5534-9E2D6619C8E6}"/>
              </a:ext>
            </a:extLst>
          </p:cNvPr>
          <p:cNvSpPr/>
          <p:nvPr/>
        </p:nvSpPr>
        <p:spPr>
          <a:xfrm>
            <a:off x="377089" y="5340391"/>
            <a:ext cx="11437814" cy="8309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Resposta: Pela dissolução de 0,216 mol (ou 52,769 g) de BaCl</a:t>
            </a:r>
            <a:r>
              <a:rPr lang="pt-BR" sz="2400" baseline="-25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2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.2H</a:t>
            </a:r>
            <a:r>
              <a:rPr lang="pt-BR" sz="2400" baseline="-25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2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O em água e diluindo para exatamente 2,0 L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itchFamily="18" charset="2"/>
              </a:rPr>
              <a:t> </a:t>
            </a:r>
            <a:endParaRPr lang="pt-BR" sz="2400" baseline="30000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9105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65561-A78A-CE7F-08BF-177A0AC41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9E8EB71-5E25-9D31-8AEE-3E01CFA6704F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Cálculos em química analítica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09B80E2-6C55-C622-F51B-0D802E1A79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615" y="714822"/>
            <a:ext cx="11336762" cy="28992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accent1">
                <a:lumMod val="75000"/>
              </a:schemeClr>
            </a:solidFill>
            <a:prstDash val="solid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80000"/>
              </a:lnSpc>
            </a:pP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Concentração Molar no Equilíbrio </a:t>
            </a:r>
          </a:p>
          <a:p>
            <a:pPr algn="just">
              <a:lnSpc>
                <a:spcPct val="80000"/>
              </a:lnSpc>
            </a:pPr>
            <a:endParaRPr lang="pt-BR" sz="2400" b="1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pPr marL="342900" indent="-342900" algn="just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2400" dirty="0">
                <a:latin typeface="Aptos" panose="020B0004020202020204" pitchFamily="34" charset="0"/>
              </a:rPr>
              <a:t>Expressa a concentração molar de uma espécie em particular, em uma solução, no equilíbrio;</a:t>
            </a:r>
          </a:p>
          <a:p>
            <a:pPr marL="342900" indent="-342900" algn="just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2400" dirty="0">
                <a:latin typeface="Aptos" panose="020B0004020202020204" pitchFamily="34" charset="0"/>
              </a:rPr>
              <a:t>Para determinar a concentração molar de uma espécie, é necessário conhecer como o soluto se comporta quando é dissolvido em um solvente;</a:t>
            </a:r>
          </a:p>
          <a:p>
            <a:pPr marL="342900" indent="-342900" algn="just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2400" dirty="0">
                <a:latin typeface="Aptos" panose="020B0004020202020204" pitchFamily="34" charset="0"/>
              </a:rPr>
              <a:t>As concentrações molares de equilíbrio são frequentemente simbolizadas colocando-se colchetes ao redor da fórmula química da espécie 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10AB1D1-DD3C-6337-AB3B-A2AA7666A967}"/>
              </a:ext>
            </a:extLst>
          </p:cNvPr>
          <p:cNvSpPr/>
          <p:nvPr/>
        </p:nvSpPr>
        <p:spPr>
          <a:xfrm>
            <a:off x="427615" y="3870308"/>
            <a:ext cx="113367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Clr>
                <a:schemeClr val="accent1">
                  <a:lumMod val="75000"/>
                </a:schemeClr>
              </a:buClr>
            </a:pP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Exemplo 7: 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Considerando o H</a:t>
            </a:r>
            <a:r>
              <a:rPr lang="pt-BR" sz="2400" baseline="-25000" dirty="0">
                <a:latin typeface="Aptos" panose="020B0004020202020204" pitchFamily="34" charset="0"/>
                <a:cs typeface="Arial" panose="020B0604020202020204" pitchFamily="34" charset="0"/>
              </a:rPr>
              <a:t>2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SO</a:t>
            </a:r>
            <a:r>
              <a:rPr lang="pt-BR" sz="2400" baseline="-25000" dirty="0">
                <a:latin typeface="Aptos" panose="020B0004020202020204" pitchFamily="34" charset="0"/>
                <a:cs typeface="Arial" panose="020B0604020202020204" pitchFamily="34" charset="0"/>
              </a:rPr>
              <a:t>4 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1,0 mol.L</a:t>
            </a:r>
            <a:r>
              <a:rPr lang="pt-BR" sz="2400" baseline="30000" dirty="0">
                <a:latin typeface="Aptos" panose="020B0004020202020204" pitchFamily="34" charset="0"/>
                <a:cs typeface="Arial" panose="020B0604020202020204" pitchFamily="34" charset="0"/>
              </a:rPr>
              <a:t>-1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 em água totalmente dissociado: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tângulo 2">
                <a:extLst>
                  <a:ext uri="{FF2B5EF4-FFF2-40B4-BE49-F238E27FC236}">
                    <a16:creationId xmlns:a16="http://schemas.microsoft.com/office/drawing/2014/main" id="{D424B50E-EBB3-202D-2A86-17BE97C2810D}"/>
                  </a:ext>
                </a:extLst>
              </p:cNvPr>
              <p:cNvSpPr/>
              <p:nvPr/>
            </p:nvSpPr>
            <p:spPr>
              <a:xfrm>
                <a:off x="1948559" y="4479744"/>
                <a:ext cx="3242667" cy="98341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80975" lvl="1" indent="-95250" algn="just" eaLnBrk="1" hangingPunct="1">
                  <a:lnSpc>
                    <a:spcPct val="120000"/>
                  </a:lnSpc>
                  <a:buFontTx/>
                  <a:buNone/>
                  <a:tabLst>
                    <a:tab pos="44767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alt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altLang="pt-BR" sz="24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pt-BR" altLang="pt-BR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pt-BR" altLang="pt-B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altLang="pt-BR" sz="2400" i="1">
                              <a:latin typeface="Cambria Math" panose="02040503050406030204" pitchFamily="18" charset="0"/>
                            </a:rPr>
                            <m:t>𝑆𝑂</m:t>
                          </m:r>
                        </m:e>
                        <m:sub>
                          <m:r>
                            <a:rPr lang="pt-BR" altLang="pt-BR" sz="2400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pt-BR" altLang="pt-BR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pt-BR" altLang="pt-B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altLang="pt-B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pt-BR" altLang="pt-B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pt-BR" altLang="pt-B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pt-BR" altLang="pt-B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altLang="pt-B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𝐻𝑆𝑂</m:t>
                          </m:r>
                        </m:e>
                        <m:sub>
                          <m:r>
                            <a:rPr lang="pt-BR" altLang="pt-B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pt-BR" altLang="pt-B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</m:sup>
                      </m:sSubSup>
                    </m:oMath>
                  </m:oMathPara>
                </a14:m>
                <a:endParaRPr lang="pt-BR" altLang="pt-BR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180975" lvl="1" indent="-95250" algn="just" eaLnBrk="1" hangingPunct="1">
                  <a:lnSpc>
                    <a:spcPct val="120000"/>
                  </a:lnSpc>
                  <a:buFontTx/>
                  <a:buNone/>
                  <a:tabLst>
                    <a:tab pos="44767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pt-BR" altLang="pt-B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altLang="pt-B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𝐻𝑆𝑂</m:t>
                          </m:r>
                        </m:e>
                        <m:sub>
                          <m:r>
                            <a:rPr lang="pt-BR" altLang="pt-B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pt-BR" altLang="pt-B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</m:sup>
                      </m:sSubSup>
                      <m:r>
                        <a:rPr lang="pt-BR" altLang="pt-BR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↔</m:t>
                      </m:r>
                      <m:sSup>
                        <m:sSupPr>
                          <m:ctrlPr>
                            <a:rPr lang="pt-BR" altLang="pt-B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altLang="pt-B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pt-BR" altLang="pt-B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pt-BR" altLang="pt-B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pt-BR" altLang="pt-B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altLang="pt-B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𝑆𝑂</m:t>
                          </m:r>
                        </m:e>
                        <m:sub>
                          <m:r>
                            <a:rPr lang="pt-BR" altLang="pt-B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pt-BR" alt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2−</m:t>
                          </m:r>
                        </m:sup>
                      </m:sSubSup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3" name="Retângulo 2">
                <a:extLst>
                  <a:ext uri="{FF2B5EF4-FFF2-40B4-BE49-F238E27FC236}">
                    <a16:creationId xmlns:a16="http://schemas.microsoft.com/office/drawing/2014/main" id="{D424B50E-EBB3-202D-2A86-17BE97C281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8559" y="4479744"/>
                <a:ext cx="3242667" cy="98341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aixaDeTexto 5">
            <a:extLst>
              <a:ext uri="{FF2B5EF4-FFF2-40B4-BE49-F238E27FC236}">
                <a16:creationId xmlns:a16="http://schemas.microsoft.com/office/drawing/2014/main" id="{48259187-9D95-AF78-D16E-4471B9592ABC}"/>
              </a:ext>
            </a:extLst>
          </p:cNvPr>
          <p:cNvSpPr txBox="1"/>
          <p:nvPr/>
        </p:nvSpPr>
        <p:spPr>
          <a:xfrm>
            <a:off x="7000776" y="4371284"/>
            <a:ext cx="303525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dirty="0">
                <a:latin typeface="Aptos" panose="020B0004020202020204" pitchFamily="34" charset="0"/>
              </a:rPr>
              <a:t>[H</a:t>
            </a:r>
            <a:r>
              <a:rPr lang="pt-BR" sz="2400" baseline="-25000" dirty="0">
                <a:latin typeface="Aptos" panose="020B0004020202020204" pitchFamily="34" charset="0"/>
              </a:rPr>
              <a:t>2</a:t>
            </a:r>
            <a:r>
              <a:rPr lang="pt-BR" sz="2400" dirty="0">
                <a:latin typeface="Aptos" panose="020B0004020202020204" pitchFamily="34" charset="0"/>
              </a:rPr>
              <a:t>SO</a:t>
            </a:r>
            <a:r>
              <a:rPr lang="pt-BR" sz="2400" baseline="-25000" dirty="0">
                <a:latin typeface="Aptos" panose="020B0004020202020204" pitchFamily="34" charset="0"/>
              </a:rPr>
              <a:t>4</a:t>
            </a:r>
            <a:r>
              <a:rPr lang="pt-BR" sz="2400" dirty="0">
                <a:latin typeface="Aptos" panose="020B0004020202020204" pitchFamily="34" charset="0"/>
              </a:rPr>
              <a:t>] = 0,00 mol L</a:t>
            </a:r>
            <a:r>
              <a:rPr lang="pt-BR" sz="2400" baseline="30000" dirty="0">
                <a:latin typeface="Aptos" panose="020B0004020202020204" pitchFamily="34" charset="0"/>
              </a:rPr>
              <a:t>-1</a:t>
            </a:r>
          </a:p>
          <a:p>
            <a:pPr algn="ctr"/>
            <a:r>
              <a:rPr lang="pt-BR" sz="2400" dirty="0">
                <a:latin typeface="Aptos" panose="020B0004020202020204" pitchFamily="34" charset="0"/>
              </a:rPr>
              <a:t>[HSO</a:t>
            </a:r>
            <a:r>
              <a:rPr lang="pt-BR" sz="2400" baseline="-25000" dirty="0">
                <a:latin typeface="Aptos" panose="020B0004020202020204" pitchFamily="34" charset="0"/>
              </a:rPr>
              <a:t>4</a:t>
            </a:r>
            <a:r>
              <a:rPr lang="pt-BR" sz="2400" baseline="30000" dirty="0">
                <a:latin typeface="Aptos" panose="020B0004020202020204" pitchFamily="34" charset="0"/>
              </a:rPr>
              <a:t>-</a:t>
            </a:r>
            <a:r>
              <a:rPr lang="pt-BR" sz="2400" dirty="0">
                <a:latin typeface="Aptos" panose="020B0004020202020204" pitchFamily="34" charset="0"/>
              </a:rPr>
              <a:t>] = 0,99 mol L</a:t>
            </a:r>
            <a:r>
              <a:rPr lang="pt-BR" sz="2400" baseline="30000" dirty="0">
                <a:latin typeface="Aptos" panose="020B0004020202020204" pitchFamily="34" charset="0"/>
              </a:rPr>
              <a:t>-1</a:t>
            </a:r>
            <a:endParaRPr lang="pt-BR" sz="2400" dirty="0">
              <a:latin typeface="Aptos" panose="020B0004020202020204" pitchFamily="34" charset="0"/>
            </a:endParaRPr>
          </a:p>
          <a:p>
            <a:pPr algn="ctr"/>
            <a:r>
              <a:rPr lang="pt-BR" sz="2400" dirty="0">
                <a:latin typeface="Aptos" panose="020B0004020202020204" pitchFamily="34" charset="0"/>
              </a:rPr>
              <a:t>[SO</a:t>
            </a:r>
            <a:r>
              <a:rPr lang="pt-BR" sz="2400" baseline="-25000" dirty="0">
                <a:latin typeface="Aptos" panose="020B0004020202020204" pitchFamily="34" charset="0"/>
              </a:rPr>
              <a:t>4</a:t>
            </a:r>
            <a:r>
              <a:rPr lang="pt-BR" sz="2400" baseline="30000" dirty="0">
                <a:latin typeface="Aptos" panose="020B0004020202020204" pitchFamily="34" charset="0"/>
              </a:rPr>
              <a:t>2-</a:t>
            </a:r>
            <a:r>
              <a:rPr lang="pt-BR" sz="2400" dirty="0">
                <a:latin typeface="Aptos" panose="020B0004020202020204" pitchFamily="34" charset="0"/>
              </a:rPr>
              <a:t>] = 0,01 mol L</a:t>
            </a:r>
            <a:r>
              <a:rPr lang="pt-BR" sz="2400" baseline="30000" dirty="0">
                <a:latin typeface="Aptos" panose="020B0004020202020204" pitchFamily="34" charset="0"/>
              </a:rPr>
              <a:t>-1</a:t>
            </a:r>
            <a:endParaRPr lang="pt-BR" sz="2400" dirty="0">
              <a:latin typeface="Aptos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A67FC6C8-8D0E-95A9-94F4-BF44123FC7C4}"/>
                  </a:ext>
                </a:extLst>
              </p:cNvPr>
              <p:cNvSpPr txBox="1"/>
              <p:nvPr/>
            </p:nvSpPr>
            <p:spPr>
              <a:xfrm>
                <a:off x="1424147" y="5827844"/>
                <a:ext cx="9526903" cy="407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sSub>
                            <m:sSubPr>
                              <m:ctrlPr>
                                <a:rPr lang="pt-BR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sub>
                      </m:sSub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𝑆𝑂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sSubSup>
                            <m:sSub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𝑆𝑂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bSup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𝑆𝑂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sup>
                          </m:sSubSup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=0,00+0,99+0,01=1 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𝑚𝑜𝑙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.</m:t>
                      </m:r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A67FC6C8-8D0E-95A9-94F4-BF44123FC7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4147" y="5827844"/>
                <a:ext cx="9526903" cy="407740"/>
              </a:xfrm>
              <a:prstGeom prst="rect">
                <a:avLst/>
              </a:prstGeom>
              <a:blipFill>
                <a:blip r:embed="rId3"/>
                <a:stretch>
                  <a:fillRect l="-320" b="-1194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05859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1BE0C-10A2-3A5A-6FCB-CE05C1DF5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AD18C59-3EF4-F6EB-CA5E-E1C194566C4A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Cálculos em química analítica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76E01C9-6FCB-F764-2F56-FAC67573AE49}"/>
              </a:ext>
            </a:extLst>
          </p:cNvPr>
          <p:cNvSpPr/>
          <p:nvPr/>
        </p:nvSpPr>
        <p:spPr>
          <a:xfrm>
            <a:off x="427619" y="1301805"/>
            <a:ext cx="1133676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Clr>
                <a:schemeClr val="accent1">
                  <a:lumMod val="75000"/>
                </a:schemeClr>
              </a:buClr>
            </a:pP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Exemplo 8: 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Calcular as concentrações molares analítica e de equilíbrio para as espécies do soluto presentes em uma solução aquosa que contém 285 mg de ácido tricloroacético, Cl</a:t>
            </a:r>
            <a:r>
              <a:rPr lang="pt-BR" sz="2400" baseline="-25000" dirty="0">
                <a:latin typeface="Aptos" panose="020B0004020202020204" pitchFamily="34" charset="0"/>
                <a:cs typeface="Arial" panose="020B0604020202020204" pitchFamily="34" charset="0"/>
              </a:rPr>
              <a:t>3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CCOOH (163,4 g/mol), em 10 </a:t>
            </a:r>
            <a:r>
              <a:rPr lang="pt-BR" sz="2400" dirty="0" err="1">
                <a:latin typeface="Aptos" panose="020B0004020202020204" pitchFamily="34" charset="0"/>
                <a:cs typeface="Arial" panose="020B0604020202020204" pitchFamily="34" charset="0"/>
              </a:rPr>
              <a:t>mL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, sabendo que o ácido é 73% ionizável em água.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07024B2-1A5A-EC5E-C142-33B44AF06AC6}"/>
              </a:ext>
            </a:extLst>
          </p:cNvPr>
          <p:cNvSpPr/>
          <p:nvPr/>
        </p:nvSpPr>
        <p:spPr>
          <a:xfrm>
            <a:off x="3878804" y="3194631"/>
            <a:ext cx="4434390" cy="230832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Resposta:</a:t>
            </a:r>
            <a:endParaRPr lang="pt-BR" sz="2400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  <a:sym typeface="Symbol" pitchFamily="18" charset="2"/>
            </a:endParaRPr>
          </a:p>
          <a:p>
            <a:pPr algn="ctr"/>
            <a:endParaRPr lang="pt-BR" sz="2400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  <a:sym typeface="Symbol" pitchFamily="18" charset="2"/>
            </a:endParaRPr>
          </a:p>
          <a:p>
            <a:pPr algn="ctr"/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itchFamily="18" charset="2"/>
              </a:rPr>
              <a:t>C</a:t>
            </a:r>
            <a:r>
              <a:rPr lang="pt-BR" sz="2400" baseline="-25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itchFamily="18" charset="2"/>
              </a:rPr>
              <a:t>Cl3CCOOH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itchFamily="18" charset="2"/>
              </a:rPr>
              <a:t>= 0,174 mol.L</a:t>
            </a:r>
            <a:r>
              <a:rPr lang="pt-BR" sz="2400" baseline="30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itchFamily="18" charset="2"/>
              </a:rPr>
              <a:t>-1</a:t>
            </a:r>
            <a:endParaRPr lang="pt-BR" sz="2400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  <a:sym typeface="Symbol" pitchFamily="18" charset="2"/>
            </a:endParaRPr>
          </a:p>
          <a:p>
            <a:pPr algn="ctr"/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itchFamily="18" charset="2"/>
              </a:rPr>
              <a:t>[CCl</a:t>
            </a:r>
            <a:r>
              <a:rPr lang="pt-BR" sz="2400" baseline="-25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itchFamily="18" charset="2"/>
              </a:rPr>
              <a:t>3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itchFamily="18" charset="2"/>
              </a:rPr>
              <a:t>CCOOH] = 0,047 mol.L</a:t>
            </a:r>
            <a:r>
              <a:rPr lang="pt-BR" sz="2400" baseline="30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itchFamily="18" charset="2"/>
              </a:rPr>
              <a:t>-1</a:t>
            </a:r>
            <a:endParaRPr lang="pt-BR" sz="2400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  <a:sym typeface="Symbol" pitchFamily="18" charset="2"/>
            </a:endParaRPr>
          </a:p>
          <a:p>
            <a:pPr algn="ctr"/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itchFamily="18" charset="2"/>
              </a:rPr>
              <a:t>[CCl</a:t>
            </a:r>
            <a:r>
              <a:rPr lang="pt-BR" sz="2400" baseline="-25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itchFamily="18" charset="2"/>
              </a:rPr>
              <a:t>3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itchFamily="18" charset="2"/>
              </a:rPr>
              <a:t>CCOO</a:t>
            </a:r>
            <a:r>
              <a:rPr lang="pt-BR" sz="2400" baseline="30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itchFamily="18" charset="2"/>
              </a:rPr>
              <a:t>-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itchFamily="18" charset="2"/>
              </a:rPr>
              <a:t>] = 0,127 mol.L</a:t>
            </a:r>
            <a:r>
              <a:rPr lang="pt-BR" sz="2400" baseline="30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itchFamily="18" charset="2"/>
              </a:rPr>
              <a:t>-1</a:t>
            </a:r>
            <a:endParaRPr lang="pt-BR" sz="2400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  <a:sym typeface="Symbol" pitchFamily="18" charset="2"/>
            </a:endParaRPr>
          </a:p>
          <a:p>
            <a:pPr algn="ctr"/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itchFamily="18" charset="2"/>
              </a:rPr>
              <a:t>[H+] = 0,127 mol.L</a:t>
            </a:r>
            <a:r>
              <a:rPr lang="pt-BR" sz="2400" baseline="30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itchFamily="18" charset="2"/>
              </a:rPr>
              <a:t>-1</a:t>
            </a:r>
            <a:endParaRPr lang="pt-BR" sz="2400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3047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1362B-34BE-F51D-CFA9-DDFCF415D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D88401E-DCFB-D904-CB33-7E55D8DE462A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Cálculos em química analítica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26EE9B63-74B7-D164-E841-3FA8F175C05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7618" y="1016063"/>
                <a:ext cx="11336762" cy="4825873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254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80000"/>
                  </a:lnSpc>
                </a:pPr>
                <a:r>
                  <a:rPr lang="pt-BR" sz="2400" b="1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Concentração Porcentual (partes por cem)</a:t>
                </a:r>
              </a:p>
              <a:p>
                <a:pPr algn="just">
                  <a:lnSpc>
                    <a:spcPct val="80000"/>
                  </a:lnSpc>
                </a:pPr>
                <a:endParaRPr lang="pt-BR" sz="2400" b="1" dirty="0">
                  <a:solidFill>
                    <a:schemeClr val="accent1">
                      <a:lumMod val="50000"/>
                    </a:schemeClr>
                  </a:solidFill>
                  <a:latin typeface="Aptos" panose="020B0004020202020204" pitchFamily="34" charset="0"/>
                </a:endParaRPr>
              </a:p>
              <a:p>
                <a:pPr algn="just">
                  <a:buClr>
                    <a:schemeClr val="accent1">
                      <a:lumMod val="75000"/>
                    </a:schemeClr>
                  </a:buClr>
                </a:pPr>
                <a:r>
                  <a:rPr lang="pt-BR" sz="2400" dirty="0">
                    <a:latin typeface="Aptos" panose="020B0004020202020204" pitchFamily="34" charset="0"/>
                  </a:rPr>
                  <a:t>Muito usadas em Química Analítica; três tipos:</a:t>
                </a:r>
              </a:p>
              <a:p>
                <a:pPr algn="just">
                  <a:buClr>
                    <a:schemeClr val="accent1">
                      <a:lumMod val="75000"/>
                    </a:schemeClr>
                  </a:buClr>
                </a:pPr>
                <a:endParaRPr lang="pt-BR" sz="2400" dirty="0">
                  <a:latin typeface="Aptos" panose="020B0004020202020204" pitchFamily="34" charset="0"/>
                </a:endParaRPr>
              </a:p>
              <a:p>
                <a:pPr algn="just">
                  <a:buClr>
                    <a:schemeClr val="accent1">
                      <a:lumMod val="75000"/>
                    </a:schemeClr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%</m:t>
                      </m:r>
                      <m:f>
                        <m:fPr>
                          <m:type m:val="lin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𝑚𝑎𝑠𝑠𝑎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𝑑𝑜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𝑠𝑜𝑙𝑢𝑡𝑜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𝑚𝑎𝑠𝑠𝑎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𝑑𝑎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𝑠𝑜𝑙𝑢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çã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 100%</m:t>
                      </m:r>
                    </m:oMath>
                  </m:oMathPara>
                </a14:m>
                <a:endParaRPr lang="pt-BR" sz="2400" dirty="0"/>
              </a:p>
              <a:p>
                <a:pPr algn="just">
                  <a:buClr>
                    <a:schemeClr val="accent1">
                      <a:lumMod val="75000"/>
                    </a:schemeClr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%</m:t>
                      </m:r>
                      <m:f>
                        <m:fPr>
                          <m:type m:val="lin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𝑣𝑜𝑙𝑢𝑚𝑒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𝑑𝑜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𝑠𝑜𝑙𝑢𝑡𝑜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𝑣𝑜𝑙𝑢𝑚𝑒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𝑑𝑎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𝑠𝑜𝑙𝑢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çã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 100%</m:t>
                      </m:r>
                    </m:oMath>
                  </m:oMathPara>
                </a14:m>
                <a:endParaRPr lang="pt-BR" sz="2400" dirty="0"/>
              </a:p>
              <a:p>
                <a:pPr algn="just">
                  <a:buClr>
                    <a:schemeClr val="accent1">
                      <a:lumMod val="75000"/>
                    </a:schemeClr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%</m:t>
                      </m:r>
                      <m:f>
                        <m:fPr>
                          <m:type m:val="lin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𝑚𝑎𝑠𝑠𝑎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𝑑𝑜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𝑠𝑜𝑙𝑢𝑡𝑜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𝑣𝑜𝑙𝑢𝑚𝑒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𝑑𝑎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𝑠𝑜𝑙𝑢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çã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𝑚𝐿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 100%</m:t>
                      </m:r>
                    </m:oMath>
                  </m:oMathPara>
                </a14:m>
                <a:endParaRPr lang="pt-BR" sz="2400" dirty="0"/>
              </a:p>
              <a:p>
                <a:pPr algn="just">
                  <a:buClr>
                    <a:schemeClr val="accent1">
                      <a:lumMod val="75000"/>
                    </a:schemeClr>
                  </a:buClr>
                </a:pPr>
                <a:endParaRPr lang="pt-BR" sz="2400" dirty="0">
                  <a:latin typeface="Aptos" panose="020B0004020202020204" pitchFamily="34" charset="0"/>
                </a:endParaRPr>
              </a:p>
              <a:p>
                <a:pPr algn="just">
                  <a:buClr>
                    <a:schemeClr val="accent1">
                      <a:lumMod val="75000"/>
                    </a:schemeClr>
                  </a:buClr>
                </a:pPr>
                <a:r>
                  <a:rPr lang="pt-BR" sz="2400" dirty="0">
                    <a:latin typeface="Aptos" panose="020B0004020202020204" pitchFamily="34" charset="0"/>
                  </a:rPr>
                  <a:t>O tipo de concentração porcentual usado deve ser sempre especificado para evitar erros.</a:t>
                </a:r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26EE9B63-74B7-D164-E841-3FA8F175C0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7618" y="1016063"/>
                <a:ext cx="11336762" cy="4825873"/>
              </a:xfrm>
              <a:prstGeom prst="rect">
                <a:avLst/>
              </a:prstGeom>
              <a:blipFill>
                <a:blip r:embed="rId2"/>
                <a:stretch>
                  <a:fillRect l="-697" t="-2013" r="-751" b="-1761"/>
                </a:stretch>
              </a:blipFill>
              <a:ln w="254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79026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C0C1C-E6FC-D114-9441-82817FAB3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9230675-97D0-D42B-C750-3BEC4668785B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Cálculos em química analítica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E5B155C-1D7D-2024-4E3D-0632FF0E99E5}"/>
              </a:ext>
            </a:extLst>
          </p:cNvPr>
          <p:cNvSpPr/>
          <p:nvPr/>
        </p:nvSpPr>
        <p:spPr>
          <a:xfrm>
            <a:off x="683189" y="989150"/>
            <a:ext cx="109536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Clr>
                <a:schemeClr val="accent1">
                  <a:lumMod val="75000"/>
                </a:schemeClr>
              </a:buClr>
            </a:pP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 % m/m: 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usado para expressar a concentração de reagentes aquosos comerciais.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395D27B-BC83-03FA-25F1-7BD30AA746B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/>
          <a:srcRect t="5325"/>
          <a:stretch/>
        </p:blipFill>
        <p:spPr>
          <a:xfrm>
            <a:off x="2315163" y="1724723"/>
            <a:ext cx="2190640" cy="3004517"/>
          </a:xfrm>
          <a:prstGeom prst="rect">
            <a:avLst/>
          </a:prstGeom>
        </p:spPr>
      </p:pic>
      <p:pic>
        <p:nvPicPr>
          <p:cNvPr id="5" name="Imagem 4" descr="Álcool Etílico Hidratado 70% Inpm Liquido Start 1 Litro - Álcool ...">
            <a:extLst>
              <a:ext uri="{FF2B5EF4-FFF2-40B4-BE49-F238E27FC236}">
                <a16:creationId xmlns:a16="http://schemas.microsoft.com/office/drawing/2014/main" id="{26B28AE5-F9C0-8C32-6E43-2B354EDD9B34}"/>
              </a:ext>
            </a:extLst>
          </p:cNvPr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96" t="3585" r="28980" b="2886"/>
          <a:stretch/>
        </p:blipFill>
        <p:spPr bwMode="auto">
          <a:xfrm>
            <a:off x="8349343" y="1724723"/>
            <a:ext cx="1569656" cy="309066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CB01D937-872C-CB32-8EFB-7BBFE2140103}"/>
              </a:ext>
            </a:extLst>
          </p:cNvPr>
          <p:cNvSpPr/>
          <p:nvPr/>
        </p:nvSpPr>
        <p:spPr>
          <a:xfrm>
            <a:off x="774921" y="5036950"/>
            <a:ext cx="5271123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altLang="pt-BR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Ácido fosfórico (H</a:t>
            </a:r>
            <a:r>
              <a:rPr lang="pt-BR" altLang="pt-BR" baseline="-25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3</a:t>
            </a:r>
            <a:r>
              <a:rPr lang="pt-BR" altLang="pt-BR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PO</a:t>
            </a:r>
            <a:r>
              <a:rPr lang="pt-BR" altLang="pt-BR" baseline="-25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4</a:t>
            </a:r>
            <a:r>
              <a:rPr lang="pt-BR" altLang="pt-BR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) comercial à 85 % (m/m)</a:t>
            </a:r>
          </a:p>
          <a:p>
            <a:pPr algn="ctr"/>
            <a:endParaRPr lang="pt-BR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pPr algn="ctr"/>
            <a:r>
              <a:rPr lang="pt-BR" b="1" dirty="0">
                <a:solidFill>
                  <a:srgbClr val="C00000"/>
                </a:solidFill>
                <a:latin typeface="Aptos" panose="020B0004020202020204" pitchFamily="34" charset="0"/>
              </a:rPr>
              <a:t>Contém 85 g de ácido H</a:t>
            </a:r>
            <a:r>
              <a:rPr lang="pt-BR" b="1" baseline="-25000" dirty="0">
                <a:solidFill>
                  <a:srgbClr val="C00000"/>
                </a:solidFill>
                <a:latin typeface="Aptos" panose="020B0004020202020204" pitchFamily="34" charset="0"/>
              </a:rPr>
              <a:t>3</a:t>
            </a:r>
            <a:r>
              <a:rPr lang="pt-BR" b="1" dirty="0">
                <a:solidFill>
                  <a:srgbClr val="C00000"/>
                </a:solidFill>
                <a:latin typeface="Aptos" panose="020B0004020202020204" pitchFamily="34" charset="0"/>
              </a:rPr>
              <a:t>PO</a:t>
            </a:r>
            <a:r>
              <a:rPr lang="pt-BR" b="1" baseline="-25000" dirty="0">
                <a:solidFill>
                  <a:srgbClr val="C00000"/>
                </a:solidFill>
                <a:latin typeface="Aptos" panose="020B0004020202020204" pitchFamily="34" charset="0"/>
              </a:rPr>
              <a:t>4</a:t>
            </a:r>
            <a:r>
              <a:rPr lang="pt-BR" b="1" dirty="0">
                <a:solidFill>
                  <a:srgbClr val="C00000"/>
                </a:solidFill>
                <a:latin typeface="Aptos" panose="020B0004020202020204" pitchFamily="34" charset="0"/>
              </a:rPr>
              <a:t> em 100 g de solução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58EE04E8-B532-80AF-5F4B-C99352B83168}"/>
              </a:ext>
            </a:extLst>
          </p:cNvPr>
          <p:cNvSpPr/>
          <p:nvPr/>
        </p:nvSpPr>
        <p:spPr>
          <a:xfrm>
            <a:off x="6652498" y="5036950"/>
            <a:ext cx="4963346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altLang="pt-BR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Álcool etílico (C</a:t>
            </a:r>
            <a:r>
              <a:rPr lang="pt-BR" altLang="pt-BR" baseline="-25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2</a:t>
            </a:r>
            <a:r>
              <a:rPr lang="pt-BR" altLang="pt-BR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H</a:t>
            </a:r>
            <a:r>
              <a:rPr lang="pt-BR" altLang="pt-BR" baseline="-25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5</a:t>
            </a:r>
            <a:r>
              <a:rPr lang="pt-BR" altLang="pt-BR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OH) 70</a:t>
            </a:r>
            <a:r>
              <a:rPr lang="pt-BR" altLang="pt-BR" baseline="30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pt-BR" altLang="pt-BR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 INPM* = 70 % (m/m)</a:t>
            </a:r>
          </a:p>
          <a:p>
            <a:pPr algn="ctr"/>
            <a:endParaRPr lang="pt-BR" altLang="pt-BR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pPr algn="ctr"/>
            <a:r>
              <a:rPr lang="pt-BR" altLang="pt-BR" b="1" dirty="0">
                <a:solidFill>
                  <a:srgbClr val="C00000"/>
                </a:solidFill>
                <a:latin typeface="Aptos" panose="020B0004020202020204" pitchFamily="34" charset="0"/>
              </a:rPr>
              <a:t> Contém 70 g de C</a:t>
            </a:r>
            <a:r>
              <a:rPr lang="pt-BR" altLang="pt-BR" b="1" baseline="-25000" dirty="0">
                <a:solidFill>
                  <a:srgbClr val="C00000"/>
                </a:solidFill>
                <a:latin typeface="Aptos" panose="020B0004020202020204" pitchFamily="34" charset="0"/>
              </a:rPr>
              <a:t>2</a:t>
            </a:r>
            <a:r>
              <a:rPr lang="pt-BR" altLang="pt-BR" b="1" dirty="0">
                <a:solidFill>
                  <a:srgbClr val="C00000"/>
                </a:solidFill>
                <a:latin typeface="Aptos" panose="020B0004020202020204" pitchFamily="34" charset="0"/>
              </a:rPr>
              <a:t>H</a:t>
            </a:r>
            <a:r>
              <a:rPr lang="pt-BR" altLang="pt-BR" b="1" baseline="-25000" dirty="0">
                <a:solidFill>
                  <a:srgbClr val="C00000"/>
                </a:solidFill>
                <a:latin typeface="Aptos" panose="020B0004020202020204" pitchFamily="34" charset="0"/>
              </a:rPr>
              <a:t>5</a:t>
            </a:r>
            <a:r>
              <a:rPr lang="pt-BR" altLang="pt-BR" b="1" dirty="0">
                <a:solidFill>
                  <a:srgbClr val="C00000"/>
                </a:solidFill>
                <a:latin typeface="Aptos" panose="020B0004020202020204" pitchFamily="34" charset="0"/>
              </a:rPr>
              <a:t>OH em 100 g de solução</a:t>
            </a:r>
          </a:p>
        </p:txBody>
      </p:sp>
    </p:spTree>
    <p:extLst>
      <p:ext uri="{BB962C8B-B14F-4D97-AF65-F5344CB8AC3E}">
        <p14:creationId xmlns:p14="http://schemas.microsoft.com/office/powerpoint/2010/main" val="5153816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E971C-8F78-C68E-D0A3-3C436C493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261DD74-C3BD-3FAF-E57B-052A2979F8D5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Cálculos em química analítica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92D5936-B3C3-A443-6B55-F5E32AB1516D}"/>
              </a:ext>
            </a:extLst>
          </p:cNvPr>
          <p:cNvSpPr/>
          <p:nvPr/>
        </p:nvSpPr>
        <p:spPr>
          <a:xfrm>
            <a:off x="525590" y="929499"/>
            <a:ext cx="5341811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Clr>
                <a:schemeClr val="accent1">
                  <a:lumMod val="75000"/>
                </a:schemeClr>
              </a:buClr>
            </a:pPr>
            <a:endParaRPr lang="pt-BR" sz="2400" b="1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buClr>
                <a:schemeClr val="accent1">
                  <a:lumMod val="75000"/>
                </a:schemeClr>
              </a:buClr>
            </a:pP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% v/v: 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comumente usado para especificar a concentração de um soluto preparado pela diluição de um composto líquido puro em outro líquido;</a:t>
            </a:r>
          </a:p>
          <a:p>
            <a:pPr algn="just">
              <a:buClr>
                <a:schemeClr val="accent1">
                  <a:lumMod val="75000"/>
                </a:schemeClr>
              </a:buClr>
            </a:pPr>
            <a:endParaRPr lang="pt-BR" sz="24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buClr>
                <a:schemeClr val="accent1">
                  <a:lumMod val="75000"/>
                </a:schemeClr>
              </a:buClr>
            </a:pPr>
            <a:endParaRPr lang="pt-BR" sz="24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buClr>
                <a:schemeClr val="accent1">
                  <a:lumMod val="75000"/>
                </a:schemeClr>
              </a:buClr>
            </a:pPr>
            <a:endParaRPr lang="pt-BR" sz="2400" b="1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buClr>
                <a:schemeClr val="accent1">
                  <a:lumMod val="75000"/>
                </a:schemeClr>
              </a:buClr>
            </a:pP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% m/v: 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é geralmente empregado para indicar a composição de soluções aquosas diluídas de reagentes sólidos.</a:t>
            </a:r>
          </a:p>
          <a:p>
            <a:pPr algn="just">
              <a:buClr>
                <a:schemeClr val="accent1">
                  <a:lumMod val="75000"/>
                </a:schemeClr>
              </a:buClr>
            </a:pPr>
            <a:endParaRPr lang="pt-BR" sz="2400" dirty="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m 5" descr="Álcool Prolink 96° 1l - PROLINK - PRO15275A">
            <a:extLst>
              <a:ext uri="{FF2B5EF4-FFF2-40B4-BE49-F238E27FC236}">
                <a16:creationId xmlns:a16="http://schemas.microsoft.com/office/drawing/2014/main" id="{22A170A7-020C-236C-D12E-F9613D33CF89}"/>
              </a:ext>
            </a:extLst>
          </p:cNvPr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89" r="30148"/>
          <a:stretch/>
        </p:blipFill>
        <p:spPr bwMode="auto">
          <a:xfrm>
            <a:off x="6324601" y="830262"/>
            <a:ext cx="1027629" cy="254606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4" descr="Soro Fisiológico L.B.S 250ml | Farmagora">
            <a:extLst>
              <a:ext uri="{FF2B5EF4-FFF2-40B4-BE49-F238E27FC236}">
                <a16:creationId xmlns:a16="http://schemas.microsoft.com/office/drawing/2014/main" id="{2FF34314-C04E-AEB8-C5EA-9DE15CF829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58" t="4681" r="31542" b="3340"/>
          <a:stretch/>
        </p:blipFill>
        <p:spPr bwMode="auto">
          <a:xfrm>
            <a:off x="10746804" y="3494316"/>
            <a:ext cx="1238367" cy="2535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D45F00C8-12F9-5069-AF1C-A83913914446}"/>
              </a:ext>
            </a:extLst>
          </p:cNvPr>
          <p:cNvSpPr/>
          <p:nvPr/>
        </p:nvSpPr>
        <p:spPr>
          <a:xfrm>
            <a:off x="7652657" y="1364628"/>
            <a:ext cx="433251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altLang="pt-BR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Ácido fosfórico Álcool etílico (C2H5OH) 96° GL (Gay-Lussac) = 96 % (v/v)</a:t>
            </a:r>
          </a:p>
          <a:p>
            <a:pPr algn="ctr"/>
            <a:endParaRPr lang="pt-BR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pPr algn="ctr"/>
            <a:r>
              <a:rPr lang="pt-BR" b="1" dirty="0">
                <a:solidFill>
                  <a:srgbClr val="C00000"/>
                </a:solidFill>
                <a:latin typeface="Aptos" panose="020B0004020202020204" pitchFamily="34" charset="0"/>
              </a:rPr>
              <a:t>Contém 96 </a:t>
            </a:r>
            <a:r>
              <a:rPr lang="pt-BR" b="1" dirty="0" err="1">
                <a:solidFill>
                  <a:srgbClr val="C00000"/>
                </a:solidFill>
                <a:latin typeface="Aptos" panose="020B0004020202020204" pitchFamily="34" charset="0"/>
              </a:rPr>
              <a:t>mL</a:t>
            </a:r>
            <a:r>
              <a:rPr lang="pt-BR" b="1" dirty="0">
                <a:solidFill>
                  <a:srgbClr val="C00000"/>
                </a:solidFill>
                <a:latin typeface="Aptos" panose="020B0004020202020204" pitchFamily="34" charset="0"/>
              </a:rPr>
              <a:t> de C</a:t>
            </a:r>
            <a:r>
              <a:rPr lang="pt-BR" b="1" baseline="-25000" dirty="0">
                <a:solidFill>
                  <a:srgbClr val="C00000"/>
                </a:solidFill>
                <a:latin typeface="Aptos" panose="020B0004020202020204" pitchFamily="34" charset="0"/>
              </a:rPr>
              <a:t>2</a:t>
            </a:r>
            <a:r>
              <a:rPr lang="pt-BR" b="1" dirty="0">
                <a:solidFill>
                  <a:srgbClr val="C00000"/>
                </a:solidFill>
                <a:latin typeface="Aptos" panose="020B0004020202020204" pitchFamily="34" charset="0"/>
              </a:rPr>
              <a:t>H</a:t>
            </a:r>
            <a:r>
              <a:rPr lang="pt-BR" b="1" baseline="-25000" dirty="0">
                <a:solidFill>
                  <a:srgbClr val="C00000"/>
                </a:solidFill>
                <a:latin typeface="Aptos" panose="020B0004020202020204" pitchFamily="34" charset="0"/>
              </a:rPr>
              <a:t>5</a:t>
            </a:r>
            <a:r>
              <a:rPr lang="pt-BR" b="1" dirty="0">
                <a:solidFill>
                  <a:srgbClr val="C00000"/>
                </a:solidFill>
                <a:latin typeface="Aptos" panose="020B0004020202020204" pitchFamily="34" charset="0"/>
              </a:rPr>
              <a:t>OH em 100 </a:t>
            </a:r>
            <a:r>
              <a:rPr lang="pt-BR" b="1" dirty="0" err="1">
                <a:solidFill>
                  <a:srgbClr val="C00000"/>
                </a:solidFill>
                <a:latin typeface="Aptos" panose="020B0004020202020204" pitchFamily="34" charset="0"/>
              </a:rPr>
              <a:t>mL</a:t>
            </a:r>
            <a:r>
              <a:rPr lang="pt-BR" b="1" dirty="0">
                <a:solidFill>
                  <a:srgbClr val="C00000"/>
                </a:solidFill>
                <a:latin typeface="Aptos" panose="020B0004020202020204" pitchFamily="34" charset="0"/>
              </a:rPr>
              <a:t> de solução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FBEDFFA-CFEB-6C5C-85B5-8782F8085C78}"/>
              </a:ext>
            </a:extLst>
          </p:cNvPr>
          <p:cNvSpPr/>
          <p:nvPr/>
        </p:nvSpPr>
        <p:spPr>
          <a:xfrm>
            <a:off x="6140845" y="4321866"/>
            <a:ext cx="433251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altLang="pt-BR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Solução de cloreto de sódio à 0,9 % (m/v)</a:t>
            </a:r>
          </a:p>
          <a:p>
            <a:pPr algn="ctr"/>
            <a:endParaRPr lang="pt-BR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pPr algn="ctr"/>
            <a:r>
              <a:rPr lang="pt-BR" b="1" dirty="0">
                <a:solidFill>
                  <a:srgbClr val="C00000"/>
                </a:solidFill>
                <a:latin typeface="Aptos" panose="020B0004020202020204" pitchFamily="34" charset="0"/>
              </a:rPr>
              <a:t>Contém 0,9 g de </a:t>
            </a:r>
            <a:r>
              <a:rPr lang="pt-BR" b="1" dirty="0" err="1">
                <a:solidFill>
                  <a:srgbClr val="C00000"/>
                </a:solidFill>
                <a:latin typeface="Aptos" panose="020B0004020202020204" pitchFamily="34" charset="0"/>
              </a:rPr>
              <a:t>NaCl</a:t>
            </a:r>
            <a:r>
              <a:rPr lang="pt-BR" b="1" dirty="0">
                <a:solidFill>
                  <a:srgbClr val="C00000"/>
                </a:solidFill>
                <a:latin typeface="Aptos" panose="020B0004020202020204" pitchFamily="34" charset="0"/>
              </a:rPr>
              <a:t> em 100 </a:t>
            </a:r>
            <a:r>
              <a:rPr lang="pt-BR" b="1" dirty="0" err="1">
                <a:solidFill>
                  <a:srgbClr val="C00000"/>
                </a:solidFill>
                <a:latin typeface="Aptos" panose="020B0004020202020204" pitchFamily="34" charset="0"/>
              </a:rPr>
              <a:t>mL</a:t>
            </a:r>
            <a:r>
              <a:rPr lang="pt-BR" b="1" dirty="0">
                <a:solidFill>
                  <a:srgbClr val="C00000"/>
                </a:solidFill>
                <a:latin typeface="Aptos" panose="020B0004020202020204" pitchFamily="34" charset="0"/>
              </a:rPr>
              <a:t> de solução</a:t>
            </a:r>
          </a:p>
        </p:txBody>
      </p:sp>
    </p:spTree>
    <p:extLst>
      <p:ext uri="{BB962C8B-B14F-4D97-AF65-F5344CB8AC3E}">
        <p14:creationId xmlns:p14="http://schemas.microsoft.com/office/powerpoint/2010/main" val="20897100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A70A0-47FD-19C4-4033-08346F559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7C231E1-A2F1-DF72-7965-5D48F742942D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Cálculos em química analítica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EF3E8A5-AA46-D34C-9E26-8A82E27CBA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615" y="714822"/>
            <a:ext cx="11336762" cy="28992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accent1">
                <a:lumMod val="75000"/>
              </a:schemeClr>
            </a:solidFill>
            <a:prstDash val="solid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80000"/>
              </a:lnSpc>
            </a:pP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Densidade absoluta (ou massa específica), </a:t>
            </a:r>
            <a:r>
              <a:rPr lang="el-GR" sz="2400" b="1" i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ρ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, e densidade relativa, d, da solução</a:t>
            </a:r>
          </a:p>
          <a:p>
            <a:pPr algn="just">
              <a:lnSpc>
                <a:spcPct val="80000"/>
              </a:lnSpc>
            </a:pPr>
            <a:endParaRPr lang="pt-BR" sz="2400" b="1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pPr marL="342900" indent="-342900" algn="just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2400" b="1" dirty="0">
                <a:latin typeface="Aptos" panose="020B0004020202020204" pitchFamily="34" charset="0"/>
              </a:rPr>
              <a:t>Densidade absoluta (</a:t>
            </a:r>
            <a:r>
              <a:rPr lang="el-GR" sz="2400" b="1" i="1" dirty="0">
                <a:latin typeface="Aptos" panose="020B0004020202020204" pitchFamily="34" charset="0"/>
              </a:rPr>
              <a:t>ρ</a:t>
            </a:r>
            <a:r>
              <a:rPr lang="pt-BR" sz="2400" b="1" dirty="0">
                <a:latin typeface="Aptos" panose="020B0004020202020204" pitchFamily="34" charset="0"/>
              </a:rPr>
              <a:t>)</a:t>
            </a:r>
            <a:r>
              <a:rPr lang="pt-BR" sz="2400" dirty="0">
                <a:latin typeface="Aptos" panose="020B0004020202020204" pitchFamily="34" charset="0"/>
              </a:rPr>
              <a:t> = massa da solução/volume da solução</a:t>
            </a:r>
          </a:p>
          <a:p>
            <a:pPr marL="342900" indent="-342900" algn="just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2400" dirty="0">
                <a:latin typeface="Aptos" panose="020B0004020202020204" pitchFamily="34" charset="0"/>
              </a:rPr>
              <a:t>Unidades (</a:t>
            </a:r>
            <a:r>
              <a:rPr lang="el-GR" sz="2400" i="1" dirty="0">
                <a:latin typeface="Aptos" panose="020B0004020202020204" pitchFamily="34" charset="0"/>
              </a:rPr>
              <a:t>ρ</a:t>
            </a:r>
            <a:r>
              <a:rPr lang="pt-BR" sz="2400" dirty="0">
                <a:latin typeface="Aptos" panose="020B0004020202020204" pitchFamily="34" charset="0"/>
              </a:rPr>
              <a:t>): (g/</a:t>
            </a:r>
            <a:r>
              <a:rPr lang="pt-BR" sz="2400" dirty="0" err="1">
                <a:latin typeface="Aptos" panose="020B0004020202020204" pitchFamily="34" charset="0"/>
              </a:rPr>
              <a:t>mL</a:t>
            </a:r>
            <a:r>
              <a:rPr lang="pt-BR" sz="2400" dirty="0">
                <a:latin typeface="Aptos" panose="020B0004020202020204" pitchFamily="34" charset="0"/>
              </a:rPr>
              <a:t>) ou (g/cm</a:t>
            </a:r>
            <a:r>
              <a:rPr lang="pt-BR" sz="2400" baseline="30000" dirty="0">
                <a:latin typeface="Aptos" panose="020B0004020202020204" pitchFamily="34" charset="0"/>
              </a:rPr>
              <a:t>3</a:t>
            </a:r>
            <a:r>
              <a:rPr lang="pt-BR" sz="2400" dirty="0">
                <a:latin typeface="Aptos" panose="020B0004020202020204" pitchFamily="34" charset="0"/>
              </a:rPr>
              <a:t>) ou (kg/L)</a:t>
            </a:r>
          </a:p>
          <a:p>
            <a:pPr marL="342900" indent="-342900" algn="just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endParaRPr lang="pt-BR" sz="2400" dirty="0">
              <a:latin typeface="Aptos" panose="020B0004020202020204" pitchFamily="34" charset="0"/>
            </a:endParaRPr>
          </a:p>
          <a:p>
            <a:pPr marL="342900" indent="-342900" algn="just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2400" b="1" dirty="0">
                <a:latin typeface="Aptos" panose="020B0004020202020204" pitchFamily="34" charset="0"/>
              </a:rPr>
              <a:t>Densidade relativa (d)</a:t>
            </a:r>
            <a:r>
              <a:rPr lang="pt-BR" sz="2400" dirty="0">
                <a:latin typeface="Aptos" panose="020B0004020202020204" pitchFamily="34" charset="0"/>
              </a:rPr>
              <a:t> = densidade absoluta da solução/densidade do solvente (geralmente água, </a:t>
            </a:r>
            <a:r>
              <a:rPr lang="el-GR" sz="2400" i="1" dirty="0">
                <a:latin typeface="Aptos" panose="020B0004020202020204" pitchFamily="34" charset="0"/>
              </a:rPr>
              <a:t>ρ </a:t>
            </a:r>
            <a:r>
              <a:rPr lang="pt-BR" sz="2400" i="1" dirty="0">
                <a:latin typeface="Aptos" panose="020B0004020202020204" pitchFamily="34" charset="0"/>
              </a:rPr>
              <a:t>= </a:t>
            </a:r>
            <a:r>
              <a:rPr lang="pt-BR" sz="2400" dirty="0">
                <a:latin typeface="Aptos" panose="020B0004020202020204" pitchFamily="34" charset="0"/>
              </a:rPr>
              <a:t>1,00 g/</a:t>
            </a:r>
            <a:r>
              <a:rPr lang="pt-BR" sz="2400" dirty="0" err="1">
                <a:latin typeface="Aptos" panose="020B0004020202020204" pitchFamily="34" charset="0"/>
              </a:rPr>
              <a:t>mL</a:t>
            </a:r>
            <a:r>
              <a:rPr lang="pt-BR" sz="2400" dirty="0">
                <a:latin typeface="Aptos" panose="020B0004020202020204" pitchFamily="34" charset="0"/>
              </a:rPr>
              <a:t>);</a:t>
            </a:r>
          </a:p>
          <a:p>
            <a:pPr marL="342900" indent="-342900" algn="just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2400" dirty="0">
                <a:latin typeface="Aptos" panose="020B0004020202020204" pitchFamily="34" charset="0"/>
              </a:rPr>
              <a:t>Unidades (d) = adimensional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031FEDB-5D84-4DFF-E143-6B41F5F1BA17}"/>
              </a:ext>
            </a:extLst>
          </p:cNvPr>
          <p:cNvSpPr/>
          <p:nvPr/>
        </p:nvSpPr>
        <p:spPr>
          <a:xfrm>
            <a:off x="427615" y="3979165"/>
            <a:ext cx="1133676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Clr>
                <a:schemeClr val="accent1">
                  <a:lumMod val="75000"/>
                </a:schemeClr>
              </a:buClr>
            </a:pP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Exemplo 9: 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Calcule a concentração da solução de NH</a:t>
            </a:r>
            <a:r>
              <a:rPr lang="pt-BR" sz="2400" baseline="-25000" dirty="0">
                <a:latin typeface="Aptos" panose="020B0004020202020204" pitchFamily="34" charset="0"/>
                <a:cs typeface="Arial" panose="020B0604020202020204" pitchFamily="34" charset="0"/>
              </a:rPr>
              <a:t>3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, preparada pela diluição de 8,45 </a:t>
            </a:r>
            <a:r>
              <a:rPr lang="pt-BR" sz="2400" dirty="0" err="1">
                <a:latin typeface="Aptos" panose="020B0004020202020204" pitchFamily="34" charset="0"/>
                <a:cs typeface="Arial" panose="020B0604020202020204" pitchFamily="34" charset="0"/>
              </a:rPr>
              <a:t>mL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 da solução concentrada de NH</a:t>
            </a:r>
            <a:r>
              <a:rPr lang="pt-BR" sz="2400" baseline="-25000" dirty="0">
                <a:latin typeface="Aptos" panose="020B0004020202020204" pitchFamily="34" charset="0"/>
                <a:cs typeface="Arial" panose="020B0604020202020204" pitchFamily="34" charset="0"/>
              </a:rPr>
              <a:t>3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 (28 % m/m; </a:t>
            </a:r>
            <a:r>
              <a:rPr lang="el-GR" sz="2400" i="1" dirty="0">
                <a:latin typeface="Aptos" panose="020B0004020202020204" pitchFamily="34" charset="0"/>
              </a:rPr>
              <a:t>ρ</a:t>
            </a:r>
            <a:r>
              <a:rPr lang="pt-BR" sz="2400" i="1" baseline="-25000" dirty="0">
                <a:latin typeface="Aptos" panose="020B0004020202020204" pitchFamily="34" charset="0"/>
              </a:rPr>
              <a:t>s</a:t>
            </a:r>
            <a:r>
              <a:rPr lang="pt-BR" sz="2400" baseline="-25000" dirty="0">
                <a:latin typeface="Aptos" panose="020B0004020202020204" pitchFamily="34" charset="0"/>
                <a:cs typeface="Arial" panose="020B0604020202020204" pitchFamily="34" charset="0"/>
              </a:rPr>
              <a:t>ol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 = 0,899 g/</a:t>
            </a:r>
            <a:r>
              <a:rPr lang="pt-BR" sz="2400" dirty="0" err="1">
                <a:latin typeface="Aptos" panose="020B0004020202020204" pitchFamily="34" charset="0"/>
                <a:cs typeface="Arial" panose="020B0604020202020204" pitchFamily="34" charset="0"/>
              </a:rPr>
              <a:t>mL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) em 500,0 </a:t>
            </a:r>
            <a:r>
              <a:rPr lang="pt-BR" sz="2400" dirty="0" err="1">
                <a:latin typeface="Aptos" panose="020B0004020202020204" pitchFamily="34" charset="0"/>
                <a:cs typeface="Arial" panose="020B0604020202020204" pitchFamily="34" charset="0"/>
              </a:rPr>
              <a:t>mL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. Considere MM</a:t>
            </a:r>
            <a:r>
              <a:rPr lang="pt-BR" sz="2400" baseline="-25000" dirty="0">
                <a:latin typeface="Aptos" panose="020B0004020202020204" pitchFamily="34" charset="0"/>
                <a:cs typeface="Arial" panose="020B0604020202020204" pitchFamily="34" charset="0"/>
              </a:rPr>
              <a:t>NH3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 = 17,0306 g/mol.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A69ED88-54C1-B9C5-E7AD-9C9B86D0E72E}"/>
              </a:ext>
            </a:extLst>
          </p:cNvPr>
          <p:cNvSpPr/>
          <p:nvPr/>
        </p:nvSpPr>
        <p:spPr>
          <a:xfrm>
            <a:off x="3323900" y="5544582"/>
            <a:ext cx="5544191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Resposta: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itchFamily="18" charset="2"/>
              </a:rPr>
              <a:t> C</a:t>
            </a:r>
            <a:r>
              <a:rPr lang="pt-BR" sz="2400" baseline="-25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itchFamily="18" charset="2"/>
              </a:rPr>
              <a:t>NH3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itchFamily="18" charset="2"/>
              </a:rPr>
              <a:t>= 0,250 mol.L</a:t>
            </a:r>
            <a:r>
              <a:rPr lang="pt-BR" sz="2400" baseline="30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itchFamily="18" charset="2"/>
              </a:rPr>
              <a:t>-1</a:t>
            </a:r>
            <a:endParaRPr lang="pt-BR" sz="2400" baseline="30000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5610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51676-7D49-EFE2-BA15-10459F466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9559DF4-602E-F9F1-B3AE-2562B978540B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Cálculos em química analítica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120C5FA8-21B6-2CC9-988E-21A213C2562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7615" y="714822"/>
                <a:ext cx="11336762" cy="400609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254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80000"/>
                  </a:lnSpc>
                </a:pPr>
                <a:r>
                  <a:rPr lang="pt-BR" sz="2400" b="1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Concentração em partes por milhão (</a:t>
                </a:r>
                <a:r>
                  <a:rPr lang="pt-BR" sz="2400" b="1" dirty="0" err="1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ppm</a:t>
                </a:r>
                <a:r>
                  <a:rPr lang="pt-BR" sz="2400" b="1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) e partes por bilhão (</a:t>
                </a:r>
                <a:r>
                  <a:rPr lang="pt-BR" sz="2400" b="1" dirty="0" err="1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ppb</a:t>
                </a:r>
                <a:r>
                  <a:rPr lang="pt-BR" sz="2400" b="1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): </a:t>
                </a:r>
                <a:r>
                  <a:rPr lang="pt-BR" sz="2400" dirty="0">
                    <a:latin typeface="Aptos" panose="020B0004020202020204" pitchFamily="34" charset="0"/>
                  </a:rPr>
                  <a:t>muito usadas em Química Analítica para soluções muito diluídas</a:t>
                </a:r>
              </a:p>
              <a:p>
                <a:pPr algn="just">
                  <a:lnSpc>
                    <a:spcPct val="80000"/>
                  </a:lnSpc>
                </a:pPr>
                <a:endParaRPr lang="pt-BR" sz="2400" b="1" dirty="0">
                  <a:solidFill>
                    <a:schemeClr val="accent1">
                      <a:lumMod val="50000"/>
                    </a:schemeClr>
                  </a:solidFill>
                  <a:latin typeface="Aptos" panose="020B0004020202020204" pitchFamily="34" charset="0"/>
                </a:endParaRPr>
              </a:p>
              <a:p>
                <a:pPr algn="just">
                  <a:lnSpc>
                    <a:spcPct val="8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𝑝𝑝𝑚</m:t>
                          </m:r>
                        </m:sub>
                      </m:sSub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𝑚𝑎𝑠𝑠𝑎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𝑑𝑜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𝑠𝑜𝑙𝑢𝑡𝑜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𝑚𝑔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𝑣𝑜𝑙𝑢𝑚𝑒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𝑑𝑎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𝑠𝑜𝑙𝑢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çã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pt-BR" sz="240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𝑚𝑎𝑠𝑠𝑎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𝑑𝑜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𝑠𝑜𝑙𝑢𝑡𝑜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𝑚𝑎𝑠𝑠𝑎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𝑑𝑎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𝑠𝑜𝑙𝑢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çã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pt-BR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2400" i="1">
                          <a:latin typeface="Cambria Math" panose="02040503050406030204" pitchFamily="18" charset="0"/>
                        </a:rPr>
                        <m:t>𝑥</m:t>
                      </m:r>
                      <m:sSup>
                        <m:sSupPr>
                          <m:ctrlPr>
                            <a:rPr lang="pt-BR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pt-BR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lang="pt-BR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2400" i="1">
                          <a:latin typeface="Cambria Math" panose="02040503050406030204" pitchFamily="18" charset="0"/>
                        </a:rPr>
                        <m:t>𝑝𝑝𝑚</m:t>
                      </m:r>
                    </m:oMath>
                  </m:oMathPara>
                </a14:m>
                <a:endParaRPr lang="pt-BR" sz="2400" b="1" dirty="0">
                  <a:solidFill>
                    <a:schemeClr val="accent1">
                      <a:lumMod val="50000"/>
                    </a:schemeClr>
                  </a:solidFill>
                  <a:latin typeface="Aptos" panose="020B0004020202020204" pitchFamily="34" charset="0"/>
                </a:endParaRPr>
              </a:p>
              <a:p>
                <a:pPr algn="just">
                  <a:lnSpc>
                    <a:spcPct val="80000"/>
                  </a:lnSpc>
                </a:pPr>
                <a:endParaRPr lang="pt-BR" sz="2400" b="1" dirty="0">
                  <a:solidFill>
                    <a:schemeClr val="accent1">
                      <a:lumMod val="50000"/>
                    </a:schemeClr>
                  </a:solidFill>
                  <a:latin typeface="Aptos" panose="020B0004020202020204" pitchFamily="34" charset="0"/>
                </a:endParaRPr>
              </a:p>
              <a:p>
                <a:pPr algn="just">
                  <a:lnSpc>
                    <a:spcPct val="8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𝑝𝑝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𝑚𝑎𝑠𝑠𝑎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𝑑𝑜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𝑠𝑜𝑙𝑢𝑡𝑜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𝑣𝑜𝑙𝑢𝑚𝑒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𝑑𝑎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𝑠𝑜𝑙𝑢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çã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pt-BR" sz="240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𝑚𝑎𝑠𝑠𝑎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𝑑𝑜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𝑠𝑜𝑙𝑢𝑡𝑜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𝑚𝑎𝑠𝑠𝑎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𝑑𝑎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𝑠𝑜𝑙𝑢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çã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pt-BR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400" i="1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pt-BR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pt-BR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sup>
                      </m:sSup>
                      <m:r>
                        <a:rPr lang="pt-BR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2400" i="1">
                          <a:latin typeface="Cambria Math" panose="02040503050406030204" pitchFamily="18" charset="0"/>
                        </a:rPr>
                        <m:t>𝑝𝑝𝑏</m:t>
                      </m:r>
                      <m:r>
                        <a:rPr lang="pt-BR" sz="24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pt-BR" sz="2400" dirty="0"/>
              </a:p>
              <a:p>
                <a:pPr algn="just">
                  <a:lnSpc>
                    <a:spcPct val="80000"/>
                  </a:lnSpc>
                </a:pPr>
                <a:endParaRPr lang="pt-BR" sz="2400" dirty="0"/>
              </a:p>
              <a:p>
                <a:pPr algn="just">
                  <a:lnSpc>
                    <a:spcPct val="80000"/>
                  </a:lnSpc>
                </a:pPr>
                <a:r>
                  <a:rPr lang="pt-BR" sz="2400" dirty="0">
                    <a:latin typeface="Aptos" panose="020B0004020202020204" pitchFamily="34" charset="0"/>
                  </a:rPr>
                  <a:t>Em </a:t>
                </a:r>
                <a:r>
                  <a:rPr lang="pt-BR" sz="2400" b="1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Oceanografia</a:t>
                </a:r>
                <a:r>
                  <a:rPr lang="pt-BR" sz="2400" dirty="0">
                    <a:latin typeface="Aptos" panose="020B0004020202020204" pitchFamily="34" charset="0"/>
                  </a:rPr>
                  <a:t> o termo partes por  mil (</a:t>
                </a:r>
                <a:r>
                  <a:rPr lang="pt-BR" sz="2400" dirty="0" err="1">
                    <a:latin typeface="Aptos" panose="020B0004020202020204" pitchFamily="34" charset="0"/>
                  </a:rPr>
                  <a:t>ppmil</a:t>
                </a:r>
                <a:r>
                  <a:rPr lang="pt-BR" sz="2400" dirty="0">
                    <a:latin typeface="Aptos" panose="020B0004020202020204" pitchFamily="34" charset="0"/>
                  </a:rPr>
                  <a:t>) também é muito usado:</a:t>
                </a:r>
              </a:p>
              <a:p>
                <a:pPr algn="just">
                  <a:lnSpc>
                    <a:spcPct val="80000"/>
                  </a:lnSpc>
                </a:pPr>
                <a:endParaRPr lang="pt-BR" sz="2400" dirty="0">
                  <a:latin typeface="Aptos" panose="020B0004020202020204" pitchFamily="34" charset="0"/>
                </a:endParaRPr>
              </a:p>
              <a:p>
                <a:pPr algn="just">
                  <a:lnSpc>
                    <a:spcPct val="8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𝑝𝑝𝑚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𝑖𝑙</m:t>
                          </m:r>
                        </m:sub>
                      </m:sSub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𝑚𝑎𝑠𝑠𝑎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𝑑𝑜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𝑠𝑜𝑙𝑢𝑡𝑜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𝑚𝑎𝑠𝑠𝑎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𝑑𝑎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𝑠𝑜𝑙𝑢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çã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sSup>
                        <m:sSupPr>
                          <m:ctrlPr>
                            <a:rPr lang="pt-BR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10</m:t>
                          </m:r>
                        </m:e>
                        <m:sup>
                          <m:r>
                            <a:rPr lang="pt-BR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pt-BR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𝑝𝑝𝑚𝑖𝑙</m:t>
                      </m:r>
                    </m:oMath>
                  </m:oMathPara>
                </a14:m>
                <a:endParaRPr lang="pt-BR" sz="24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120C5FA8-21B6-2CC9-988E-21A213C256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7615" y="714822"/>
                <a:ext cx="11336762" cy="4006097"/>
              </a:xfrm>
              <a:prstGeom prst="rect">
                <a:avLst/>
              </a:prstGeom>
              <a:blipFill>
                <a:blip r:embed="rId2"/>
                <a:stretch>
                  <a:fillRect l="-697" t="-2421" r="-751"/>
                </a:stretch>
              </a:blipFill>
              <a:ln w="254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tângulo 3">
            <a:extLst>
              <a:ext uri="{FF2B5EF4-FFF2-40B4-BE49-F238E27FC236}">
                <a16:creationId xmlns:a16="http://schemas.microsoft.com/office/drawing/2014/main" id="{19A5A9ED-89EB-C575-6E14-73E49BEA42DD}"/>
              </a:ext>
            </a:extLst>
          </p:cNvPr>
          <p:cNvSpPr/>
          <p:nvPr/>
        </p:nvSpPr>
        <p:spPr>
          <a:xfrm>
            <a:off x="427615" y="4818891"/>
            <a:ext cx="1133676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Clr>
                <a:schemeClr val="accent1">
                  <a:lumMod val="75000"/>
                </a:schemeClr>
              </a:buClr>
            </a:pP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Exemplo 10: 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Qual é a concentração molar do K</a:t>
            </a:r>
            <a:r>
              <a:rPr lang="pt-BR" sz="2400" baseline="30000" dirty="0">
                <a:latin typeface="Aptos" panose="020B0004020202020204" pitchFamily="34" charset="0"/>
                <a:cs typeface="Arial" panose="020B0604020202020204" pitchFamily="34" charset="0"/>
              </a:rPr>
              <a:t>+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 em uma solução que contém 63,3 </a:t>
            </a:r>
            <a:r>
              <a:rPr lang="pt-BR" sz="2400" dirty="0" err="1">
                <a:latin typeface="Aptos" panose="020B0004020202020204" pitchFamily="34" charset="0"/>
                <a:cs typeface="Arial" panose="020B0604020202020204" pitchFamily="34" charset="0"/>
              </a:rPr>
              <a:t>ppm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 de K</a:t>
            </a:r>
            <a:r>
              <a:rPr lang="pt-BR" sz="2400" baseline="-25000" dirty="0">
                <a:latin typeface="Aptos" panose="020B0004020202020204" pitchFamily="34" charset="0"/>
                <a:cs typeface="Arial" panose="020B0604020202020204" pitchFamily="34" charset="0"/>
              </a:rPr>
              <a:t>3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Fe(CN)</a:t>
            </a:r>
            <a:r>
              <a:rPr lang="pt-BR" sz="2400" baseline="-25000" dirty="0">
                <a:latin typeface="Aptos" panose="020B0004020202020204" pitchFamily="34" charset="0"/>
                <a:cs typeface="Arial" panose="020B0604020202020204" pitchFamily="34" charset="0"/>
              </a:rPr>
              <a:t>6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 (329,3 g/mol)?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39F6255-6411-F40A-9F9D-AAEEB3251C7B}"/>
              </a:ext>
            </a:extLst>
          </p:cNvPr>
          <p:cNvSpPr/>
          <p:nvPr/>
        </p:nvSpPr>
        <p:spPr>
          <a:xfrm>
            <a:off x="2823641" y="5784068"/>
            <a:ext cx="6544719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Resposta: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itchFamily="18" charset="2"/>
              </a:rPr>
              <a:t> C</a:t>
            </a:r>
            <a:r>
              <a:rPr lang="pt-BR" sz="2400" baseline="-25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itchFamily="18" charset="2"/>
              </a:rPr>
              <a:t>K+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itchFamily="18" charset="2"/>
              </a:rPr>
              <a:t>= 0,000576 ou 5,76 x 10</a:t>
            </a:r>
            <a:r>
              <a:rPr lang="pt-BR" sz="2400" baseline="30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itchFamily="18" charset="2"/>
              </a:rPr>
              <a:t>-4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itchFamily="18" charset="2"/>
              </a:rPr>
              <a:t> mol.L</a:t>
            </a:r>
            <a:r>
              <a:rPr lang="pt-BR" sz="2400" baseline="30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itchFamily="18" charset="2"/>
              </a:rPr>
              <a:t>-1</a:t>
            </a:r>
            <a:endParaRPr lang="pt-BR" sz="2400" baseline="30000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CE2F506-66B3-BAE1-8A9F-3A161F314AA9}"/>
              </a:ext>
            </a:extLst>
          </p:cNvPr>
          <p:cNvSpPr txBox="1"/>
          <p:nvPr/>
        </p:nvSpPr>
        <p:spPr>
          <a:xfrm>
            <a:off x="3048000" y="29721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aseline="30000" dirty="0">
                <a:latin typeface="Aptos" panose="020B0004020202020204" pitchFamily="34" charset="0"/>
                <a:cs typeface="Arial" panose="020B0604020202020204" pitchFamily="34" charset="0"/>
              </a:rPr>
              <a:t>+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15009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061E9-85B7-7D11-3961-E93588DAD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D366170-EA26-483E-154C-EE462BAF93BC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Cálculos em química analítica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741B569-5FC4-0273-B64F-AEC1047925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619" y="3789155"/>
            <a:ext cx="11336762" cy="69461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accent1">
                <a:lumMod val="75000"/>
              </a:schemeClr>
            </a:solidFill>
            <a:prstDash val="solid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80000"/>
              </a:lnSpc>
            </a:pP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Fator de diluição (f): </a:t>
            </a:r>
            <a:r>
              <a:rPr lang="pt-BR" sz="2400" dirty="0">
                <a:latin typeface="Aptos" panose="020B0004020202020204" pitchFamily="34" charset="0"/>
              </a:rPr>
              <a:t>Fator que relaciona a concentração da solução após a sua diluição.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5A7D30A-C0AB-B91A-8691-F10CCA299808}"/>
              </a:ext>
            </a:extLst>
          </p:cNvPr>
          <p:cNvSpPr txBox="1"/>
          <p:nvPr/>
        </p:nvSpPr>
        <p:spPr>
          <a:xfrm>
            <a:off x="3048000" y="29721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aseline="30000" dirty="0">
                <a:latin typeface="Aptos" panose="020B0004020202020204" pitchFamily="34" charset="0"/>
                <a:cs typeface="Arial" panose="020B0604020202020204" pitchFamily="34" charset="0"/>
              </a:rPr>
              <a:t>+</a:t>
            </a:r>
            <a:endParaRPr lang="pt-BR" dirty="0"/>
          </a:p>
        </p:txBody>
      </p:sp>
      <p:grpSp>
        <p:nvGrpSpPr>
          <p:cNvPr id="3" name="Grupo 28">
            <a:extLst>
              <a:ext uri="{FF2B5EF4-FFF2-40B4-BE49-F238E27FC236}">
                <a16:creationId xmlns:a16="http://schemas.microsoft.com/office/drawing/2014/main" id="{97D94DD3-A65F-6B86-FEF0-0BEFD9FD7A6D}"/>
              </a:ext>
            </a:extLst>
          </p:cNvPr>
          <p:cNvGrpSpPr/>
          <p:nvPr/>
        </p:nvGrpSpPr>
        <p:grpSpPr>
          <a:xfrm>
            <a:off x="623558" y="832507"/>
            <a:ext cx="4307671" cy="2655836"/>
            <a:chOff x="216770" y="968792"/>
            <a:chExt cx="5472608" cy="3397555"/>
          </a:xfrm>
        </p:grpSpPr>
        <p:pic>
          <p:nvPicPr>
            <p:cNvPr id="8" name="Imagem 7" descr="1.4 Diluição de Solução - Diluição de Solução - Docsity">
              <a:extLst>
                <a:ext uri="{FF2B5EF4-FFF2-40B4-BE49-F238E27FC236}">
                  <a16:creationId xmlns:a16="http://schemas.microsoft.com/office/drawing/2014/main" id="{D75737CC-1070-5226-1784-257C0B1951EA}"/>
                </a:ext>
              </a:extLst>
            </p:cNvPr>
            <p:cNvPicPr/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58" t="37283" r="10745" b="2846"/>
            <a:stretch/>
          </p:blipFill>
          <p:spPr bwMode="auto">
            <a:xfrm>
              <a:off x="216770" y="968792"/>
              <a:ext cx="5472608" cy="339755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00FF"/>
              </a:solidFill>
              <a:prstDash val="solid"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tângulo 8">
                  <a:extLst>
                    <a:ext uri="{FF2B5EF4-FFF2-40B4-BE49-F238E27FC236}">
                      <a16:creationId xmlns:a16="http://schemas.microsoft.com/office/drawing/2014/main" id="{634BC91C-0CCB-ABAF-A6B3-B46CB05D7FE0}"/>
                    </a:ext>
                  </a:extLst>
                </p:cNvPr>
                <p:cNvSpPr/>
                <p:nvPr/>
              </p:nvSpPr>
              <p:spPr>
                <a:xfrm>
                  <a:off x="774859" y="2635856"/>
                  <a:ext cx="623251" cy="467499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0000FF"/>
                  </a:solidFill>
                  <a:prstDash val="solid"/>
                </a:ln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pt-B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pt-BR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Retângulo 8">
                  <a:extLst>
                    <a:ext uri="{FF2B5EF4-FFF2-40B4-BE49-F238E27FC236}">
                      <a16:creationId xmlns:a16="http://schemas.microsoft.com/office/drawing/2014/main" id="{634BC91C-0CCB-ABAF-A6B3-B46CB05D7FE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4859" y="2635856"/>
                  <a:ext cx="623251" cy="4674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12700">
                  <a:solidFill>
                    <a:srgbClr val="0000FF"/>
                  </a:solidFill>
                  <a:prstDash val="solid"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tângulo 9">
                  <a:extLst>
                    <a:ext uri="{FF2B5EF4-FFF2-40B4-BE49-F238E27FC236}">
                      <a16:creationId xmlns:a16="http://schemas.microsoft.com/office/drawing/2014/main" id="{1C557A41-AECE-72C3-8DE8-5F8F9D4CFDFE}"/>
                    </a:ext>
                  </a:extLst>
                </p:cNvPr>
                <p:cNvSpPr/>
                <p:nvPr/>
              </p:nvSpPr>
              <p:spPr>
                <a:xfrm>
                  <a:off x="718753" y="3141734"/>
                  <a:ext cx="694268" cy="467499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0000FF"/>
                  </a:solidFill>
                  <a:prstDash val="solid"/>
                </a:ln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pt-B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pt-B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pt-BR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Retângulo 9">
                  <a:extLst>
                    <a:ext uri="{FF2B5EF4-FFF2-40B4-BE49-F238E27FC236}">
                      <a16:creationId xmlns:a16="http://schemas.microsoft.com/office/drawing/2014/main" id="{1C557A41-AECE-72C3-8DE8-5F8F9D4CFDF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753" y="3141734"/>
                  <a:ext cx="694268" cy="4674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12700">
                  <a:solidFill>
                    <a:srgbClr val="0000FF"/>
                  </a:solidFill>
                  <a:prstDash val="solid"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tângulo 10">
                  <a:extLst>
                    <a:ext uri="{FF2B5EF4-FFF2-40B4-BE49-F238E27FC236}">
                      <a16:creationId xmlns:a16="http://schemas.microsoft.com/office/drawing/2014/main" id="{635F5CF4-9F91-237A-E4FE-CB09B798908D}"/>
                    </a:ext>
                  </a:extLst>
                </p:cNvPr>
                <p:cNvSpPr/>
                <p:nvPr/>
              </p:nvSpPr>
              <p:spPr>
                <a:xfrm>
                  <a:off x="4975505" y="2635856"/>
                  <a:ext cx="623251" cy="467499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0000FF"/>
                  </a:solidFill>
                  <a:prstDash val="solid"/>
                </a:ln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pt-B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pt-BR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Retângulo 10">
                  <a:extLst>
                    <a:ext uri="{FF2B5EF4-FFF2-40B4-BE49-F238E27FC236}">
                      <a16:creationId xmlns:a16="http://schemas.microsoft.com/office/drawing/2014/main" id="{635F5CF4-9F91-237A-E4FE-CB09B798908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75505" y="2635856"/>
                  <a:ext cx="623251" cy="4674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12700">
                  <a:solidFill>
                    <a:srgbClr val="0000FF"/>
                  </a:solidFill>
                  <a:prstDash val="solid"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tângulo 11">
                  <a:extLst>
                    <a:ext uri="{FF2B5EF4-FFF2-40B4-BE49-F238E27FC236}">
                      <a16:creationId xmlns:a16="http://schemas.microsoft.com/office/drawing/2014/main" id="{687FC361-5D83-8E7F-EDD6-677A25EEDDD9}"/>
                    </a:ext>
                  </a:extLst>
                </p:cNvPr>
                <p:cNvSpPr/>
                <p:nvPr/>
              </p:nvSpPr>
              <p:spPr>
                <a:xfrm>
                  <a:off x="4975505" y="3212976"/>
                  <a:ext cx="694268" cy="467499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0000FF"/>
                  </a:solidFill>
                  <a:prstDash val="solid"/>
                </a:ln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pt-B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pt-B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pt-BR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Retângulo 11">
                  <a:extLst>
                    <a:ext uri="{FF2B5EF4-FFF2-40B4-BE49-F238E27FC236}">
                      <a16:creationId xmlns:a16="http://schemas.microsoft.com/office/drawing/2014/main" id="{687FC361-5D83-8E7F-EDD6-677A25EEDDD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75505" y="3212976"/>
                  <a:ext cx="694268" cy="4674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12700">
                  <a:solidFill>
                    <a:srgbClr val="0000FF"/>
                  </a:solidFill>
                  <a:prstDash val="solid"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13BF8D35-C20D-A398-CE46-0F9A63656BEA}"/>
                  </a:ext>
                </a:extLst>
              </p:cNvPr>
              <p:cNvSpPr txBox="1"/>
              <p:nvPr/>
            </p:nvSpPr>
            <p:spPr>
              <a:xfrm>
                <a:off x="5178570" y="810686"/>
                <a:ext cx="6476950" cy="2677656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2400" b="1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Diluição de soluções</a:t>
                </a:r>
              </a:p>
              <a:p>
                <a:endParaRPr lang="pt-BR" sz="2400" b="1" dirty="0">
                  <a:solidFill>
                    <a:srgbClr val="C00000"/>
                  </a:solidFill>
                  <a:latin typeface="Aptos" panose="020B00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a:rPr lang="pt-BR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sSub>
                        <m:sSubPr>
                          <m:ctrlPr>
                            <a:rPr lang="pt-BR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a:rPr lang="pt-BR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2 </m:t>
                          </m:r>
                        </m:sub>
                      </m:sSub>
                    </m:oMath>
                  </m:oMathPara>
                </a14:m>
                <a:endParaRPr lang="pt-BR" sz="2400" dirty="0">
                  <a:solidFill>
                    <a:schemeClr val="tx1"/>
                  </a:solidFill>
                  <a:latin typeface="Aptos" panose="020B0004020202020204" pitchFamily="34" charset="0"/>
                </a:endParaRPr>
              </a:p>
              <a:p>
                <a:endParaRPr lang="pt-BR" sz="2400" dirty="0">
                  <a:solidFill>
                    <a:schemeClr val="tx1"/>
                  </a:solidFill>
                  <a:latin typeface="Aptos" panose="020B00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pt-BR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sSub>
                        <m:sSubPr>
                          <m:ctrlPr>
                            <a:rPr lang="pt-BR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pt-BR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2 </m:t>
                          </m:r>
                        </m:sub>
                      </m:sSub>
                    </m:oMath>
                  </m:oMathPara>
                </a14:m>
                <a:endParaRPr lang="pt-BR" sz="2400" dirty="0">
                  <a:solidFill>
                    <a:schemeClr val="tx1"/>
                  </a:solidFill>
                  <a:latin typeface="Aptos" panose="020B0004020202020204" pitchFamily="34" charset="0"/>
                </a:endParaRPr>
              </a:p>
              <a:p>
                <a:endParaRPr lang="pt-BR" sz="2400" dirty="0">
                  <a:solidFill>
                    <a:schemeClr val="tx1"/>
                  </a:solidFill>
                  <a:latin typeface="Aptos" panose="020B00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pt-BR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pt-BR" sz="2400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pt-BR" sz="24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pt-BR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2 </m:t>
                          </m:r>
                        </m:sub>
                      </m:sSub>
                      <m:r>
                        <a:rPr lang="pt-BR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pt-BR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pt-BR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sz="2400" dirty="0">
                  <a:solidFill>
                    <a:schemeClr val="tx1"/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13BF8D35-C20D-A398-CE46-0F9A63656B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8570" y="810686"/>
                <a:ext cx="6476950" cy="2677656"/>
              </a:xfrm>
              <a:prstGeom prst="rect">
                <a:avLst/>
              </a:prstGeom>
              <a:blipFill>
                <a:blip r:embed="rId7"/>
                <a:stretch>
                  <a:fillRect t="-1822"/>
                </a:stretch>
              </a:blipFill>
              <a:ln w="12700">
                <a:noFill/>
                <a:prstDash val="solid"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B9BC2693-527C-3987-FDB7-E85B83052207}"/>
                  </a:ext>
                </a:extLst>
              </p:cNvPr>
              <p:cNvSpPr txBox="1"/>
              <p:nvPr/>
            </p:nvSpPr>
            <p:spPr>
              <a:xfrm>
                <a:off x="7376563" y="4706460"/>
                <a:ext cx="2080963" cy="84664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6350">
                <a:solidFill>
                  <a:schemeClr val="accent1">
                    <a:lumMod val="75000"/>
                  </a:schemeClr>
                </a:solidFill>
                <a:prstDash val="solid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𝐟</m:t>
                      </m:r>
                      <m:r>
                        <a:rPr lang="pt-BR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e>
                            <m:sub>
                              <m:r>
                                <a:rPr lang="pt-BR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BR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e>
                            <m:sub>
                              <m:r>
                                <a:rPr lang="pt-BR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den>
                      </m:f>
                      <m:r>
                        <a:rPr lang="pt-BR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4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pt-BR" sz="24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BR" sz="24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pt-BR" sz="24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sz="24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B9BC2693-527C-3987-FDB7-E85B830522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6563" y="4706460"/>
                <a:ext cx="2080963" cy="84664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6350">
                <a:solidFill>
                  <a:schemeClr val="accent1">
                    <a:lumMod val="75000"/>
                  </a:schemeClr>
                </a:solidFill>
                <a:prstDash val="solid"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BEA40ADD-B79B-4E5E-01D9-6ABA9561704D}"/>
                  </a:ext>
                </a:extLst>
              </p:cNvPr>
              <p:cNvSpPr txBox="1"/>
              <p:nvPr/>
            </p:nvSpPr>
            <p:spPr>
              <a:xfrm>
                <a:off x="2533644" y="4706460"/>
                <a:ext cx="2080963" cy="84664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6350">
                <a:solidFill>
                  <a:schemeClr val="accent1">
                    <a:lumMod val="75000"/>
                  </a:schemeClr>
                </a:solidFill>
                <a:prstDash val="solid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pt-BR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a:rPr lang="pt-BR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BR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pt-BR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a:rPr lang="pt-BR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pt-BR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pt-BR" sz="2400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a:rPr lang="pt-BR" sz="2400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B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pt-BR" sz="2400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a:rPr lang="pt-BR" sz="2400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BEA40ADD-B79B-4E5E-01D9-6ABA956170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3644" y="4706460"/>
                <a:ext cx="2080963" cy="84664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6350">
                <a:solidFill>
                  <a:schemeClr val="accent1">
                    <a:lumMod val="75000"/>
                  </a:schemeClr>
                </a:solidFill>
                <a:prstDash val="solid"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77816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57B41-974C-43C5-B220-3DC4FB24D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A1197B5-BF25-9357-392A-B9235AD20477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Cálculos em química analítica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E88151C-4C98-B069-E1D5-252FBB757126}"/>
              </a:ext>
            </a:extLst>
          </p:cNvPr>
          <p:cNvSpPr/>
          <p:nvPr/>
        </p:nvSpPr>
        <p:spPr>
          <a:xfrm>
            <a:off x="318758" y="2543574"/>
            <a:ext cx="1133676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Clr>
                <a:schemeClr val="accent1">
                  <a:lumMod val="75000"/>
                </a:schemeClr>
              </a:buClr>
            </a:pP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Exemplo 11: 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10,00 </a:t>
            </a:r>
            <a:r>
              <a:rPr lang="pt-BR" sz="2400" dirty="0" err="1">
                <a:latin typeface="Aptos" panose="020B0004020202020204" pitchFamily="34" charset="0"/>
                <a:cs typeface="Arial" panose="020B0604020202020204" pitchFamily="34" charset="0"/>
              </a:rPr>
              <a:t>mL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 de uma solução 0,1 mol.L</a:t>
            </a:r>
            <a:r>
              <a:rPr lang="pt-BR" sz="2400" baseline="30000" dirty="0">
                <a:latin typeface="Aptos" panose="020B0004020202020204" pitchFamily="34" charset="0"/>
                <a:cs typeface="Arial" panose="020B0604020202020204" pitchFamily="34" charset="0"/>
              </a:rPr>
              <a:t>-1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 de Fe</a:t>
            </a:r>
            <a:r>
              <a:rPr lang="pt-BR" sz="2400" baseline="30000" dirty="0">
                <a:latin typeface="Aptos" panose="020B0004020202020204" pitchFamily="34" charset="0"/>
                <a:cs typeface="Arial" panose="020B0604020202020204" pitchFamily="34" charset="0"/>
              </a:rPr>
              <a:t>3+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 foi diluída, com água destilada, em um balão volumétrico de 250,00 </a:t>
            </a:r>
            <a:r>
              <a:rPr lang="pt-BR" sz="2400" dirty="0" err="1">
                <a:latin typeface="Aptos" panose="020B0004020202020204" pitchFamily="34" charset="0"/>
                <a:cs typeface="Arial" panose="020B0604020202020204" pitchFamily="34" charset="0"/>
              </a:rPr>
              <a:t>mL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. Calcule o fator de diluição e a concentração final da solução de Fe</a:t>
            </a:r>
            <a:r>
              <a:rPr lang="pt-BR" sz="2400" baseline="30000" dirty="0">
                <a:latin typeface="Aptos" panose="020B0004020202020204" pitchFamily="34" charset="0"/>
                <a:cs typeface="Arial" panose="020B0604020202020204" pitchFamily="34" charset="0"/>
              </a:rPr>
              <a:t>3+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 diluída. 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AFE3A72-476C-79FB-B523-411D0E804862}"/>
              </a:ext>
            </a:extLst>
          </p:cNvPr>
          <p:cNvSpPr/>
          <p:nvPr/>
        </p:nvSpPr>
        <p:spPr>
          <a:xfrm>
            <a:off x="2688139" y="3830988"/>
            <a:ext cx="6815719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Resposta: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itchFamily="18" charset="2"/>
              </a:rPr>
              <a:t> </a:t>
            </a:r>
            <a:r>
              <a:rPr lang="de-DE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itchFamily="18" charset="2"/>
              </a:rPr>
              <a:t>f = 25;   C</a:t>
            </a:r>
            <a:r>
              <a:rPr lang="de-DE" sz="2400" baseline="-25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itchFamily="18" charset="2"/>
              </a:rPr>
              <a:t>final Fe3+</a:t>
            </a:r>
            <a:r>
              <a:rPr lang="de-DE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itchFamily="18" charset="2"/>
              </a:rPr>
              <a:t> = 4 x 10</a:t>
            </a:r>
            <a:r>
              <a:rPr lang="de-DE" sz="2400" baseline="30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itchFamily="18" charset="2"/>
              </a:rPr>
              <a:t>-3</a:t>
            </a:r>
            <a:r>
              <a:rPr lang="de-DE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itchFamily="18" charset="2"/>
              </a:rPr>
              <a:t> mol.L</a:t>
            </a:r>
            <a:r>
              <a:rPr lang="de-DE" sz="2400" baseline="30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itchFamily="18" charset="2"/>
              </a:rPr>
              <a:t>-1</a:t>
            </a:r>
            <a:endParaRPr lang="pt-BR" sz="2400" baseline="30000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5842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AC751-B068-6654-F4FC-E00DDA925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CBEB770-4B85-1334-4B06-B9C5F847D293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Cálculos em química analítica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9B44D78A-42D7-5568-1356-9719367825C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7615" y="714822"/>
                <a:ext cx="11336762" cy="198400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254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80000"/>
                  </a:lnSpc>
                </a:pPr>
                <a:r>
                  <a:rPr lang="pt-BR" sz="2400" b="1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p-função ou p-valor</a:t>
                </a:r>
              </a:p>
              <a:p>
                <a:pPr algn="just">
                  <a:lnSpc>
                    <a:spcPct val="80000"/>
                  </a:lnSpc>
                </a:pPr>
                <a:endParaRPr lang="pt-BR" sz="2400" b="1" dirty="0">
                  <a:solidFill>
                    <a:schemeClr val="accent1">
                      <a:lumMod val="50000"/>
                    </a:schemeClr>
                  </a:solidFill>
                  <a:latin typeface="Aptos" panose="020B0004020202020204" pitchFamily="34" charset="0"/>
                </a:endParaRPr>
              </a:p>
              <a:p>
                <a:pPr algn="just">
                  <a:buClr>
                    <a:schemeClr val="accent1">
                      <a:lumMod val="75000"/>
                    </a:schemeClr>
                  </a:buClr>
                </a:pPr>
                <a:r>
                  <a:rPr lang="pt-BR" sz="2400" dirty="0">
                    <a:latin typeface="Aptos" panose="020B0004020202020204" pitchFamily="34" charset="0"/>
                  </a:rPr>
                  <a:t>Frequentemente a concentração de uma espécie é expressa em termos de </a:t>
                </a:r>
                <a:r>
                  <a:rPr lang="pt-BR" sz="2400" dirty="0" err="1">
                    <a:latin typeface="Aptos" panose="020B0004020202020204" pitchFamily="34" charset="0"/>
                  </a:rPr>
                  <a:t>p-função</a:t>
                </a:r>
                <a:r>
                  <a:rPr lang="pt-BR" sz="2400" dirty="0">
                    <a:latin typeface="Aptos" panose="020B0004020202020204" pitchFamily="34" charset="0"/>
                  </a:rPr>
                  <a:t> ou p-valor. O valor p é o logaritmo negativo (na base 10) da concentração em quantidade de matéria: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𝑝𝑋</m:t>
                    </m:r>
                    <m:r>
                      <a:rPr lang="pt-BR" sz="24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=−</m:t>
                    </m:r>
                    <m:func>
                      <m:funcPr>
                        <m:ctrlPr>
                          <a:rPr lang="pt-BR" sz="24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 sz="2400" b="0" i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pt-BR" sz="2400" b="0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2400" b="0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  <m:r>
                          <a:rPr lang="pt-BR" sz="24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func>
                  </m:oMath>
                </a14:m>
                <a:r>
                  <a:rPr lang="pt-BR" sz="2400" dirty="0">
                    <a:latin typeface="Aptos" panose="020B0004020202020204" pitchFamily="34" charset="0"/>
                  </a:rPr>
                  <a:t>ou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𝑝𝑋</m:t>
                    </m:r>
                    <m:r>
                      <a:rPr lang="pt-BR" sz="24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pt-BR" sz="24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 sz="2400" b="0" i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f>
                          <m:fPr>
                            <m:ctrlPr>
                              <a:rPr lang="pt-BR" sz="2400" b="0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2400" b="0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d>
                              <m:dPr>
                                <m:begChr m:val="["/>
                                <m:endChr m:val="]"/>
                                <m:ctrlPr>
                                  <a:rPr lang="pt-BR" sz="2400" b="0" i="1" smtClean="0">
                                    <a:solidFill>
                                      <a:schemeClr val="accent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sz="2400" b="0" i="1" smtClean="0">
                                    <a:solidFill>
                                      <a:schemeClr val="accent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d>
                          </m:den>
                        </m:f>
                      </m:e>
                    </m:func>
                  </m:oMath>
                </a14:m>
                <a:endParaRPr lang="pt-BR" sz="24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9B44D78A-42D7-5568-1356-9719367825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7615" y="714822"/>
                <a:ext cx="11336762" cy="1984005"/>
              </a:xfrm>
              <a:prstGeom prst="rect">
                <a:avLst/>
              </a:prstGeom>
              <a:blipFill>
                <a:blip r:embed="rId2"/>
                <a:stretch>
                  <a:fillRect l="-697" t="-4848" r="-751"/>
                </a:stretch>
              </a:blipFill>
              <a:ln w="254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tângulo 3">
            <a:extLst>
              <a:ext uri="{FF2B5EF4-FFF2-40B4-BE49-F238E27FC236}">
                <a16:creationId xmlns:a16="http://schemas.microsoft.com/office/drawing/2014/main" id="{71AC20C6-D1E4-5045-A8F2-785A73CB9B61}"/>
              </a:ext>
            </a:extLst>
          </p:cNvPr>
          <p:cNvSpPr/>
          <p:nvPr/>
        </p:nvSpPr>
        <p:spPr>
          <a:xfrm>
            <a:off x="427615" y="3035268"/>
            <a:ext cx="11336762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Clr>
                <a:schemeClr val="accent1">
                  <a:lumMod val="75000"/>
                </a:schemeClr>
              </a:buClr>
            </a:pP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Exemplo 12: 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Calcular o p-valor para cada íon presente em uma solução que é  2,0 x 10</a:t>
            </a:r>
            <a:r>
              <a:rPr lang="pt-BR" sz="2400" baseline="30000" dirty="0">
                <a:latin typeface="Aptos" panose="020B0004020202020204" pitchFamily="34" charset="0"/>
                <a:cs typeface="Arial" panose="020B0604020202020204" pitchFamily="34" charset="0"/>
              </a:rPr>
              <a:t>-3 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 mol.L</a:t>
            </a:r>
            <a:r>
              <a:rPr lang="pt-BR" sz="2400" baseline="30000" dirty="0">
                <a:latin typeface="Aptos" panose="020B0004020202020204" pitchFamily="34" charset="0"/>
                <a:cs typeface="Arial" panose="020B0604020202020204" pitchFamily="34" charset="0"/>
              </a:rPr>
              <a:t>-1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 em </a:t>
            </a:r>
            <a:r>
              <a:rPr lang="pt-BR" sz="2400" dirty="0" err="1">
                <a:latin typeface="Aptos" panose="020B0004020202020204" pitchFamily="34" charset="0"/>
                <a:cs typeface="Arial" panose="020B0604020202020204" pitchFamily="34" charset="0"/>
              </a:rPr>
              <a:t>NaCl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 e 5,4 x 10</a:t>
            </a:r>
            <a:r>
              <a:rPr lang="pt-BR" sz="2400" baseline="30000" dirty="0">
                <a:latin typeface="Aptos" panose="020B0004020202020204" pitchFamily="34" charset="0"/>
                <a:cs typeface="Arial" panose="020B0604020202020204" pitchFamily="34" charset="0"/>
              </a:rPr>
              <a:t>-4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 mol.L</a:t>
            </a:r>
            <a:r>
              <a:rPr lang="pt-BR" sz="2400" baseline="30000" dirty="0">
                <a:latin typeface="Aptos" panose="020B0004020202020204" pitchFamily="34" charset="0"/>
                <a:cs typeface="Arial" panose="020B0604020202020204" pitchFamily="34" charset="0"/>
              </a:rPr>
              <a:t>-1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 em </a:t>
            </a:r>
            <a:r>
              <a:rPr lang="pt-BR" sz="2400" dirty="0" err="1">
                <a:latin typeface="Aptos" panose="020B0004020202020204" pitchFamily="34" charset="0"/>
                <a:cs typeface="Arial" panose="020B0604020202020204" pitchFamily="34" charset="0"/>
              </a:rPr>
              <a:t>HCl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buClr>
                <a:schemeClr val="accent1">
                  <a:lumMod val="75000"/>
                </a:schemeClr>
              </a:buClr>
            </a:pPr>
            <a:endParaRPr lang="pt-BR" sz="24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buClr>
                <a:schemeClr val="accent1">
                  <a:lumMod val="75000"/>
                </a:schemeClr>
              </a:buClr>
            </a:pPr>
            <a:endParaRPr lang="pt-BR" sz="24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buClr>
                <a:schemeClr val="accent1">
                  <a:lumMod val="75000"/>
                </a:schemeClr>
              </a:buClr>
            </a:pPr>
            <a:endParaRPr lang="pt-BR" sz="24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buClr>
                <a:schemeClr val="accent1">
                  <a:lumMod val="75000"/>
                </a:schemeClr>
              </a:buClr>
            </a:pP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Exemplo 13: 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Calcular a concentração em quantidade de matéria de Ag+ em uma solução com </a:t>
            </a:r>
            <a:r>
              <a:rPr lang="pt-BR" sz="2400" dirty="0" err="1">
                <a:latin typeface="Aptos" panose="020B0004020202020204" pitchFamily="34" charset="0"/>
                <a:cs typeface="Arial" panose="020B0604020202020204" pitchFamily="34" charset="0"/>
              </a:rPr>
              <a:t>pAg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 de 6,372. </a:t>
            </a:r>
          </a:p>
          <a:p>
            <a:pPr algn="just">
              <a:buClr>
                <a:schemeClr val="accent1">
                  <a:lumMod val="75000"/>
                </a:schemeClr>
              </a:buClr>
            </a:pPr>
            <a:endParaRPr lang="pt-BR" sz="2400" dirty="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D6A38C7-B6E9-B545-DCCA-394A66EC7AF4}"/>
              </a:ext>
            </a:extLst>
          </p:cNvPr>
          <p:cNvSpPr/>
          <p:nvPr/>
        </p:nvSpPr>
        <p:spPr>
          <a:xfrm>
            <a:off x="2897472" y="3929684"/>
            <a:ext cx="6397043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Resposta: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itchFamily="18" charset="2"/>
              </a:rPr>
              <a:t> pH = 3,27, </a:t>
            </a:r>
            <a:r>
              <a:rPr lang="pt-BR" sz="2400" dirty="0" err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itchFamily="18" charset="2"/>
              </a:rPr>
              <a:t>pNa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itchFamily="18" charset="2"/>
              </a:rPr>
              <a:t> = 2,70 e </a:t>
            </a:r>
            <a:r>
              <a:rPr lang="pt-BR" sz="2400" dirty="0" err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itchFamily="18" charset="2"/>
              </a:rPr>
              <a:t>pCl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itchFamily="18" charset="2"/>
              </a:rPr>
              <a:t> = 2,60</a:t>
            </a:r>
            <a:endParaRPr lang="pt-BR" sz="2400" baseline="30000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E6F656B4-7D02-7745-64DD-A4529AE58238}"/>
              </a:ext>
            </a:extLst>
          </p:cNvPr>
          <p:cNvSpPr/>
          <p:nvPr/>
        </p:nvSpPr>
        <p:spPr>
          <a:xfrm>
            <a:off x="3188246" y="5729453"/>
            <a:ext cx="5815494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Resposta: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itchFamily="18" charset="2"/>
              </a:rPr>
              <a:t> </a:t>
            </a:r>
            <a:r>
              <a:rPr lang="de-DE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itchFamily="18" charset="2"/>
              </a:rPr>
              <a:t>[Ag+] = 4,25 x 10</a:t>
            </a:r>
            <a:r>
              <a:rPr lang="de-DE" sz="2400" baseline="30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itchFamily="18" charset="2"/>
              </a:rPr>
              <a:t>-7</a:t>
            </a:r>
            <a:r>
              <a:rPr lang="de-DE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itchFamily="18" charset="2"/>
              </a:rPr>
              <a:t> mol.L</a:t>
            </a:r>
            <a:r>
              <a:rPr lang="de-DE" sz="2400" baseline="30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itchFamily="18" charset="2"/>
              </a:rPr>
              <a:t>-1</a:t>
            </a:r>
            <a:endParaRPr lang="pt-BR" sz="2400" baseline="30000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7846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9D82C-F2B6-48B5-C1D3-31793D93E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4475E09-5ED2-0D36-AD83-032F43388830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Cálculos em química analítica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D2E6D20-4968-9B9A-8C25-B6135D453F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615" y="714822"/>
            <a:ext cx="11336762" cy="69461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accent1">
                <a:lumMod val="75000"/>
              </a:schemeClr>
            </a:solidFill>
            <a:prstDash val="solid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80000"/>
              </a:lnSpc>
            </a:pP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Estequiometria Química: </a:t>
            </a:r>
            <a:r>
              <a:rPr lang="pt-BR" sz="2400" dirty="0">
                <a:latin typeface="Aptos" panose="020B0004020202020204" pitchFamily="34" charset="0"/>
              </a:rPr>
              <a:t>A estequiometria é definida como a relação quantitativa existente entre as espécies químicas que reagem entre si.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A7EAFA6-5A79-B5A5-961B-3E04D89EC7A6}"/>
              </a:ext>
            </a:extLst>
          </p:cNvPr>
          <p:cNvSpPr/>
          <p:nvPr/>
        </p:nvSpPr>
        <p:spPr>
          <a:xfrm>
            <a:off x="427615" y="1659809"/>
            <a:ext cx="11336762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Uma equação química balanceada fornece as razões de combinação, ou estequiometria – em unidades de mols – de reagentes e seus produtos.</a:t>
            </a:r>
          </a:p>
          <a:p>
            <a:pPr algn="ctr">
              <a:buClr>
                <a:schemeClr val="accent1">
                  <a:lumMod val="75000"/>
                </a:schemeClr>
              </a:buClr>
            </a:pP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2NaI</a:t>
            </a:r>
            <a:r>
              <a:rPr lang="pt-BR" sz="2400" b="1" baseline="-25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(</a:t>
            </a:r>
            <a:r>
              <a:rPr lang="pt-BR" sz="2400" b="1" i="1" baseline="-25000" dirty="0" err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aq</a:t>
            </a:r>
            <a:r>
              <a:rPr lang="pt-BR" sz="2400" b="1" baseline="-25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)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 + </a:t>
            </a:r>
            <a:r>
              <a:rPr lang="pt-BR" sz="2400" b="1" dirty="0" err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Pb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(NO</a:t>
            </a:r>
            <a:r>
              <a:rPr lang="pt-BR" sz="2400" b="1" baseline="-25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3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)</a:t>
            </a:r>
            <a:r>
              <a:rPr lang="pt-BR" sz="2400" b="1" baseline="-25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2(</a:t>
            </a:r>
            <a:r>
              <a:rPr lang="pt-BR" sz="2400" b="1" i="1" baseline="-25000" dirty="0" err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aq</a:t>
            </a:r>
            <a:r>
              <a:rPr lang="pt-BR" sz="2400" b="1" baseline="-25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)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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 PbI</a:t>
            </a:r>
            <a:r>
              <a:rPr lang="pt-BR" sz="2400" b="1" baseline="-25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2(</a:t>
            </a:r>
            <a:r>
              <a:rPr lang="pt-BR" sz="2400" b="1" i="1" baseline="-25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s</a:t>
            </a:r>
            <a:r>
              <a:rPr lang="pt-BR" sz="2400" b="1" baseline="-25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)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 + 2NaNO</a:t>
            </a:r>
            <a:r>
              <a:rPr lang="pt-BR" sz="2400" b="1" baseline="-25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3(</a:t>
            </a:r>
            <a:r>
              <a:rPr lang="pt-BR" sz="2400" b="1" i="1" baseline="-25000" dirty="0" err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aq</a:t>
            </a:r>
            <a:r>
              <a:rPr lang="pt-BR" sz="2400" b="1" baseline="-25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)</a:t>
            </a:r>
          </a:p>
          <a:p>
            <a:pPr algn="ctr">
              <a:buClr>
                <a:schemeClr val="accent1">
                  <a:lumMod val="75000"/>
                </a:schemeClr>
              </a:buClr>
            </a:pPr>
            <a:endParaRPr lang="pt-BR" sz="2400" b="1" baseline="-25000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pPr algn="ctr">
              <a:buClr>
                <a:schemeClr val="accent1">
                  <a:lumMod val="75000"/>
                </a:schemeClr>
              </a:buClr>
            </a:pPr>
            <a:endParaRPr lang="pt-BR" sz="2400" b="1" baseline="-25000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pPr algn="ctr">
              <a:buClr>
                <a:schemeClr val="accent1">
                  <a:lumMod val="75000"/>
                </a:schemeClr>
              </a:buClr>
            </a:pPr>
            <a:endParaRPr lang="pt-BR" sz="2400" b="1" baseline="-25000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pPr algn="ctr">
              <a:buClr>
                <a:schemeClr val="accent1">
                  <a:lumMod val="75000"/>
                </a:schemeClr>
              </a:buClr>
            </a:pPr>
            <a:endParaRPr lang="pt-BR" sz="2400" b="1" baseline="-25000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pPr algn="ctr">
              <a:buClr>
                <a:schemeClr val="accent1">
                  <a:lumMod val="75000"/>
                </a:schemeClr>
              </a:buClr>
            </a:pPr>
            <a:endParaRPr lang="pt-BR" sz="2400" b="1" baseline="-25000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pPr algn="ctr">
              <a:buClr>
                <a:schemeClr val="accent1">
                  <a:lumMod val="75000"/>
                </a:schemeClr>
              </a:buClr>
            </a:pPr>
            <a:endParaRPr lang="pt-BR" sz="2400" b="1" baseline="-25000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pPr algn="ctr">
              <a:buClr>
                <a:schemeClr val="accent1">
                  <a:lumMod val="75000"/>
                </a:schemeClr>
              </a:buClr>
            </a:pPr>
            <a:endParaRPr lang="pt-BR" sz="2400" b="1" baseline="-25000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pPr algn="ctr">
              <a:buClr>
                <a:schemeClr val="accent1">
                  <a:lumMod val="75000"/>
                </a:schemeClr>
              </a:buClr>
            </a:pPr>
            <a:endParaRPr lang="pt-BR" sz="2400" b="1" baseline="-25000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pPr algn="just">
              <a:buClr>
                <a:schemeClr val="accent1">
                  <a:lumMod val="75000"/>
                </a:schemeClr>
              </a:buClr>
            </a:pP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(1) </a:t>
            </a:r>
            <a:r>
              <a:rPr lang="pt-BR" sz="2400" dirty="0">
                <a:latin typeface="Aptos" panose="020B0004020202020204" pitchFamily="34" charset="0"/>
              </a:rPr>
              <a:t>transformação da massa conhecida de uma substância, em gramas, para o correspondente número de mols, 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(2) </a:t>
            </a:r>
            <a:r>
              <a:rPr lang="pt-BR" sz="2400" dirty="0">
                <a:latin typeface="Aptos" panose="020B0004020202020204" pitchFamily="34" charset="0"/>
              </a:rPr>
              <a:t>multiplicação por um fator que considera a estequiometria e 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(3) </a:t>
            </a:r>
            <a:r>
              <a:rPr lang="pt-BR" sz="2400" dirty="0">
                <a:latin typeface="Aptos" panose="020B0004020202020204" pitchFamily="34" charset="0"/>
              </a:rPr>
              <a:t>nova conversão dos dados em mols para a unidade métrica requerida para a resposta.</a:t>
            </a:r>
          </a:p>
          <a:p>
            <a:pPr algn="ctr">
              <a:buClr>
                <a:schemeClr val="accent1">
                  <a:lumMod val="75000"/>
                </a:schemeClr>
              </a:buClr>
            </a:pPr>
            <a:endParaRPr lang="pt-BR" sz="2400" b="1" baseline="-25000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202C539-A0B4-A086-7B8D-A78BDE777A7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lum contrast="-20000"/>
          </a:blip>
          <a:srcRect l="5913" r="6572"/>
          <a:stretch/>
        </p:blipFill>
        <p:spPr>
          <a:xfrm>
            <a:off x="2644765" y="2962730"/>
            <a:ext cx="6499236" cy="1784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412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4BDCF-551F-B074-7941-81D1A6A04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7B55AB9-8810-34DF-FE99-6869F3283B4F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Cálculos em química analítica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841A6B5-F1F6-CAF7-CE5B-D953B31628D9}"/>
              </a:ext>
            </a:extLst>
          </p:cNvPr>
          <p:cNvSpPr/>
          <p:nvPr/>
        </p:nvSpPr>
        <p:spPr>
          <a:xfrm>
            <a:off x="427618" y="1664179"/>
            <a:ext cx="1133676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Clr>
                <a:schemeClr val="accent1">
                  <a:lumMod val="75000"/>
                </a:schemeClr>
              </a:buClr>
            </a:pP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Exemplo 14: 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Qual a massa de AgNO</a:t>
            </a:r>
            <a:r>
              <a:rPr lang="pt-BR" sz="2400" baseline="-25000" dirty="0">
                <a:latin typeface="Aptos" panose="020B0004020202020204" pitchFamily="34" charset="0"/>
                <a:cs typeface="Arial" panose="020B0604020202020204" pitchFamily="34" charset="0"/>
              </a:rPr>
              <a:t>3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 (169,9 g/mol) necessária para converter 2,33 g de Na</a:t>
            </a:r>
            <a:r>
              <a:rPr lang="pt-BR" sz="2400" baseline="-25000" dirty="0">
                <a:latin typeface="Aptos" panose="020B0004020202020204" pitchFamily="34" charset="0"/>
                <a:cs typeface="Arial" panose="020B0604020202020204" pitchFamily="34" charset="0"/>
              </a:rPr>
              <a:t>2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CO</a:t>
            </a:r>
            <a:r>
              <a:rPr lang="pt-BR" sz="2400" baseline="-25000" dirty="0">
                <a:latin typeface="Aptos" panose="020B0004020202020204" pitchFamily="34" charset="0"/>
                <a:cs typeface="Arial" panose="020B0604020202020204" pitchFamily="34" charset="0"/>
              </a:rPr>
              <a:t>3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 (106,0 g/mol) para Ag</a:t>
            </a:r>
            <a:r>
              <a:rPr lang="pt-BR" sz="2400" baseline="-25000" dirty="0">
                <a:latin typeface="Aptos" panose="020B0004020202020204" pitchFamily="34" charset="0"/>
                <a:cs typeface="Arial" panose="020B0604020202020204" pitchFamily="34" charset="0"/>
              </a:rPr>
              <a:t>2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CO</a:t>
            </a:r>
            <a:r>
              <a:rPr lang="pt-BR" sz="2400" baseline="-25000" dirty="0">
                <a:latin typeface="Aptos" panose="020B0004020202020204" pitchFamily="34" charset="0"/>
                <a:cs typeface="Arial" panose="020B0604020202020204" pitchFamily="34" charset="0"/>
              </a:rPr>
              <a:t>3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? (b) Qual a massa de Ag</a:t>
            </a:r>
            <a:r>
              <a:rPr lang="pt-BR" sz="2400" baseline="-25000" dirty="0">
                <a:latin typeface="Aptos" panose="020B0004020202020204" pitchFamily="34" charset="0"/>
                <a:cs typeface="Arial" panose="020B0604020202020204" pitchFamily="34" charset="0"/>
              </a:rPr>
              <a:t>2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CO</a:t>
            </a:r>
            <a:r>
              <a:rPr lang="pt-BR" sz="2400" baseline="-25000" dirty="0">
                <a:latin typeface="Aptos" panose="020B0004020202020204" pitchFamily="34" charset="0"/>
                <a:cs typeface="Arial" panose="020B0604020202020204" pitchFamily="34" charset="0"/>
              </a:rPr>
              <a:t>3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 (275,7 g/mol) que será formada?</a:t>
            </a:r>
          </a:p>
          <a:p>
            <a:pPr algn="just">
              <a:buClr>
                <a:schemeClr val="accent1">
                  <a:lumMod val="75000"/>
                </a:schemeClr>
              </a:buClr>
            </a:pPr>
            <a:endParaRPr lang="pt-BR" sz="24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algn="ctr">
              <a:buClr>
                <a:schemeClr val="accent1">
                  <a:lumMod val="75000"/>
                </a:schemeClr>
              </a:buClr>
            </a:pPr>
            <a:r>
              <a:rPr lang="pl-PL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Na</a:t>
            </a:r>
            <a:r>
              <a:rPr lang="pl-PL" sz="2400" baseline="-25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2</a:t>
            </a:r>
            <a:r>
              <a:rPr lang="pl-PL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CO</a:t>
            </a:r>
            <a:r>
              <a:rPr lang="pl-PL" sz="2400" baseline="-25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3</a:t>
            </a:r>
            <a:r>
              <a:rPr lang="pl-PL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 (aq) + 2 AgNO</a:t>
            </a:r>
            <a:r>
              <a:rPr lang="pl-PL" sz="2400" baseline="-25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3</a:t>
            </a:r>
            <a:r>
              <a:rPr lang="pl-PL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 (aq) → Ag</a:t>
            </a:r>
            <a:r>
              <a:rPr lang="pl-PL" sz="2400" baseline="-25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2</a:t>
            </a:r>
            <a:r>
              <a:rPr lang="pl-PL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CO</a:t>
            </a:r>
            <a:r>
              <a:rPr lang="pl-PL" sz="2400" baseline="-25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3</a:t>
            </a:r>
            <a:r>
              <a:rPr lang="pl-PL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 (s) + 2 NaNO</a:t>
            </a:r>
            <a:r>
              <a:rPr lang="pl-PL" sz="2400" baseline="-25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3</a:t>
            </a:r>
            <a:r>
              <a:rPr lang="pl-PL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 (aq)</a:t>
            </a:r>
            <a:endParaRPr lang="pt-BR" sz="2400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2B6ED276-41E2-C097-CF64-217FFEA1DD8E}"/>
              </a:ext>
            </a:extLst>
          </p:cNvPr>
          <p:cNvSpPr/>
          <p:nvPr/>
        </p:nvSpPr>
        <p:spPr>
          <a:xfrm>
            <a:off x="2897477" y="4260664"/>
            <a:ext cx="6397043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Resposta: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itchFamily="18" charset="2"/>
              </a:rPr>
              <a:t> a) 7,48 g; b) 6,06 g</a:t>
            </a:r>
            <a:endParaRPr lang="pt-BR" sz="2400" baseline="30000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6838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theme/theme1.xml><?xml version="1.0" encoding="utf-8"?>
<a:theme xmlns:a="http://schemas.openxmlformats.org/drawingml/2006/main" name="Retrospectiva">
  <a:themeElements>
    <a:clrScheme name="Vermelho Violeta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Retrospectiv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iv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695</TotalTime>
  <Words>3312</Words>
  <Application>Microsoft Office PowerPoint</Application>
  <PresentationFormat>Widescreen</PresentationFormat>
  <Paragraphs>414</Paragraphs>
  <Slides>44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44</vt:i4>
      </vt:variant>
    </vt:vector>
  </HeadingPairs>
  <TitlesOfParts>
    <vt:vector size="51" baseType="lpstr">
      <vt:lpstr>Aptos</vt:lpstr>
      <vt:lpstr>Arial</vt:lpstr>
      <vt:lpstr>Calibri</vt:lpstr>
      <vt:lpstr>Calibri Light</vt:lpstr>
      <vt:lpstr>Cambria Math</vt:lpstr>
      <vt:lpstr>Wingdings</vt:lpstr>
      <vt:lpstr>Retrospectiva</vt:lpstr>
      <vt:lpstr>Aula 1:  Introdução a Química Analítica Cálculos em Química Analítica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Alene Dutra</dc:creator>
  <cp:lastModifiedBy>Alene Dutra</cp:lastModifiedBy>
  <cp:revision>141</cp:revision>
  <dcterms:created xsi:type="dcterms:W3CDTF">2025-03-10T01:16:28Z</dcterms:created>
  <dcterms:modified xsi:type="dcterms:W3CDTF">2025-03-21T18:05:10Z</dcterms:modified>
</cp:coreProperties>
</file>