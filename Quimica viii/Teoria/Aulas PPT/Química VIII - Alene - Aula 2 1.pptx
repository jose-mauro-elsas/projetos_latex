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194" r:id="rId1"/>
  </p:sldMasterIdLst>
  <p:sldIdLst>
    <p:sldId id="256" r:id="rId2"/>
    <p:sldId id="268" r:id="rId3"/>
    <p:sldId id="312" r:id="rId4"/>
    <p:sldId id="310" r:id="rId5"/>
    <p:sldId id="311" r:id="rId6"/>
    <p:sldId id="267" r:id="rId7"/>
    <p:sldId id="313" r:id="rId8"/>
    <p:sldId id="314" r:id="rId9"/>
    <p:sldId id="315" r:id="rId10"/>
    <p:sldId id="316" r:id="rId11"/>
    <p:sldId id="317" r:id="rId12"/>
    <p:sldId id="324" r:id="rId13"/>
    <p:sldId id="318" r:id="rId14"/>
    <p:sldId id="319" r:id="rId15"/>
    <p:sldId id="320" r:id="rId16"/>
    <p:sldId id="321" r:id="rId17"/>
    <p:sldId id="322" r:id="rId18"/>
    <p:sldId id="323" r:id="rId1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84E427A-3D55-4303-BF80-6455036E1DE7}" styleName="Estilo com Tema 1 - Ênfase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21E4AEA4-8DFA-4A89-87EB-49C32662AFE0}" styleName="Estilo Médio 2 - Ênfas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56" d="100"/>
          <a:sy n="56" d="100"/>
        </p:scale>
        <p:origin x="1296" y="4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3">
  <dgm:title val=""/>
  <dgm:desc val=""/>
  <dgm:catLst>
    <dgm:cat type="accent1" pri="11300"/>
  </dgm:catLst>
  <dgm:styleLbl name="node0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1">
        <a:shade val="80000"/>
      </a:schemeClr>
      <a:schemeClr val="accent1">
        <a:tint val="7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/>
    <dgm:txEffectClrLst/>
  </dgm:styleLbl>
  <dgm:styleLbl name="node1">
    <dgm:fillClrLst>
      <a:schemeClr val="accent1">
        <a:shade val="80000"/>
      </a:schemeClr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lnNode1">
    <dgm:fillClrLst>
      <a:schemeClr val="accent1">
        <a:shade val="80000"/>
      </a:schemeClr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1">
        <a:shade val="80000"/>
        <a:alpha val="50000"/>
      </a:schemeClr>
      <a:schemeClr val="accent1">
        <a:tint val="7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1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/>
    <dgm:txEffectClrLst/>
  </dgm:styleLbl>
  <dgm:styleLbl name="fgSibTrans2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sibTrans1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1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>
        <a:tint val="99000"/>
      </a:schemeClr>
    </dgm:fillClrLst>
    <dgm:linClrLst meth="repeat">
      <a:schemeClr val="accent1">
        <a:tint val="99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>
        <a:tint val="80000"/>
      </a:schemeClr>
    </dgm:fillClrLst>
    <dgm:linClrLst meth="repeat">
      <a:schemeClr val="accent1">
        <a:tint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>
        <a:tint val="99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>
        <a:tint val="8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3">
  <dgm:title val=""/>
  <dgm:desc val=""/>
  <dgm:catLst>
    <dgm:cat type="accent1" pri="11300"/>
  </dgm:catLst>
  <dgm:styleLbl name="node0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1">
        <a:shade val="80000"/>
      </a:schemeClr>
      <a:schemeClr val="accent1">
        <a:tint val="7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/>
    <dgm:txEffectClrLst/>
  </dgm:styleLbl>
  <dgm:styleLbl name="node1">
    <dgm:fillClrLst>
      <a:schemeClr val="accent1">
        <a:shade val="80000"/>
      </a:schemeClr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lnNode1">
    <dgm:fillClrLst>
      <a:schemeClr val="accent1">
        <a:shade val="80000"/>
      </a:schemeClr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1">
        <a:shade val="80000"/>
        <a:alpha val="50000"/>
      </a:schemeClr>
      <a:schemeClr val="accent1">
        <a:tint val="7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1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/>
    <dgm:txEffectClrLst/>
  </dgm:styleLbl>
  <dgm:styleLbl name="fgSibTrans2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sibTrans1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1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>
        <a:tint val="99000"/>
      </a:schemeClr>
    </dgm:fillClrLst>
    <dgm:linClrLst meth="repeat">
      <a:schemeClr val="accent1">
        <a:tint val="99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>
        <a:tint val="80000"/>
      </a:schemeClr>
    </dgm:fillClrLst>
    <dgm:linClrLst meth="repeat">
      <a:schemeClr val="accent1">
        <a:tint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>
        <a:tint val="99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>
        <a:tint val="8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3">
  <dgm:title val=""/>
  <dgm:desc val=""/>
  <dgm:catLst>
    <dgm:cat type="accent1" pri="11300"/>
  </dgm:catLst>
  <dgm:styleLbl name="node0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1">
        <a:shade val="80000"/>
      </a:schemeClr>
      <a:schemeClr val="accent1">
        <a:tint val="7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/>
    <dgm:txEffectClrLst/>
  </dgm:styleLbl>
  <dgm:styleLbl name="node1">
    <dgm:fillClrLst>
      <a:schemeClr val="accent1">
        <a:shade val="80000"/>
      </a:schemeClr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lnNode1">
    <dgm:fillClrLst>
      <a:schemeClr val="accent1">
        <a:shade val="80000"/>
      </a:schemeClr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1">
        <a:shade val="80000"/>
        <a:alpha val="50000"/>
      </a:schemeClr>
      <a:schemeClr val="accent1">
        <a:tint val="7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1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/>
    <dgm:txEffectClrLst/>
  </dgm:styleLbl>
  <dgm:styleLbl name="fgSibTrans2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sibTrans1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1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>
        <a:tint val="99000"/>
      </a:schemeClr>
    </dgm:fillClrLst>
    <dgm:linClrLst meth="repeat">
      <a:schemeClr val="accent1">
        <a:tint val="99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>
        <a:tint val="80000"/>
      </a:schemeClr>
    </dgm:fillClrLst>
    <dgm:linClrLst meth="repeat">
      <a:schemeClr val="accent1">
        <a:tint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>
        <a:tint val="99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>
        <a:tint val="8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4C2C8C2-2C80-49BE-BF5F-61BD418F4B47}" type="doc">
      <dgm:prSet loTypeId="urn:microsoft.com/office/officeart/2005/8/layout/process2" loCatId="process" qsTypeId="urn:microsoft.com/office/officeart/2005/8/quickstyle/simple1" qsCatId="simple" csTypeId="urn:microsoft.com/office/officeart/2005/8/colors/accent1_3" csCatId="accent1" phldr="1"/>
      <dgm:spPr/>
    </dgm:pt>
    <dgm:pt modelId="{C1EEEAD4-51E6-4297-A75F-D1B380ED0656}">
      <dgm:prSet phldrT="[Texto]" custT="1"/>
      <dgm:spPr/>
      <dgm:t>
        <a:bodyPr/>
        <a:lstStyle/>
        <a:p>
          <a:r>
            <a:rPr lang="pt-BR" sz="2400" b="1" dirty="0">
              <a:latin typeface="Aptos" panose="020B0004020202020204" pitchFamily="34" charset="0"/>
            </a:rPr>
            <a:t>Solução</a:t>
          </a:r>
        </a:p>
      </dgm:t>
    </dgm:pt>
    <dgm:pt modelId="{0613B903-42A0-4A72-9831-4E04435F624D}" type="parTrans" cxnId="{B88AF96D-66A1-4EF3-A686-720D84C840F4}">
      <dgm:prSet/>
      <dgm:spPr/>
      <dgm:t>
        <a:bodyPr/>
        <a:lstStyle/>
        <a:p>
          <a:endParaRPr lang="pt-BR" sz="1600">
            <a:latin typeface="Aptos" panose="020B0004020202020204" pitchFamily="34" charset="0"/>
          </a:endParaRPr>
        </a:p>
      </dgm:t>
    </dgm:pt>
    <dgm:pt modelId="{486F77C6-07F6-4797-9633-968952D66832}" type="sibTrans" cxnId="{B88AF96D-66A1-4EF3-A686-720D84C840F4}">
      <dgm:prSet custT="1"/>
      <dgm:spPr/>
      <dgm:t>
        <a:bodyPr/>
        <a:lstStyle/>
        <a:p>
          <a:endParaRPr lang="pt-BR" sz="1600">
            <a:latin typeface="Aptos" panose="020B0004020202020204" pitchFamily="34" charset="0"/>
          </a:endParaRPr>
        </a:p>
      </dgm:t>
    </dgm:pt>
    <dgm:pt modelId="{F75EA237-F864-420B-912A-FB97D1736BE6}">
      <dgm:prSet phldrT="[Texto]" custT="1"/>
      <dgm:spPr/>
      <dgm:t>
        <a:bodyPr/>
        <a:lstStyle/>
        <a:p>
          <a:r>
            <a:rPr lang="pt-BR" sz="2400" b="1" dirty="0">
              <a:solidFill>
                <a:schemeClr val="tx1"/>
              </a:solidFill>
            </a:rPr>
            <a:t>Produto homogêneo, obtido quando se dissolve um soluto em um solvente.</a:t>
          </a:r>
          <a:endParaRPr lang="pt-BR" sz="2400" b="1" dirty="0">
            <a:solidFill>
              <a:schemeClr val="tx1"/>
            </a:solidFill>
            <a:latin typeface="Aptos" panose="020B0004020202020204" pitchFamily="34" charset="0"/>
          </a:endParaRPr>
        </a:p>
      </dgm:t>
    </dgm:pt>
    <dgm:pt modelId="{0CB57C59-3859-480F-8199-3D6DD7AD4F17}" type="parTrans" cxnId="{28E12910-4D01-4570-94D0-37D82CA727A6}">
      <dgm:prSet/>
      <dgm:spPr/>
      <dgm:t>
        <a:bodyPr/>
        <a:lstStyle/>
        <a:p>
          <a:endParaRPr lang="pt-BR" sz="1600">
            <a:latin typeface="Aptos" panose="020B0004020202020204" pitchFamily="34" charset="0"/>
          </a:endParaRPr>
        </a:p>
      </dgm:t>
    </dgm:pt>
    <dgm:pt modelId="{DCABA41C-6454-4595-AB20-385BDE79DC83}" type="sibTrans" cxnId="{28E12910-4D01-4570-94D0-37D82CA727A6}">
      <dgm:prSet custT="1"/>
      <dgm:spPr/>
      <dgm:t>
        <a:bodyPr/>
        <a:lstStyle/>
        <a:p>
          <a:endParaRPr lang="pt-BR" sz="1600">
            <a:latin typeface="Aptos" panose="020B0004020202020204" pitchFamily="34" charset="0"/>
          </a:endParaRPr>
        </a:p>
      </dgm:t>
    </dgm:pt>
    <dgm:pt modelId="{B3CD8099-680A-436A-BC1E-4C2F86A3D4E5}" type="pres">
      <dgm:prSet presAssocID="{64C2C8C2-2C80-49BE-BF5F-61BD418F4B47}" presName="linearFlow" presStyleCnt="0">
        <dgm:presLayoutVars>
          <dgm:resizeHandles val="exact"/>
        </dgm:presLayoutVars>
      </dgm:prSet>
      <dgm:spPr/>
    </dgm:pt>
    <dgm:pt modelId="{E5A3A1A5-5BEB-4605-AA39-AE8FD6914031}" type="pres">
      <dgm:prSet presAssocID="{C1EEEAD4-51E6-4297-A75F-D1B380ED0656}" presName="node" presStyleLbl="node1" presStyleIdx="0" presStyleCnt="2" custScaleX="23427" custScaleY="22198">
        <dgm:presLayoutVars>
          <dgm:bulletEnabled val="1"/>
        </dgm:presLayoutVars>
      </dgm:prSet>
      <dgm:spPr/>
    </dgm:pt>
    <dgm:pt modelId="{B54DF70A-9445-4768-AA20-AA1DD24737D8}" type="pres">
      <dgm:prSet presAssocID="{486F77C6-07F6-4797-9633-968952D66832}" presName="sibTrans" presStyleLbl="sibTrans2D1" presStyleIdx="0" presStyleCnt="1" custScaleX="52570" custScaleY="52719" custLinFactNeighborX="0" custLinFactNeighborY="-24589"/>
      <dgm:spPr/>
    </dgm:pt>
    <dgm:pt modelId="{94971CE0-B282-4D63-B565-957F97661674}" type="pres">
      <dgm:prSet presAssocID="{486F77C6-07F6-4797-9633-968952D66832}" presName="connectorText" presStyleLbl="sibTrans2D1" presStyleIdx="0" presStyleCnt="1"/>
      <dgm:spPr/>
    </dgm:pt>
    <dgm:pt modelId="{35DB9096-BEE7-47E6-9B85-8F26A331DC10}" type="pres">
      <dgm:prSet presAssocID="{F75EA237-F864-420B-912A-FB97D1736BE6}" presName="node" presStyleLbl="node1" presStyleIdx="1" presStyleCnt="2" custScaleX="117390" custScaleY="28060" custLinFactNeighborX="0" custLinFactNeighborY="-23269">
        <dgm:presLayoutVars>
          <dgm:bulletEnabled val="1"/>
        </dgm:presLayoutVars>
      </dgm:prSet>
      <dgm:spPr/>
    </dgm:pt>
  </dgm:ptLst>
  <dgm:cxnLst>
    <dgm:cxn modelId="{28E12910-4D01-4570-94D0-37D82CA727A6}" srcId="{64C2C8C2-2C80-49BE-BF5F-61BD418F4B47}" destId="{F75EA237-F864-420B-912A-FB97D1736BE6}" srcOrd="1" destOrd="0" parTransId="{0CB57C59-3859-480F-8199-3D6DD7AD4F17}" sibTransId="{DCABA41C-6454-4595-AB20-385BDE79DC83}"/>
    <dgm:cxn modelId="{B88AF96D-66A1-4EF3-A686-720D84C840F4}" srcId="{64C2C8C2-2C80-49BE-BF5F-61BD418F4B47}" destId="{C1EEEAD4-51E6-4297-A75F-D1B380ED0656}" srcOrd="0" destOrd="0" parTransId="{0613B903-42A0-4A72-9831-4E04435F624D}" sibTransId="{486F77C6-07F6-4797-9633-968952D66832}"/>
    <dgm:cxn modelId="{D7EE157B-CA14-4DD3-96BC-E3C01411835E}" type="presOf" srcId="{64C2C8C2-2C80-49BE-BF5F-61BD418F4B47}" destId="{B3CD8099-680A-436A-BC1E-4C2F86A3D4E5}" srcOrd="0" destOrd="0" presId="urn:microsoft.com/office/officeart/2005/8/layout/process2"/>
    <dgm:cxn modelId="{B92A1A92-72A1-4DAC-A4D9-4C27AF6880B7}" type="presOf" srcId="{F75EA237-F864-420B-912A-FB97D1736BE6}" destId="{35DB9096-BEE7-47E6-9B85-8F26A331DC10}" srcOrd="0" destOrd="0" presId="urn:microsoft.com/office/officeart/2005/8/layout/process2"/>
    <dgm:cxn modelId="{177BE4AB-F217-4648-A85B-435FD0F427F8}" type="presOf" srcId="{486F77C6-07F6-4797-9633-968952D66832}" destId="{94971CE0-B282-4D63-B565-957F97661674}" srcOrd="1" destOrd="0" presId="urn:microsoft.com/office/officeart/2005/8/layout/process2"/>
    <dgm:cxn modelId="{F56BE9BE-3E7D-4893-9A32-48CD71C6D317}" type="presOf" srcId="{486F77C6-07F6-4797-9633-968952D66832}" destId="{B54DF70A-9445-4768-AA20-AA1DD24737D8}" srcOrd="0" destOrd="0" presId="urn:microsoft.com/office/officeart/2005/8/layout/process2"/>
    <dgm:cxn modelId="{FAD780FD-681A-4DE8-B12F-B02D849048FE}" type="presOf" srcId="{C1EEEAD4-51E6-4297-A75F-D1B380ED0656}" destId="{E5A3A1A5-5BEB-4605-AA39-AE8FD6914031}" srcOrd="0" destOrd="0" presId="urn:microsoft.com/office/officeart/2005/8/layout/process2"/>
    <dgm:cxn modelId="{BB5B3C03-A329-45F1-AACA-4158A6501442}" type="presParOf" srcId="{B3CD8099-680A-436A-BC1E-4C2F86A3D4E5}" destId="{E5A3A1A5-5BEB-4605-AA39-AE8FD6914031}" srcOrd="0" destOrd="0" presId="urn:microsoft.com/office/officeart/2005/8/layout/process2"/>
    <dgm:cxn modelId="{2EB0D64F-756A-434C-82C7-DF1418AB678A}" type="presParOf" srcId="{B3CD8099-680A-436A-BC1E-4C2F86A3D4E5}" destId="{B54DF70A-9445-4768-AA20-AA1DD24737D8}" srcOrd="1" destOrd="0" presId="urn:microsoft.com/office/officeart/2005/8/layout/process2"/>
    <dgm:cxn modelId="{E2463AE7-6651-44BE-8920-6A0EC655610D}" type="presParOf" srcId="{B54DF70A-9445-4768-AA20-AA1DD24737D8}" destId="{94971CE0-B282-4D63-B565-957F97661674}" srcOrd="0" destOrd="0" presId="urn:microsoft.com/office/officeart/2005/8/layout/process2"/>
    <dgm:cxn modelId="{FA955843-CD09-4743-B746-998E2C198528}" type="presParOf" srcId="{B3CD8099-680A-436A-BC1E-4C2F86A3D4E5}" destId="{35DB9096-BEE7-47E6-9B85-8F26A331DC10}" srcOrd="2" destOrd="0" presId="urn:microsoft.com/office/officeart/2005/8/layout/process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64C2C8C2-2C80-49BE-BF5F-61BD418F4B47}" type="doc">
      <dgm:prSet loTypeId="urn:microsoft.com/office/officeart/2005/8/layout/process2" loCatId="process" qsTypeId="urn:microsoft.com/office/officeart/2005/8/quickstyle/simple1" qsCatId="simple" csTypeId="urn:microsoft.com/office/officeart/2005/8/colors/accent1_3" csCatId="accent1" phldr="1"/>
      <dgm:spPr/>
    </dgm:pt>
    <dgm:pt modelId="{C1EEEAD4-51E6-4297-A75F-D1B380ED0656}">
      <dgm:prSet phldrT="[Texto]" custT="1"/>
      <dgm:spPr/>
      <dgm:t>
        <a:bodyPr/>
        <a:lstStyle/>
        <a:p>
          <a:r>
            <a:rPr lang="pt-BR" sz="2400" b="1" dirty="0">
              <a:latin typeface="Aptos" panose="020B0004020202020204" pitchFamily="34" charset="0"/>
            </a:rPr>
            <a:t>Eletrólitos</a:t>
          </a:r>
        </a:p>
      </dgm:t>
    </dgm:pt>
    <dgm:pt modelId="{0613B903-42A0-4A72-9831-4E04435F624D}" type="parTrans" cxnId="{B88AF96D-66A1-4EF3-A686-720D84C840F4}">
      <dgm:prSet/>
      <dgm:spPr/>
      <dgm:t>
        <a:bodyPr/>
        <a:lstStyle/>
        <a:p>
          <a:endParaRPr lang="pt-BR" sz="1600">
            <a:latin typeface="Aptos" panose="020B0004020202020204" pitchFamily="34" charset="0"/>
          </a:endParaRPr>
        </a:p>
      </dgm:t>
    </dgm:pt>
    <dgm:pt modelId="{486F77C6-07F6-4797-9633-968952D66832}" type="sibTrans" cxnId="{B88AF96D-66A1-4EF3-A686-720D84C840F4}">
      <dgm:prSet custT="1"/>
      <dgm:spPr/>
      <dgm:t>
        <a:bodyPr/>
        <a:lstStyle/>
        <a:p>
          <a:endParaRPr lang="pt-BR" sz="1600">
            <a:latin typeface="Aptos" panose="020B0004020202020204" pitchFamily="34" charset="0"/>
          </a:endParaRPr>
        </a:p>
      </dgm:t>
    </dgm:pt>
    <dgm:pt modelId="{F75EA237-F864-420B-912A-FB97D1736BE6}">
      <dgm:prSet phldrT="[Texto]" custT="1"/>
      <dgm:spPr/>
      <dgm:t>
        <a:bodyPr/>
        <a:lstStyle/>
        <a:p>
          <a:r>
            <a:rPr lang="pt-BR" sz="2400" b="1" dirty="0">
              <a:solidFill>
                <a:schemeClr val="tx1"/>
              </a:solidFill>
            </a:rPr>
            <a:t>Substâncias cujas soluções aquosas conduzem corrente elétrica</a:t>
          </a:r>
        </a:p>
      </dgm:t>
    </dgm:pt>
    <dgm:pt modelId="{0CB57C59-3859-480F-8199-3D6DD7AD4F17}" type="parTrans" cxnId="{28E12910-4D01-4570-94D0-37D82CA727A6}">
      <dgm:prSet/>
      <dgm:spPr/>
      <dgm:t>
        <a:bodyPr/>
        <a:lstStyle/>
        <a:p>
          <a:endParaRPr lang="pt-BR" sz="1600">
            <a:latin typeface="Aptos" panose="020B0004020202020204" pitchFamily="34" charset="0"/>
          </a:endParaRPr>
        </a:p>
      </dgm:t>
    </dgm:pt>
    <dgm:pt modelId="{DCABA41C-6454-4595-AB20-385BDE79DC83}" type="sibTrans" cxnId="{28E12910-4D01-4570-94D0-37D82CA727A6}">
      <dgm:prSet custT="1"/>
      <dgm:spPr/>
      <dgm:t>
        <a:bodyPr/>
        <a:lstStyle/>
        <a:p>
          <a:endParaRPr lang="pt-BR" sz="1600">
            <a:latin typeface="Aptos" panose="020B0004020202020204" pitchFamily="34" charset="0"/>
          </a:endParaRPr>
        </a:p>
      </dgm:t>
    </dgm:pt>
    <dgm:pt modelId="{B3CD8099-680A-436A-BC1E-4C2F86A3D4E5}" type="pres">
      <dgm:prSet presAssocID="{64C2C8C2-2C80-49BE-BF5F-61BD418F4B47}" presName="linearFlow" presStyleCnt="0">
        <dgm:presLayoutVars>
          <dgm:resizeHandles val="exact"/>
        </dgm:presLayoutVars>
      </dgm:prSet>
      <dgm:spPr/>
    </dgm:pt>
    <dgm:pt modelId="{E5A3A1A5-5BEB-4605-AA39-AE8FD6914031}" type="pres">
      <dgm:prSet presAssocID="{C1EEEAD4-51E6-4297-A75F-D1B380ED0656}" presName="node" presStyleLbl="node1" presStyleIdx="0" presStyleCnt="2" custScaleX="52249" custScaleY="40017">
        <dgm:presLayoutVars>
          <dgm:bulletEnabled val="1"/>
        </dgm:presLayoutVars>
      </dgm:prSet>
      <dgm:spPr/>
    </dgm:pt>
    <dgm:pt modelId="{B54DF70A-9445-4768-AA20-AA1DD24737D8}" type="pres">
      <dgm:prSet presAssocID="{486F77C6-07F6-4797-9633-968952D66832}" presName="sibTrans" presStyleLbl="sibTrans2D1" presStyleIdx="0" presStyleCnt="1"/>
      <dgm:spPr/>
    </dgm:pt>
    <dgm:pt modelId="{94971CE0-B282-4D63-B565-957F97661674}" type="pres">
      <dgm:prSet presAssocID="{486F77C6-07F6-4797-9633-968952D66832}" presName="connectorText" presStyleLbl="sibTrans2D1" presStyleIdx="0" presStyleCnt="1"/>
      <dgm:spPr/>
    </dgm:pt>
    <dgm:pt modelId="{35DB9096-BEE7-47E6-9B85-8F26A331DC10}" type="pres">
      <dgm:prSet presAssocID="{F75EA237-F864-420B-912A-FB97D1736BE6}" presName="node" presStyleLbl="node1" presStyleIdx="1" presStyleCnt="2" custScaleX="121875">
        <dgm:presLayoutVars>
          <dgm:bulletEnabled val="1"/>
        </dgm:presLayoutVars>
      </dgm:prSet>
      <dgm:spPr/>
    </dgm:pt>
  </dgm:ptLst>
  <dgm:cxnLst>
    <dgm:cxn modelId="{28E12910-4D01-4570-94D0-37D82CA727A6}" srcId="{64C2C8C2-2C80-49BE-BF5F-61BD418F4B47}" destId="{F75EA237-F864-420B-912A-FB97D1736BE6}" srcOrd="1" destOrd="0" parTransId="{0CB57C59-3859-480F-8199-3D6DD7AD4F17}" sibTransId="{DCABA41C-6454-4595-AB20-385BDE79DC83}"/>
    <dgm:cxn modelId="{B88AF96D-66A1-4EF3-A686-720D84C840F4}" srcId="{64C2C8C2-2C80-49BE-BF5F-61BD418F4B47}" destId="{C1EEEAD4-51E6-4297-A75F-D1B380ED0656}" srcOrd="0" destOrd="0" parTransId="{0613B903-42A0-4A72-9831-4E04435F624D}" sibTransId="{486F77C6-07F6-4797-9633-968952D66832}"/>
    <dgm:cxn modelId="{D7EE157B-CA14-4DD3-96BC-E3C01411835E}" type="presOf" srcId="{64C2C8C2-2C80-49BE-BF5F-61BD418F4B47}" destId="{B3CD8099-680A-436A-BC1E-4C2F86A3D4E5}" srcOrd="0" destOrd="0" presId="urn:microsoft.com/office/officeart/2005/8/layout/process2"/>
    <dgm:cxn modelId="{B92A1A92-72A1-4DAC-A4D9-4C27AF6880B7}" type="presOf" srcId="{F75EA237-F864-420B-912A-FB97D1736BE6}" destId="{35DB9096-BEE7-47E6-9B85-8F26A331DC10}" srcOrd="0" destOrd="0" presId="urn:microsoft.com/office/officeart/2005/8/layout/process2"/>
    <dgm:cxn modelId="{177BE4AB-F217-4648-A85B-435FD0F427F8}" type="presOf" srcId="{486F77C6-07F6-4797-9633-968952D66832}" destId="{94971CE0-B282-4D63-B565-957F97661674}" srcOrd="1" destOrd="0" presId="urn:microsoft.com/office/officeart/2005/8/layout/process2"/>
    <dgm:cxn modelId="{F56BE9BE-3E7D-4893-9A32-48CD71C6D317}" type="presOf" srcId="{486F77C6-07F6-4797-9633-968952D66832}" destId="{B54DF70A-9445-4768-AA20-AA1DD24737D8}" srcOrd="0" destOrd="0" presId="urn:microsoft.com/office/officeart/2005/8/layout/process2"/>
    <dgm:cxn modelId="{FAD780FD-681A-4DE8-B12F-B02D849048FE}" type="presOf" srcId="{C1EEEAD4-51E6-4297-A75F-D1B380ED0656}" destId="{E5A3A1A5-5BEB-4605-AA39-AE8FD6914031}" srcOrd="0" destOrd="0" presId="urn:microsoft.com/office/officeart/2005/8/layout/process2"/>
    <dgm:cxn modelId="{BB5B3C03-A329-45F1-AACA-4158A6501442}" type="presParOf" srcId="{B3CD8099-680A-436A-BC1E-4C2F86A3D4E5}" destId="{E5A3A1A5-5BEB-4605-AA39-AE8FD6914031}" srcOrd="0" destOrd="0" presId="urn:microsoft.com/office/officeart/2005/8/layout/process2"/>
    <dgm:cxn modelId="{2EB0D64F-756A-434C-82C7-DF1418AB678A}" type="presParOf" srcId="{B3CD8099-680A-436A-BC1E-4C2F86A3D4E5}" destId="{B54DF70A-9445-4768-AA20-AA1DD24737D8}" srcOrd="1" destOrd="0" presId="urn:microsoft.com/office/officeart/2005/8/layout/process2"/>
    <dgm:cxn modelId="{E2463AE7-6651-44BE-8920-6A0EC655610D}" type="presParOf" srcId="{B54DF70A-9445-4768-AA20-AA1DD24737D8}" destId="{94971CE0-B282-4D63-B565-957F97661674}" srcOrd="0" destOrd="0" presId="urn:microsoft.com/office/officeart/2005/8/layout/process2"/>
    <dgm:cxn modelId="{FA955843-CD09-4743-B746-998E2C198528}" type="presParOf" srcId="{B3CD8099-680A-436A-BC1E-4C2F86A3D4E5}" destId="{35DB9096-BEE7-47E6-9B85-8F26A331DC10}" srcOrd="2" destOrd="0" presId="urn:microsoft.com/office/officeart/2005/8/layout/process2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64C2C8C2-2C80-49BE-BF5F-61BD418F4B47}" type="doc">
      <dgm:prSet loTypeId="urn:microsoft.com/office/officeart/2005/8/layout/process2" loCatId="process" qsTypeId="urn:microsoft.com/office/officeart/2005/8/quickstyle/simple1" qsCatId="simple" csTypeId="urn:microsoft.com/office/officeart/2005/8/colors/accent1_3" csCatId="accent1" phldr="1"/>
      <dgm:spPr/>
    </dgm:pt>
    <dgm:pt modelId="{C1EEEAD4-51E6-4297-A75F-D1B380ED0656}">
      <dgm:prSet phldrT="[Texto]" custT="1"/>
      <dgm:spPr/>
      <dgm:t>
        <a:bodyPr/>
        <a:lstStyle/>
        <a:p>
          <a:r>
            <a:rPr lang="pt-BR" sz="2400" b="1" dirty="0">
              <a:latin typeface="Aptos" panose="020B0004020202020204" pitchFamily="34" charset="0"/>
            </a:rPr>
            <a:t>Não Eletrólito</a:t>
          </a:r>
        </a:p>
      </dgm:t>
    </dgm:pt>
    <dgm:pt modelId="{0613B903-42A0-4A72-9831-4E04435F624D}" type="parTrans" cxnId="{B88AF96D-66A1-4EF3-A686-720D84C840F4}">
      <dgm:prSet/>
      <dgm:spPr/>
      <dgm:t>
        <a:bodyPr/>
        <a:lstStyle/>
        <a:p>
          <a:endParaRPr lang="pt-BR" sz="1600">
            <a:latin typeface="Aptos" panose="020B0004020202020204" pitchFamily="34" charset="0"/>
          </a:endParaRPr>
        </a:p>
      </dgm:t>
    </dgm:pt>
    <dgm:pt modelId="{486F77C6-07F6-4797-9633-968952D66832}" type="sibTrans" cxnId="{B88AF96D-66A1-4EF3-A686-720D84C840F4}">
      <dgm:prSet custT="1"/>
      <dgm:spPr/>
      <dgm:t>
        <a:bodyPr/>
        <a:lstStyle/>
        <a:p>
          <a:endParaRPr lang="pt-BR" sz="1600">
            <a:latin typeface="Aptos" panose="020B0004020202020204" pitchFamily="34" charset="0"/>
          </a:endParaRPr>
        </a:p>
      </dgm:t>
    </dgm:pt>
    <dgm:pt modelId="{F75EA237-F864-420B-912A-FB97D1736BE6}">
      <dgm:prSet phldrT="[Texto]" custT="1"/>
      <dgm:spPr/>
      <dgm:t>
        <a:bodyPr/>
        <a:lstStyle/>
        <a:p>
          <a:r>
            <a:rPr lang="pt-BR" sz="2400" b="1" dirty="0">
              <a:solidFill>
                <a:schemeClr val="tx1"/>
              </a:solidFill>
            </a:rPr>
            <a:t>Substâncias cujas soluções aquosas </a:t>
          </a:r>
          <a:r>
            <a:rPr lang="pt-BR" sz="2400" b="1" dirty="0">
              <a:solidFill>
                <a:srgbClr val="C00000"/>
              </a:solidFill>
            </a:rPr>
            <a:t>não</a:t>
          </a:r>
          <a:r>
            <a:rPr lang="pt-BR" sz="2400" b="1" dirty="0">
              <a:solidFill>
                <a:schemeClr val="tx1"/>
              </a:solidFill>
            </a:rPr>
            <a:t> conduzem corrente elétrica</a:t>
          </a:r>
        </a:p>
      </dgm:t>
    </dgm:pt>
    <dgm:pt modelId="{0CB57C59-3859-480F-8199-3D6DD7AD4F17}" type="parTrans" cxnId="{28E12910-4D01-4570-94D0-37D82CA727A6}">
      <dgm:prSet/>
      <dgm:spPr/>
      <dgm:t>
        <a:bodyPr/>
        <a:lstStyle/>
        <a:p>
          <a:endParaRPr lang="pt-BR" sz="1600">
            <a:latin typeface="Aptos" panose="020B0004020202020204" pitchFamily="34" charset="0"/>
          </a:endParaRPr>
        </a:p>
      </dgm:t>
    </dgm:pt>
    <dgm:pt modelId="{DCABA41C-6454-4595-AB20-385BDE79DC83}" type="sibTrans" cxnId="{28E12910-4D01-4570-94D0-37D82CA727A6}">
      <dgm:prSet custT="1"/>
      <dgm:spPr/>
      <dgm:t>
        <a:bodyPr/>
        <a:lstStyle/>
        <a:p>
          <a:endParaRPr lang="pt-BR" sz="1600">
            <a:latin typeface="Aptos" panose="020B0004020202020204" pitchFamily="34" charset="0"/>
          </a:endParaRPr>
        </a:p>
      </dgm:t>
    </dgm:pt>
    <dgm:pt modelId="{B3CD8099-680A-436A-BC1E-4C2F86A3D4E5}" type="pres">
      <dgm:prSet presAssocID="{64C2C8C2-2C80-49BE-BF5F-61BD418F4B47}" presName="linearFlow" presStyleCnt="0">
        <dgm:presLayoutVars>
          <dgm:resizeHandles val="exact"/>
        </dgm:presLayoutVars>
      </dgm:prSet>
      <dgm:spPr/>
    </dgm:pt>
    <dgm:pt modelId="{E5A3A1A5-5BEB-4605-AA39-AE8FD6914031}" type="pres">
      <dgm:prSet presAssocID="{C1EEEAD4-51E6-4297-A75F-D1B380ED0656}" presName="node" presStyleLbl="node1" presStyleIdx="0" presStyleCnt="2" custScaleX="52249" custScaleY="40017">
        <dgm:presLayoutVars>
          <dgm:bulletEnabled val="1"/>
        </dgm:presLayoutVars>
      </dgm:prSet>
      <dgm:spPr/>
    </dgm:pt>
    <dgm:pt modelId="{B54DF70A-9445-4768-AA20-AA1DD24737D8}" type="pres">
      <dgm:prSet presAssocID="{486F77C6-07F6-4797-9633-968952D66832}" presName="sibTrans" presStyleLbl="sibTrans2D1" presStyleIdx="0" presStyleCnt="1"/>
      <dgm:spPr/>
    </dgm:pt>
    <dgm:pt modelId="{94971CE0-B282-4D63-B565-957F97661674}" type="pres">
      <dgm:prSet presAssocID="{486F77C6-07F6-4797-9633-968952D66832}" presName="connectorText" presStyleLbl="sibTrans2D1" presStyleIdx="0" presStyleCnt="1"/>
      <dgm:spPr/>
    </dgm:pt>
    <dgm:pt modelId="{35DB9096-BEE7-47E6-9B85-8F26A331DC10}" type="pres">
      <dgm:prSet presAssocID="{F75EA237-F864-420B-912A-FB97D1736BE6}" presName="node" presStyleLbl="node1" presStyleIdx="1" presStyleCnt="2" custScaleX="121875">
        <dgm:presLayoutVars>
          <dgm:bulletEnabled val="1"/>
        </dgm:presLayoutVars>
      </dgm:prSet>
      <dgm:spPr/>
    </dgm:pt>
  </dgm:ptLst>
  <dgm:cxnLst>
    <dgm:cxn modelId="{28E12910-4D01-4570-94D0-37D82CA727A6}" srcId="{64C2C8C2-2C80-49BE-BF5F-61BD418F4B47}" destId="{F75EA237-F864-420B-912A-FB97D1736BE6}" srcOrd="1" destOrd="0" parTransId="{0CB57C59-3859-480F-8199-3D6DD7AD4F17}" sibTransId="{DCABA41C-6454-4595-AB20-385BDE79DC83}"/>
    <dgm:cxn modelId="{B88AF96D-66A1-4EF3-A686-720D84C840F4}" srcId="{64C2C8C2-2C80-49BE-BF5F-61BD418F4B47}" destId="{C1EEEAD4-51E6-4297-A75F-D1B380ED0656}" srcOrd="0" destOrd="0" parTransId="{0613B903-42A0-4A72-9831-4E04435F624D}" sibTransId="{486F77C6-07F6-4797-9633-968952D66832}"/>
    <dgm:cxn modelId="{D7EE157B-CA14-4DD3-96BC-E3C01411835E}" type="presOf" srcId="{64C2C8C2-2C80-49BE-BF5F-61BD418F4B47}" destId="{B3CD8099-680A-436A-BC1E-4C2F86A3D4E5}" srcOrd="0" destOrd="0" presId="urn:microsoft.com/office/officeart/2005/8/layout/process2"/>
    <dgm:cxn modelId="{B92A1A92-72A1-4DAC-A4D9-4C27AF6880B7}" type="presOf" srcId="{F75EA237-F864-420B-912A-FB97D1736BE6}" destId="{35DB9096-BEE7-47E6-9B85-8F26A331DC10}" srcOrd="0" destOrd="0" presId="urn:microsoft.com/office/officeart/2005/8/layout/process2"/>
    <dgm:cxn modelId="{177BE4AB-F217-4648-A85B-435FD0F427F8}" type="presOf" srcId="{486F77C6-07F6-4797-9633-968952D66832}" destId="{94971CE0-B282-4D63-B565-957F97661674}" srcOrd="1" destOrd="0" presId="urn:microsoft.com/office/officeart/2005/8/layout/process2"/>
    <dgm:cxn modelId="{F56BE9BE-3E7D-4893-9A32-48CD71C6D317}" type="presOf" srcId="{486F77C6-07F6-4797-9633-968952D66832}" destId="{B54DF70A-9445-4768-AA20-AA1DD24737D8}" srcOrd="0" destOrd="0" presId="urn:microsoft.com/office/officeart/2005/8/layout/process2"/>
    <dgm:cxn modelId="{FAD780FD-681A-4DE8-B12F-B02D849048FE}" type="presOf" srcId="{C1EEEAD4-51E6-4297-A75F-D1B380ED0656}" destId="{E5A3A1A5-5BEB-4605-AA39-AE8FD6914031}" srcOrd="0" destOrd="0" presId="urn:microsoft.com/office/officeart/2005/8/layout/process2"/>
    <dgm:cxn modelId="{BB5B3C03-A329-45F1-AACA-4158A6501442}" type="presParOf" srcId="{B3CD8099-680A-436A-BC1E-4C2F86A3D4E5}" destId="{E5A3A1A5-5BEB-4605-AA39-AE8FD6914031}" srcOrd="0" destOrd="0" presId="urn:microsoft.com/office/officeart/2005/8/layout/process2"/>
    <dgm:cxn modelId="{2EB0D64F-756A-434C-82C7-DF1418AB678A}" type="presParOf" srcId="{B3CD8099-680A-436A-BC1E-4C2F86A3D4E5}" destId="{B54DF70A-9445-4768-AA20-AA1DD24737D8}" srcOrd="1" destOrd="0" presId="urn:microsoft.com/office/officeart/2005/8/layout/process2"/>
    <dgm:cxn modelId="{E2463AE7-6651-44BE-8920-6A0EC655610D}" type="presParOf" srcId="{B54DF70A-9445-4768-AA20-AA1DD24737D8}" destId="{94971CE0-B282-4D63-B565-957F97661674}" srcOrd="0" destOrd="0" presId="urn:microsoft.com/office/officeart/2005/8/layout/process2"/>
    <dgm:cxn modelId="{FA955843-CD09-4743-B746-998E2C198528}" type="presParOf" srcId="{B3CD8099-680A-436A-BC1E-4C2F86A3D4E5}" destId="{35DB9096-BEE7-47E6-9B85-8F26A331DC10}" srcOrd="2" destOrd="0" presId="urn:microsoft.com/office/officeart/2005/8/layout/process2"/>
  </dgm:cxnLst>
  <dgm:bg/>
  <dgm:whole/>
  <dgm:extLst>
    <a:ext uri="http://schemas.microsoft.com/office/drawing/2008/diagram">
      <dsp:dataModelExt xmlns:dsp="http://schemas.microsoft.com/office/drawing/2008/diagram" relId="rId1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64C2C8C2-2C80-49BE-BF5F-61BD418F4B47}" type="doc">
      <dgm:prSet loTypeId="urn:microsoft.com/office/officeart/2005/8/layout/process1" loCatId="process" qsTypeId="urn:microsoft.com/office/officeart/2005/8/quickstyle/simple1" qsCatId="simple" csTypeId="urn:microsoft.com/office/officeart/2005/8/colors/accent1_2" csCatId="accent1" phldr="1"/>
      <dgm:spPr/>
    </dgm:pt>
    <dgm:pt modelId="{C1EEEAD4-51E6-4297-A75F-D1B380ED0656}">
      <dgm:prSet phldrT="[Texto]" custT="1"/>
      <dgm:spPr/>
      <dgm:t>
        <a:bodyPr/>
        <a:lstStyle/>
        <a:p>
          <a:r>
            <a:rPr lang="pt-BR" sz="1900" b="1" dirty="0" err="1">
              <a:latin typeface="Aptos" panose="020B0004020202020204" pitchFamily="34" charset="0"/>
            </a:rPr>
            <a:t>NaCl</a:t>
          </a:r>
          <a:r>
            <a:rPr lang="pt-BR" sz="1900" b="1" dirty="0">
              <a:latin typeface="Aptos" panose="020B0004020202020204" pitchFamily="34" charset="0"/>
            </a:rPr>
            <a:t> sólido</a:t>
          </a:r>
        </a:p>
      </dgm:t>
    </dgm:pt>
    <dgm:pt modelId="{0613B903-42A0-4A72-9831-4E04435F624D}" type="parTrans" cxnId="{B88AF96D-66A1-4EF3-A686-720D84C840F4}">
      <dgm:prSet/>
      <dgm:spPr/>
      <dgm:t>
        <a:bodyPr/>
        <a:lstStyle/>
        <a:p>
          <a:endParaRPr lang="pt-BR" sz="1900">
            <a:latin typeface="Aptos" panose="020B0004020202020204" pitchFamily="34" charset="0"/>
          </a:endParaRPr>
        </a:p>
      </dgm:t>
    </dgm:pt>
    <dgm:pt modelId="{486F77C6-07F6-4797-9633-968952D66832}" type="sibTrans" cxnId="{B88AF96D-66A1-4EF3-A686-720D84C840F4}">
      <dgm:prSet custT="1"/>
      <dgm:spPr/>
      <dgm:t>
        <a:bodyPr/>
        <a:lstStyle/>
        <a:p>
          <a:endParaRPr lang="pt-BR" sz="1900">
            <a:latin typeface="Aptos" panose="020B0004020202020204" pitchFamily="34" charset="0"/>
          </a:endParaRPr>
        </a:p>
      </dgm:t>
    </dgm:pt>
    <dgm:pt modelId="{F75EA237-F864-420B-912A-FB97D1736BE6}">
      <dgm:prSet phldrT="[Texto]" custT="1"/>
      <dgm:spPr/>
      <dgm:t>
        <a:bodyPr/>
        <a:lstStyle/>
        <a:p>
          <a:r>
            <a:rPr lang="pt-BR" sz="1900" b="1" dirty="0">
              <a:latin typeface="Aptos" panose="020B0004020202020204" pitchFamily="34" charset="0"/>
            </a:rPr>
            <a:t>Composto iônico</a:t>
          </a:r>
        </a:p>
      </dgm:t>
    </dgm:pt>
    <dgm:pt modelId="{0CB57C59-3859-480F-8199-3D6DD7AD4F17}" type="parTrans" cxnId="{28E12910-4D01-4570-94D0-37D82CA727A6}">
      <dgm:prSet/>
      <dgm:spPr/>
      <dgm:t>
        <a:bodyPr/>
        <a:lstStyle/>
        <a:p>
          <a:endParaRPr lang="pt-BR" sz="1900">
            <a:latin typeface="Aptos" panose="020B0004020202020204" pitchFamily="34" charset="0"/>
          </a:endParaRPr>
        </a:p>
      </dgm:t>
    </dgm:pt>
    <dgm:pt modelId="{DCABA41C-6454-4595-AB20-385BDE79DC83}" type="sibTrans" cxnId="{28E12910-4D01-4570-94D0-37D82CA727A6}">
      <dgm:prSet custT="1"/>
      <dgm:spPr/>
      <dgm:t>
        <a:bodyPr/>
        <a:lstStyle/>
        <a:p>
          <a:endParaRPr lang="pt-BR" sz="1900">
            <a:latin typeface="Aptos" panose="020B0004020202020204" pitchFamily="34" charset="0"/>
          </a:endParaRPr>
        </a:p>
      </dgm:t>
    </dgm:pt>
    <dgm:pt modelId="{E00DABD2-7B69-4F78-AD8A-35281AD9A8C4}">
      <dgm:prSet phldrT="[Texto]" custT="1"/>
      <dgm:spPr>
        <a:solidFill>
          <a:schemeClr val="accent2">
            <a:lumMod val="75000"/>
          </a:schemeClr>
        </a:solidFill>
      </dgm:spPr>
      <dgm:t>
        <a:bodyPr/>
        <a:lstStyle/>
        <a:p>
          <a:r>
            <a:rPr lang="pt-BR" sz="1900" b="1" dirty="0">
              <a:latin typeface="Aptos" panose="020B0004020202020204" pitchFamily="34" charset="0"/>
            </a:rPr>
            <a:t>Atrações eletrostáticas</a:t>
          </a:r>
        </a:p>
      </dgm:t>
    </dgm:pt>
    <dgm:pt modelId="{1530C20D-9404-4563-A8FD-6C40E95D7498}" type="parTrans" cxnId="{D117696B-6E1A-4F40-84F2-40A6F766E75E}">
      <dgm:prSet/>
      <dgm:spPr/>
      <dgm:t>
        <a:bodyPr/>
        <a:lstStyle/>
        <a:p>
          <a:endParaRPr lang="pt-BR" sz="1900">
            <a:latin typeface="Aptos" panose="020B0004020202020204" pitchFamily="34" charset="0"/>
          </a:endParaRPr>
        </a:p>
      </dgm:t>
    </dgm:pt>
    <dgm:pt modelId="{F073E5BF-6578-4E44-BCC9-9945D76B293F}" type="sibTrans" cxnId="{D117696B-6E1A-4F40-84F2-40A6F766E75E}">
      <dgm:prSet custT="1"/>
      <dgm:spPr/>
      <dgm:t>
        <a:bodyPr/>
        <a:lstStyle/>
        <a:p>
          <a:endParaRPr lang="pt-BR" sz="1900">
            <a:latin typeface="Aptos" panose="020B0004020202020204" pitchFamily="34" charset="0"/>
          </a:endParaRPr>
        </a:p>
      </dgm:t>
    </dgm:pt>
    <dgm:pt modelId="{0FA4A2F9-1E87-4D52-B588-6E93E3C16D14}">
      <dgm:prSet phldrT="[Texto]" custT="1"/>
      <dgm:spPr>
        <a:solidFill>
          <a:srgbClr val="C00000"/>
        </a:solidFill>
      </dgm:spPr>
      <dgm:t>
        <a:bodyPr/>
        <a:lstStyle/>
        <a:p>
          <a:r>
            <a:rPr lang="pt-BR" sz="1900" b="1" dirty="0">
              <a:latin typeface="Aptos" panose="020B0004020202020204" pitchFamily="34" charset="0"/>
            </a:rPr>
            <a:t>Dissociação</a:t>
          </a:r>
        </a:p>
      </dgm:t>
    </dgm:pt>
    <dgm:pt modelId="{C1FA0B1F-074F-489E-ABD4-CF5C4AF0DEAC}" type="parTrans" cxnId="{BB7A9CD4-7E70-4628-A88B-A2E947FF4367}">
      <dgm:prSet/>
      <dgm:spPr/>
      <dgm:t>
        <a:bodyPr/>
        <a:lstStyle/>
        <a:p>
          <a:endParaRPr lang="pt-BR" sz="1900">
            <a:latin typeface="Aptos" panose="020B0004020202020204" pitchFamily="34" charset="0"/>
          </a:endParaRPr>
        </a:p>
      </dgm:t>
    </dgm:pt>
    <dgm:pt modelId="{E28E6210-8827-4CCF-9A32-2BD7D82F441B}" type="sibTrans" cxnId="{BB7A9CD4-7E70-4628-A88B-A2E947FF4367}">
      <dgm:prSet custT="1"/>
      <dgm:spPr/>
      <dgm:t>
        <a:bodyPr/>
        <a:lstStyle/>
        <a:p>
          <a:endParaRPr lang="pt-BR" sz="1900">
            <a:latin typeface="Aptos" panose="020B0004020202020204" pitchFamily="34" charset="0"/>
          </a:endParaRPr>
        </a:p>
      </dgm:t>
    </dgm:pt>
    <dgm:pt modelId="{07515F6A-BF07-4D04-A27F-AD58EB2A9445}">
      <dgm:prSet phldrT="[Texto]" custT="1"/>
      <dgm:spPr>
        <a:solidFill>
          <a:schemeClr val="accent2">
            <a:lumMod val="75000"/>
          </a:schemeClr>
        </a:solidFill>
      </dgm:spPr>
      <dgm:t>
        <a:bodyPr/>
        <a:lstStyle/>
        <a:p>
          <a:r>
            <a:rPr lang="pt-BR" sz="1900" b="1" dirty="0">
              <a:latin typeface="Aptos" panose="020B0004020202020204" pitchFamily="34" charset="0"/>
            </a:rPr>
            <a:t>Íons </a:t>
          </a:r>
          <a:r>
            <a:rPr lang="pt-BR" sz="1900" b="1" dirty="0" err="1">
              <a:latin typeface="Aptos" panose="020B0004020202020204" pitchFamily="34" charset="0"/>
            </a:rPr>
            <a:t>solvatados</a:t>
          </a:r>
          <a:endParaRPr lang="pt-BR" sz="1900" b="1" dirty="0">
            <a:latin typeface="Aptos" panose="020B0004020202020204" pitchFamily="34" charset="0"/>
          </a:endParaRPr>
        </a:p>
      </dgm:t>
    </dgm:pt>
    <dgm:pt modelId="{C2A0A1E3-4936-4071-BA60-7D368971F013}" type="parTrans" cxnId="{C6CAAE3B-E93A-463D-86F5-321C37C1D90A}">
      <dgm:prSet/>
      <dgm:spPr/>
      <dgm:t>
        <a:bodyPr/>
        <a:lstStyle/>
        <a:p>
          <a:endParaRPr lang="pt-BR" sz="1900">
            <a:latin typeface="Aptos" panose="020B0004020202020204" pitchFamily="34" charset="0"/>
          </a:endParaRPr>
        </a:p>
      </dgm:t>
    </dgm:pt>
    <dgm:pt modelId="{AFD9037F-D527-4A7D-BAD3-F6F059FA4959}" type="sibTrans" cxnId="{C6CAAE3B-E93A-463D-86F5-321C37C1D90A}">
      <dgm:prSet/>
      <dgm:spPr/>
      <dgm:t>
        <a:bodyPr/>
        <a:lstStyle/>
        <a:p>
          <a:endParaRPr lang="pt-BR" sz="1900">
            <a:latin typeface="Aptos" panose="020B0004020202020204" pitchFamily="34" charset="0"/>
          </a:endParaRPr>
        </a:p>
      </dgm:t>
    </dgm:pt>
    <dgm:pt modelId="{69AB00BB-C456-4E78-9512-1E5153B61DEC}" type="pres">
      <dgm:prSet presAssocID="{64C2C8C2-2C80-49BE-BF5F-61BD418F4B47}" presName="Name0" presStyleCnt="0">
        <dgm:presLayoutVars>
          <dgm:dir/>
          <dgm:resizeHandles val="exact"/>
        </dgm:presLayoutVars>
      </dgm:prSet>
      <dgm:spPr/>
    </dgm:pt>
    <dgm:pt modelId="{86B53DB3-1587-4880-900B-47D7924522D0}" type="pres">
      <dgm:prSet presAssocID="{C1EEEAD4-51E6-4297-A75F-D1B380ED0656}" presName="node" presStyleLbl="node1" presStyleIdx="0" presStyleCnt="5">
        <dgm:presLayoutVars>
          <dgm:bulletEnabled val="1"/>
        </dgm:presLayoutVars>
      </dgm:prSet>
      <dgm:spPr/>
    </dgm:pt>
    <dgm:pt modelId="{3F6D3329-7E08-4C5B-890F-8260B1CC12EB}" type="pres">
      <dgm:prSet presAssocID="{486F77C6-07F6-4797-9633-968952D66832}" presName="sibTrans" presStyleLbl="sibTrans2D1" presStyleIdx="0" presStyleCnt="4"/>
      <dgm:spPr/>
    </dgm:pt>
    <dgm:pt modelId="{C88D0C72-55F3-4A76-96B4-016ED9EBDC58}" type="pres">
      <dgm:prSet presAssocID="{486F77C6-07F6-4797-9633-968952D66832}" presName="connectorText" presStyleLbl="sibTrans2D1" presStyleIdx="0" presStyleCnt="4"/>
      <dgm:spPr/>
    </dgm:pt>
    <dgm:pt modelId="{FB87C3B4-E8F8-45D6-9EE3-F00B6D51B49F}" type="pres">
      <dgm:prSet presAssocID="{F75EA237-F864-420B-912A-FB97D1736BE6}" presName="node" presStyleLbl="node1" presStyleIdx="1" presStyleCnt="5">
        <dgm:presLayoutVars>
          <dgm:bulletEnabled val="1"/>
        </dgm:presLayoutVars>
      </dgm:prSet>
      <dgm:spPr/>
    </dgm:pt>
    <dgm:pt modelId="{8AF151CE-1BF9-40F2-995C-4DB04B5DD6C0}" type="pres">
      <dgm:prSet presAssocID="{DCABA41C-6454-4595-AB20-385BDE79DC83}" presName="sibTrans" presStyleLbl="sibTrans2D1" presStyleIdx="1" presStyleCnt="4"/>
      <dgm:spPr/>
    </dgm:pt>
    <dgm:pt modelId="{34073E21-509E-48C6-B4AD-47FC876909D2}" type="pres">
      <dgm:prSet presAssocID="{DCABA41C-6454-4595-AB20-385BDE79DC83}" presName="connectorText" presStyleLbl="sibTrans2D1" presStyleIdx="1" presStyleCnt="4"/>
      <dgm:spPr/>
    </dgm:pt>
    <dgm:pt modelId="{1B5015B0-4679-40D7-836F-FE424D6C5886}" type="pres">
      <dgm:prSet presAssocID="{E00DABD2-7B69-4F78-AD8A-35281AD9A8C4}" presName="node" presStyleLbl="node1" presStyleIdx="2" presStyleCnt="5">
        <dgm:presLayoutVars>
          <dgm:bulletEnabled val="1"/>
        </dgm:presLayoutVars>
      </dgm:prSet>
      <dgm:spPr/>
    </dgm:pt>
    <dgm:pt modelId="{D50904A8-4D45-4954-8DF6-8E882CC2D30F}" type="pres">
      <dgm:prSet presAssocID="{F073E5BF-6578-4E44-BCC9-9945D76B293F}" presName="sibTrans" presStyleLbl="sibTrans2D1" presStyleIdx="2" presStyleCnt="4"/>
      <dgm:spPr/>
    </dgm:pt>
    <dgm:pt modelId="{012E5570-DB5F-44ED-A1E8-D63D6C747CF7}" type="pres">
      <dgm:prSet presAssocID="{F073E5BF-6578-4E44-BCC9-9945D76B293F}" presName="connectorText" presStyleLbl="sibTrans2D1" presStyleIdx="2" presStyleCnt="4"/>
      <dgm:spPr/>
    </dgm:pt>
    <dgm:pt modelId="{0D4C48BE-9868-4A09-95FE-BAEC2EFEB1A0}" type="pres">
      <dgm:prSet presAssocID="{0FA4A2F9-1E87-4D52-B588-6E93E3C16D14}" presName="node" presStyleLbl="node1" presStyleIdx="3" presStyleCnt="5">
        <dgm:presLayoutVars>
          <dgm:bulletEnabled val="1"/>
        </dgm:presLayoutVars>
      </dgm:prSet>
      <dgm:spPr/>
    </dgm:pt>
    <dgm:pt modelId="{5B4B716F-59AE-44D4-B14C-B1F522B791B2}" type="pres">
      <dgm:prSet presAssocID="{E28E6210-8827-4CCF-9A32-2BD7D82F441B}" presName="sibTrans" presStyleLbl="sibTrans2D1" presStyleIdx="3" presStyleCnt="4"/>
      <dgm:spPr/>
    </dgm:pt>
    <dgm:pt modelId="{80AB239A-B727-47B8-BCE9-C417AA8E541D}" type="pres">
      <dgm:prSet presAssocID="{E28E6210-8827-4CCF-9A32-2BD7D82F441B}" presName="connectorText" presStyleLbl="sibTrans2D1" presStyleIdx="3" presStyleCnt="4"/>
      <dgm:spPr/>
    </dgm:pt>
    <dgm:pt modelId="{C3E90E6C-3296-447F-969F-191F41A71B28}" type="pres">
      <dgm:prSet presAssocID="{07515F6A-BF07-4D04-A27F-AD58EB2A9445}" presName="node" presStyleLbl="node1" presStyleIdx="4" presStyleCnt="5">
        <dgm:presLayoutVars>
          <dgm:bulletEnabled val="1"/>
        </dgm:presLayoutVars>
      </dgm:prSet>
      <dgm:spPr/>
    </dgm:pt>
  </dgm:ptLst>
  <dgm:cxnLst>
    <dgm:cxn modelId="{D43BD903-059A-4133-BB1B-55C65A3F077C}" type="presOf" srcId="{F75EA237-F864-420B-912A-FB97D1736BE6}" destId="{FB87C3B4-E8F8-45D6-9EE3-F00B6D51B49F}" srcOrd="0" destOrd="0" presId="urn:microsoft.com/office/officeart/2005/8/layout/process1"/>
    <dgm:cxn modelId="{28E12910-4D01-4570-94D0-37D82CA727A6}" srcId="{64C2C8C2-2C80-49BE-BF5F-61BD418F4B47}" destId="{F75EA237-F864-420B-912A-FB97D1736BE6}" srcOrd="1" destOrd="0" parTransId="{0CB57C59-3859-480F-8199-3D6DD7AD4F17}" sibTransId="{DCABA41C-6454-4595-AB20-385BDE79DC83}"/>
    <dgm:cxn modelId="{478D8F16-E6C6-402E-B7F6-66190ADD7902}" type="presOf" srcId="{F073E5BF-6578-4E44-BCC9-9945D76B293F}" destId="{012E5570-DB5F-44ED-A1E8-D63D6C747CF7}" srcOrd="1" destOrd="0" presId="urn:microsoft.com/office/officeart/2005/8/layout/process1"/>
    <dgm:cxn modelId="{C6CAAE3B-E93A-463D-86F5-321C37C1D90A}" srcId="{64C2C8C2-2C80-49BE-BF5F-61BD418F4B47}" destId="{07515F6A-BF07-4D04-A27F-AD58EB2A9445}" srcOrd="4" destOrd="0" parTransId="{C2A0A1E3-4936-4071-BA60-7D368971F013}" sibTransId="{AFD9037F-D527-4A7D-BAD3-F6F059FA4959}"/>
    <dgm:cxn modelId="{0FE8625C-E747-4699-82C2-C8229172CE6D}" type="presOf" srcId="{64C2C8C2-2C80-49BE-BF5F-61BD418F4B47}" destId="{69AB00BB-C456-4E78-9512-1E5153B61DEC}" srcOrd="0" destOrd="0" presId="urn:microsoft.com/office/officeart/2005/8/layout/process1"/>
    <dgm:cxn modelId="{D117696B-6E1A-4F40-84F2-40A6F766E75E}" srcId="{64C2C8C2-2C80-49BE-BF5F-61BD418F4B47}" destId="{E00DABD2-7B69-4F78-AD8A-35281AD9A8C4}" srcOrd="2" destOrd="0" parTransId="{1530C20D-9404-4563-A8FD-6C40E95D7498}" sibTransId="{F073E5BF-6578-4E44-BCC9-9945D76B293F}"/>
    <dgm:cxn modelId="{B88AF96D-66A1-4EF3-A686-720D84C840F4}" srcId="{64C2C8C2-2C80-49BE-BF5F-61BD418F4B47}" destId="{C1EEEAD4-51E6-4297-A75F-D1B380ED0656}" srcOrd="0" destOrd="0" parTransId="{0613B903-42A0-4A72-9831-4E04435F624D}" sibTransId="{486F77C6-07F6-4797-9633-968952D66832}"/>
    <dgm:cxn modelId="{66F96353-9F81-4FCB-8CA0-EC30A7EFC3BB}" type="presOf" srcId="{DCABA41C-6454-4595-AB20-385BDE79DC83}" destId="{34073E21-509E-48C6-B4AD-47FC876909D2}" srcOrd="1" destOrd="0" presId="urn:microsoft.com/office/officeart/2005/8/layout/process1"/>
    <dgm:cxn modelId="{A5F72474-B693-4D87-A1B4-FE9FC442B173}" type="presOf" srcId="{DCABA41C-6454-4595-AB20-385BDE79DC83}" destId="{8AF151CE-1BF9-40F2-995C-4DB04B5DD6C0}" srcOrd="0" destOrd="0" presId="urn:microsoft.com/office/officeart/2005/8/layout/process1"/>
    <dgm:cxn modelId="{E6261C77-4D21-444B-901E-8B6E31B4C6D0}" type="presOf" srcId="{E28E6210-8827-4CCF-9A32-2BD7D82F441B}" destId="{80AB239A-B727-47B8-BCE9-C417AA8E541D}" srcOrd="1" destOrd="0" presId="urn:microsoft.com/office/officeart/2005/8/layout/process1"/>
    <dgm:cxn modelId="{2BAF5C7F-A87B-43F1-88A4-5B3A57DFB468}" type="presOf" srcId="{486F77C6-07F6-4797-9633-968952D66832}" destId="{C88D0C72-55F3-4A76-96B4-016ED9EBDC58}" srcOrd="1" destOrd="0" presId="urn:microsoft.com/office/officeart/2005/8/layout/process1"/>
    <dgm:cxn modelId="{E9638A9B-EA11-4869-B180-3012AB485205}" type="presOf" srcId="{0FA4A2F9-1E87-4D52-B588-6E93E3C16D14}" destId="{0D4C48BE-9868-4A09-95FE-BAEC2EFEB1A0}" srcOrd="0" destOrd="0" presId="urn:microsoft.com/office/officeart/2005/8/layout/process1"/>
    <dgm:cxn modelId="{9D6626A4-A095-46EA-AE39-31FC2870EFD9}" type="presOf" srcId="{C1EEEAD4-51E6-4297-A75F-D1B380ED0656}" destId="{86B53DB3-1587-4880-900B-47D7924522D0}" srcOrd="0" destOrd="0" presId="urn:microsoft.com/office/officeart/2005/8/layout/process1"/>
    <dgm:cxn modelId="{CEEF70BE-70DC-4EA2-97FD-542BAC8D7C95}" type="presOf" srcId="{486F77C6-07F6-4797-9633-968952D66832}" destId="{3F6D3329-7E08-4C5B-890F-8260B1CC12EB}" srcOrd="0" destOrd="0" presId="urn:microsoft.com/office/officeart/2005/8/layout/process1"/>
    <dgm:cxn modelId="{F66AC6CF-0578-4D40-B80C-9A7F03AD187D}" type="presOf" srcId="{07515F6A-BF07-4D04-A27F-AD58EB2A9445}" destId="{C3E90E6C-3296-447F-969F-191F41A71B28}" srcOrd="0" destOrd="0" presId="urn:microsoft.com/office/officeart/2005/8/layout/process1"/>
    <dgm:cxn modelId="{3ECD88D0-C68D-471C-A67A-76AF7887B23B}" type="presOf" srcId="{F073E5BF-6578-4E44-BCC9-9945D76B293F}" destId="{D50904A8-4D45-4954-8DF6-8E882CC2D30F}" srcOrd="0" destOrd="0" presId="urn:microsoft.com/office/officeart/2005/8/layout/process1"/>
    <dgm:cxn modelId="{BB7A9CD4-7E70-4628-A88B-A2E947FF4367}" srcId="{64C2C8C2-2C80-49BE-BF5F-61BD418F4B47}" destId="{0FA4A2F9-1E87-4D52-B588-6E93E3C16D14}" srcOrd="3" destOrd="0" parTransId="{C1FA0B1F-074F-489E-ABD4-CF5C4AF0DEAC}" sibTransId="{E28E6210-8827-4CCF-9A32-2BD7D82F441B}"/>
    <dgm:cxn modelId="{AADE67E7-3278-44A5-B0DC-CBFBBA39207D}" type="presOf" srcId="{E28E6210-8827-4CCF-9A32-2BD7D82F441B}" destId="{5B4B716F-59AE-44D4-B14C-B1F522B791B2}" srcOrd="0" destOrd="0" presId="urn:microsoft.com/office/officeart/2005/8/layout/process1"/>
    <dgm:cxn modelId="{DDA9F4FB-416B-4F08-8B38-70814D5B991A}" type="presOf" srcId="{E00DABD2-7B69-4F78-AD8A-35281AD9A8C4}" destId="{1B5015B0-4679-40D7-836F-FE424D6C5886}" srcOrd="0" destOrd="0" presId="urn:microsoft.com/office/officeart/2005/8/layout/process1"/>
    <dgm:cxn modelId="{DFF81CA2-AB04-4389-B3EE-C0744751C3C8}" type="presParOf" srcId="{69AB00BB-C456-4E78-9512-1E5153B61DEC}" destId="{86B53DB3-1587-4880-900B-47D7924522D0}" srcOrd="0" destOrd="0" presId="urn:microsoft.com/office/officeart/2005/8/layout/process1"/>
    <dgm:cxn modelId="{4980C4F3-226D-4350-B2A5-B59606FC1C34}" type="presParOf" srcId="{69AB00BB-C456-4E78-9512-1E5153B61DEC}" destId="{3F6D3329-7E08-4C5B-890F-8260B1CC12EB}" srcOrd="1" destOrd="0" presId="urn:microsoft.com/office/officeart/2005/8/layout/process1"/>
    <dgm:cxn modelId="{1051C153-BAE3-4022-9678-150AE760888A}" type="presParOf" srcId="{3F6D3329-7E08-4C5B-890F-8260B1CC12EB}" destId="{C88D0C72-55F3-4A76-96B4-016ED9EBDC58}" srcOrd="0" destOrd="0" presId="urn:microsoft.com/office/officeart/2005/8/layout/process1"/>
    <dgm:cxn modelId="{B53F7F21-9F5A-4540-90E9-D8DA22C297F9}" type="presParOf" srcId="{69AB00BB-C456-4E78-9512-1E5153B61DEC}" destId="{FB87C3B4-E8F8-45D6-9EE3-F00B6D51B49F}" srcOrd="2" destOrd="0" presId="urn:microsoft.com/office/officeart/2005/8/layout/process1"/>
    <dgm:cxn modelId="{5FE078A5-5232-4793-B838-CE1F7F2048BC}" type="presParOf" srcId="{69AB00BB-C456-4E78-9512-1E5153B61DEC}" destId="{8AF151CE-1BF9-40F2-995C-4DB04B5DD6C0}" srcOrd="3" destOrd="0" presId="urn:microsoft.com/office/officeart/2005/8/layout/process1"/>
    <dgm:cxn modelId="{E48E7BDF-22DB-418D-B48B-AFD6185533D7}" type="presParOf" srcId="{8AF151CE-1BF9-40F2-995C-4DB04B5DD6C0}" destId="{34073E21-509E-48C6-B4AD-47FC876909D2}" srcOrd="0" destOrd="0" presId="urn:microsoft.com/office/officeart/2005/8/layout/process1"/>
    <dgm:cxn modelId="{5F5EDE48-FD4B-4A47-B174-2ABFF4637700}" type="presParOf" srcId="{69AB00BB-C456-4E78-9512-1E5153B61DEC}" destId="{1B5015B0-4679-40D7-836F-FE424D6C5886}" srcOrd="4" destOrd="0" presId="urn:microsoft.com/office/officeart/2005/8/layout/process1"/>
    <dgm:cxn modelId="{F0CD460D-C243-47E2-B269-BE6A7E44AA2F}" type="presParOf" srcId="{69AB00BB-C456-4E78-9512-1E5153B61DEC}" destId="{D50904A8-4D45-4954-8DF6-8E882CC2D30F}" srcOrd="5" destOrd="0" presId="urn:microsoft.com/office/officeart/2005/8/layout/process1"/>
    <dgm:cxn modelId="{A5C6F8AF-0D68-4997-9390-9E97A23071B5}" type="presParOf" srcId="{D50904A8-4D45-4954-8DF6-8E882CC2D30F}" destId="{012E5570-DB5F-44ED-A1E8-D63D6C747CF7}" srcOrd="0" destOrd="0" presId="urn:microsoft.com/office/officeart/2005/8/layout/process1"/>
    <dgm:cxn modelId="{71B62987-5D8C-4453-A3D2-F1F95C8F1F3B}" type="presParOf" srcId="{69AB00BB-C456-4E78-9512-1E5153B61DEC}" destId="{0D4C48BE-9868-4A09-95FE-BAEC2EFEB1A0}" srcOrd="6" destOrd="0" presId="urn:microsoft.com/office/officeart/2005/8/layout/process1"/>
    <dgm:cxn modelId="{3A30F068-DCD4-444F-8195-FE5063A715E4}" type="presParOf" srcId="{69AB00BB-C456-4E78-9512-1E5153B61DEC}" destId="{5B4B716F-59AE-44D4-B14C-B1F522B791B2}" srcOrd="7" destOrd="0" presId="urn:microsoft.com/office/officeart/2005/8/layout/process1"/>
    <dgm:cxn modelId="{08343F7E-11DE-4955-9B3F-D761932448BE}" type="presParOf" srcId="{5B4B716F-59AE-44D4-B14C-B1F522B791B2}" destId="{80AB239A-B727-47B8-BCE9-C417AA8E541D}" srcOrd="0" destOrd="0" presId="urn:microsoft.com/office/officeart/2005/8/layout/process1"/>
    <dgm:cxn modelId="{5FF94A7C-CF40-4B13-B8F4-3A37183718B3}" type="presParOf" srcId="{69AB00BB-C456-4E78-9512-1E5153B61DEC}" destId="{C3E90E6C-3296-447F-969F-191F41A71B28}" srcOrd="8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64C2C8C2-2C80-49BE-BF5F-61BD418F4B47}" type="doc">
      <dgm:prSet loTypeId="urn:microsoft.com/office/officeart/2005/8/layout/process1" loCatId="process" qsTypeId="urn:microsoft.com/office/officeart/2005/8/quickstyle/simple1" qsCatId="simple" csTypeId="urn:microsoft.com/office/officeart/2005/8/colors/accent1_2" csCatId="accent1" phldr="1"/>
      <dgm:spPr/>
    </dgm:pt>
    <dgm:pt modelId="{C1EEEAD4-51E6-4297-A75F-D1B380ED0656}">
      <dgm:prSet phldrT="[Texto]" custT="1"/>
      <dgm:spPr/>
      <dgm:t>
        <a:bodyPr/>
        <a:lstStyle/>
        <a:p>
          <a:r>
            <a:rPr lang="pt-BR" sz="1900" b="1" dirty="0">
              <a:latin typeface="Aptos" panose="020B0004020202020204" pitchFamily="34" charset="0"/>
            </a:rPr>
            <a:t>AB sólido</a:t>
          </a:r>
        </a:p>
      </dgm:t>
    </dgm:pt>
    <dgm:pt modelId="{0613B903-42A0-4A72-9831-4E04435F624D}" type="parTrans" cxnId="{B88AF96D-66A1-4EF3-A686-720D84C840F4}">
      <dgm:prSet/>
      <dgm:spPr/>
      <dgm:t>
        <a:bodyPr/>
        <a:lstStyle/>
        <a:p>
          <a:endParaRPr lang="pt-BR" sz="1900">
            <a:latin typeface="Aptos" panose="020B0004020202020204" pitchFamily="34" charset="0"/>
          </a:endParaRPr>
        </a:p>
      </dgm:t>
    </dgm:pt>
    <dgm:pt modelId="{486F77C6-07F6-4797-9633-968952D66832}" type="sibTrans" cxnId="{B88AF96D-66A1-4EF3-A686-720D84C840F4}">
      <dgm:prSet custT="1"/>
      <dgm:spPr/>
      <dgm:t>
        <a:bodyPr/>
        <a:lstStyle/>
        <a:p>
          <a:endParaRPr lang="pt-BR" sz="1900">
            <a:latin typeface="Aptos" panose="020B0004020202020204" pitchFamily="34" charset="0"/>
          </a:endParaRPr>
        </a:p>
      </dgm:t>
    </dgm:pt>
    <dgm:pt modelId="{F75EA237-F864-420B-912A-FB97D1736BE6}">
      <dgm:prSet phldrT="[Texto]" custT="1"/>
      <dgm:spPr/>
      <dgm:t>
        <a:bodyPr/>
        <a:lstStyle/>
        <a:p>
          <a:r>
            <a:rPr lang="pt-BR" sz="1900" b="1" dirty="0">
              <a:latin typeface="Aptos" panose="020B0004020202020204" pitchFamily="34" charset="0"/>
            </a:rPr>
            <a:t>Composto covalentes</a:t>
          </a:r>
        </a:p>
      </dgm:t>
    </dgm:pt>
    <dgm:pt modelId="{0CB57C59-3859-480F-8199-3D6DD7AD4F17}" type="parTrans" cxnId="{28E12910-4D01-4570-94D0-37D82CA727A6}">
      <dgm:prSet/>
      <dgm:spPr/>
      <dgm:t>
        <a:bodyPr/>
        <a:lstStyle/>
        <a:p>
          <a:endParaRPr lang="pt-BR" sz="1900">
            <a:latin typeface="Aptos" panose="020B0004020202020204" pitchFamily="34" charset="0"/>
          </a:endParaRPr>
        </a:p>
      </dgm:t>
    </dgm:pt>
    <dgm:pt modelId="{DCABA41C-6454-4595-AB20-385BDE79DC83}" type="sibTrans" cxnId="{28E12910-4D01-4570-94D0-37D82CA727A6}">
      <dgm:prSet custT="1"/>
      <dgm:spPr/>
      <dgm:t>
        <a:bodyPr/>
        <a:lstStyle/>
        <a:p>
          <a:endParaRPr lang="pt-BR" sz="1900">
            <a:latin typeface="Aptos" panose="020B0004020202020204" pitchFamily="34" charset="0"/>
          </a:endParaRPr>
        </a:p>
      </dgm:t>
    </dgm:pt>
    <dgm:pt modelId="{E00DABD2-7B69-4F78-AD8A-35281AD9A8C4}">
      <dgm:prSet phldrT="[Texto]" custT="1"/>
      <dgm:spPr>
        <a:solidFill>
          <a:schemeClr val="accent2">
            <a:lumMod val="75000"/>
          </a:schemeClr>
        </a:solidFill>
      </dgm:spPr>
      <dgm:t>
        <a:bodyPr/>
        <a:lstStyle/>
        <a:p>
          <a:r>
            <a:rPr lang="pt-BR" sz="1900" b="1" dirty="0">
              <a:latin typeface="Aptos" panose="020B0004020202020204" pitchFamily="34" charset="0"/>
            </a:rPr>
            <a:t>Não são íons no estado sólido</a:t>
          </a:r>
        </a:p>
      </dgm:t>
    </dgm:pt>
    <dgm:pt modelId="{1530C20D-9404-4563-A8FD-6C40E95D7498}" type="parTrans" cxnId="{D117696B-6E1A-4F40-84F2-40A6F766E75E}">
      <dgm:prSet/>
      <dgm:spPr/>
      <dgm:t>
        <a:bodyPr/>
        <a:lstStyle/>
        <a:p>
          <a:endParaRPr lang="pt-BR" sz="1900">
            <a:latin typeface="Aptos" panose="020B0004020202020204" pitchFamily="34" charset="0"/>
          </a:endParaRPr>
        </a:p>
      </dgm:t>
    </dgm:pt>
    <dgm:pt modelId="{F073E5BF-6578-4E44-BCC9-9945D76B293F}" type="sibTrans" cxnId="{D117696B-6E1A-4F40-84F2-40A6F766E75E}">
      <dgm:prSet custT="1"/>
      <dgm:spPr/>
      <dgm:t>
        <a:bodyPr/>
        <a:lstStyle/>
        <a:p>
          <a:endParaRPr lang="pt-BR" sz="1900">
            <a:latin typeface="Aptos" panose="020B0004020202020204" pitchFamily="34" charset="0"/>
          </a:endParaRPr>
        </a:p>
      </dgm:t>
    </dgm:pt>
    <dgm:pt modelId="{0FA4A2F9-1E87-4D52-B588-6E93E3C16D14}">
      <dgm:prSet phldrT="[Texto]" custT="1"/>
      <dgm:spPr>
        <a:solidFill>
          <a:srgbClr val="C00000"/>
        </a:solidFill>
      </dgm:spPr>
      <dgm:t>
        <a:bodyPr/>
        <a:lstStyle/>
        <a:p>
          <a:r>
            <a:rPr lang="pt-BR" sz="1900" b="1" dirty="0">
              <a:latin typeface="Aptos" panose="020B0004020202020204" pitchFamily="34" charset="0"/>
            </a:rPr>
            <a:t>Ionização em solução aquosa</a:t>
          </a:r>
        </a:p>
      </dgm:t>
    </dgm:pt>
    <dgm:pt modelId="{C1FA0B1F-074F-489E-ABD4-CF5C4AF0DEAC}" type="parTrans" cxnId="{BB7A9CD4-7E70-4628-A88B-A2E947FF4367}">
      <dgm:prSet/>
      <dgm:spPr/>
      <dgm:t>
        <a:bodyPr/>
        <a:lstStyle/>
        <a:p>
          <a:endParaRPr lang="pt-BR" sz="1900">
            <a:latin typeface="Aptos" panose="020B0004020202020204" pitchFamily="34" charset="0"/>
          </a:endParaRPr>
        </a:p>
      </dgm:t>
    </dgm:pt>
    <dgm:pt modelId="{E28E6210-8827-4CCF-9A32-2BD7D82F441B}" type="sibTrans" cxnId="{BB7A9CD4-7E70-4628-A88B-A2E947FF4367}">
      <dgm:prSet custT="1"/>
      <dgm:spPr/>
      <dgm:t>
        <a:bodyPr/>
        <a:lstStyle/>
        <a:p>
          <a:endParaRPr lang="pt-BR" sz="1900">
            <a:latin typeface="Aptos" panose="020B0004020202020204" pitchFamily="34" charset="0"/>
          </a:endParaRPr>
        </a:p>
      </dgm:t>
    </dgm:pt>
    <dgm:pt modelId="{07515F6A-BF07-4D04-A27F-AD58EB2A9445}">
      <dgm:prSet phldrT="[Texto]" custT="1"/>
      <dgm:spPr>
        <a:solidFill>
          <a:schemeClr val="accent2">
            <a:lumMod val="75000"/>
          </a:schemeClr>
        </a:solidFill>
      </dgm:spPr>
      <dgm:t>
        <a:bodyPr/>
        <a:lstStyle/>
        <a:p>
          <a:r>
            <a:rPr lang="pt-BR" sz="1900" b="1" dirty="0">
              <a:latin typeface="Aptos" panose="020B0004020202020204" pitchFamily="34" charset="0"/>
            </a:rPr>
            <a:t>Solvatação parcial</a:t>
          </a:r>
        </a:p>
      </dgm:t>
    </dgm:pt>
    <dgm:pt modelId="{C2A0A1E3-4936-4071-BA60-7D368971F013}" type="parTrans" cxnId="{C6CAAE3B-E93A-463D-86F5-321C37C1D90A}">
      <dgm:prSet/>
      <dgm:spPr/>
      <dgm:t>
        <a:bodyPr/>
        <a:lstStyle/>
        <a:p>
          <a:endParaRPr lang="pt-BR" sz="1900">
            <a:latin typeface="Aptos" panose="020B0004020202020204" pitchFamily="34" charset="0"/>
          </a:endParaRPr>
        </a:p>
      </dgm:t>
    </dgm:pt>
    <dgm:pt modelId="{AFD9037F-D527-4A7D-BAD3-F6F059FA4959}" type="sibTrans" cxnId="{C6CAAE3B-E93A-463D-86F5-321C37C1D90A}">
      <dgm:prSet/>
      <dgm:spPr/>
      <dgm:t>
        <a:bodyPr/>
        <a:lstStyle/>
        <a:p>
          <a:endParaRPr lang="pt-BR" sz="1900">
            <a:latin typeface="Aptos" panose="020B0004020202020204" pitchFamily="34" charset="0"/>
          </a:endParaRPr>
        </a:p>
      </dgm:t>
    </dgm:pt>
    <dgm:pt modelId="{69AB00BB-C456-4E78-9512-1E5153B61DEC}" type="pres">
      <dgm:prSet presAssocID="{64C2C8C2-2C80-49BE-BF5F-61BD418F4B47}" presName="Name0" presStyleCnt="0">
        <dgm:presLayoutVars>
          <dgm:dir/>
          <dgm:resizeHandles val="exact"/>
        </dgm:presLayoutVars>
      </dgm:prSet>
      <dgm:spPr/>
    </dgm:pt>
    <dgm:pt modelId="{86B53DB3-1587-4880-900B-47D7924522D0}" type="pres">
      <dgm:prSet presAssocID="{C1EEEAD4-51E6-4297-A75F-D1B380ED0656}" presName="node" presStyleLbl="node1" presStyleIdx="0" presStyleCnt="5">
        <dgm:presLayoutVars>
          <dgm:bulletEnabled val="1"/>
        </dgm:presLayoutVars>
      </dgm:prSet>
      <dgm:spPr/>
    </dgm:pt>
    <dgm:pt modelId="{3F6D3329-7E08-4C5B-890F-8260B1CC12EB}" type="pres">
      <dgm:prSet presAssocID="{486F77C6-07F6-4797-9633-968952D66832}" presName="sibTrans" presStyleLbl="sibTrans2D1" presStyleIdx="0" presStyleCnt="4"/>
      <dgm:spPr/>
    </dgm:pt>
    <dgm:pt modelId="{C88D0C72-55F3-4A76-96B4-016ED9EBDC58}" type="pres">
      <dgm:prSet presAssocID="{486F77C6-07F6-4797-9633-968952D66832}" presName="connectorText" presStyleLbl="sibTrans2D1" presStyleIdx="0" presStyleCnt="4"/>
      <dgm:spPr/>
    </dgm:pt>
    <dgm:pt modelId="{FB87C3B4-E8F8-45D6-9EE3-F00B6D51B49F}" type="pres">
      <dgm:prSet presAssocID="{F75EA237-F864-420B-912A-FB97D1736BE6}" presName="node" presStyleLbl="node1" presStyleIdx="1" presStyleCnt="5">
        <dgm:presLayoutVars>
          <dgm:bulletEnabled val="1"/>
        </dgm:presLayoutVars>
      </dgm:prSet>
      <dgm:spPr/>
    </dgm:pt>
    <dgm:pt modelId="{8AF151CE-1BF9-40F2-995C-4DB04B5DD6C0}" type="pres">
      <dgm:prSet presAssocID="{DCABA41C-6454-4595-AB20-385BDE79DC83}" presName="sibTrans" presStyleLbl="sibTrans2D1" presStyleIdx="1" presStyleCnt="4"/>
      <dgm:spPr/>
    </dgm:pt>
    <dgm:pt modelId="{34073E21-509E-48C6-B4AD-47FC876909D2}" type="pres">
      <dgm:prSet presAssocID="{DCABA41C-6454-4595-AB20-385BDE79DC83}" presName="connectorText" presStyleLbl="sibTrans2D1" presStyleIdx="1" presStyleCnt="4"/>
      <dgm:spPr/>
    </dgm:pt>
    <dgm:pt modelId="{1B5015B0-4679-40D7-836F-FE424D6C5886}" type="pres">
      <dgm:prSet presAssocID="{E00DABD2-7B69-4F78-AD8A-35281AD9A8C4}" presName="node" presStyleLbl="node1" presStyleIdx="2" presStyleCnt="5">
        <dgm:presLayoutVars>
          <dgm:bulletEnabled val="1"/>
        </dgm:presLayoutVars>
      </dgm:prSet>
      <dgm:spPr/>
    </dgm:pt>
    <dgm:pt modelId="{D50904A8-4D45-4954-8DF6-8E882CC2D30F}" type="pres">
      <dgm:prSet presAssocID="{F073E5BF-6578-4E44-BCC9-9945D76B293F}" presName="sibTrans" presStyleLbl="sibTrans2D1" presStyleIdx="2" presStyleCnt="4"/>
      <dgm:spPr/>
    </dgm:pt>
    <dgm:pt modelId="{012E5570-DB5F-44ED-A1E8-D63D6C747CF7}" type="pres">
      <dgm:prSet presAssocID="{F073E5BF-6578-4E44-BCC9-9945D76B293F}" presName="connectorText" presStyleLbl="sibTrans2D1" presStyleIdx="2" presStyleCnt="4"/>
      <dgm:spPr/>
    </dgm:pt>
    <dgm:pt modelId="{0D4C48BE-9868-4A09-95FE-BAEC2EFEB1A0}" type="pres">
      <dgm:prSet presAssocID="{0FA4A2F9-1E87-4D52-B588-6E93E3C16D14}" presName="node" presStyleLbl="node1" presStyleIdx="3" presStyleCnt="5">
        <dgm:presLayoutVars>
          <dgm:bulletEnabled val="1"/>
        </dgm:presLayoutVars>
      </dgm:prSet>
      <dgm:spPr/>
    </dgm:pt>
    <dgm:pt modelId="{5B4B716F-59AE-44D4-B14C-B1F522B791B2}" type="pres">
      <dgm:prSet presAssocID="{E28E6210-8827-4CCF-9A32-2BD7D82F441B}" presName="sibTrans" presStyleLbl="sibTrans2D1" presStyleIdx="3" presStyleCnt="4"/>
      <dgm:spPr/>
    </dgm:pt>
    <dgm:pt modelId="{80AB239A-B727-47B8-BCE9-C417AA8E541D}" type="pres">
      <dgm:prSet presAssocID="{E28E6210-8827-4CCF-9A32-2BD7D82F441B}" presName="connectorText" presStyleLbl="sibTrans2D1" presStyleIdx="3" presStyleCnt="4"/>
      <dgm:spPr/>
    </dgm:pt>
    <dgm:pt modelId="{C3E90E6C-3296-447F-969F-191F41A71B28}" type="pres">
      <dgm:prSet presAssocID="{07515F6A-BF07-4D04-A27F-AD58EB2A9445}" presName="node" presStyleLbl="node1" presStyleIdx="4" presStyleCnt="5">
        <dgm:presLayoutVars>
          <dgm:bulletEnabled val="1"/>
        </dgm:presLayoutVars>
      </dgm:prSet>
      <dgm:spPr/>
    </dgm:pt>
  </dgm:ptLst>
  <dgm:cxnLst>
    <dgm:cxn modelId="{D43BD903-059A-4133-BB1B-55C65A3F077C}" type="presOf" srcId="{F75EA237-F864-420B-912A-FB97D1736BE6}" destId="{FB87C3B4-E8F8-45D6-9EE3-F00B6D51B49F}" srcOrd="0" destOrd="0" presId="urn:microsoft.com/office/officeart/2005/8/layout/process1"/>
    <dgm:cxn modelId="{28E12910-4D01-4570-94D0-37D82CA727A6}" srcId="{64C2C8C2-2C80-49BE-BF5F-61BD418F4B47}" destId="{F75EA237-F864-420B-912A-FB97D1736BE6}" srcOrd="1" destOrd="0" parTransId="{0CB57C59-3859-480F-8199-3D6DD7AD4F17}" sibTransId="{DCABA41C-6454-4595-AB20-385BDE79DC83}"/>
    <dgm:cxn modelId="{478D8F16-E6C6-402E-B7F6-66190ADD7902}" type="presOf" srcId="{F073E5BF-6578-4E44-BCC9-9945D76B293F}" destId="{012E5570-DB5F-44ED-A1E8-D63D6C747CF7}" srcOrd="1" destOrd="0" presId="urn:microsoft.com/office/officeart/2005/8/layout/process1"/>
    <dgm:cxn modelId="{C6CAAE3B-E93A-463D-86F5-321C37C1D90A}" srcId="{64C2C8C2-2C80-49BE-BF5F-61BD418F4B47}" destId="{07515F6A-BF07-4D04-A27F-AD58EB2A9445}" srcOrd="4" destOrd="0" parTransId="{C2A0A1E3-4936-4071-BA60-7D368971F013}" sibTransId="{AFD9037F-D527-4A7D-BAD3-F6F059FA4959}"/>
    <dgm:cxn modelId="{0FE8625C-E747-4699-82C2-C8229172CE6D}" type="presOf" srcId="{64C2C8C2-2C80-49BE-BF5F-61BD418F4B47}" destId="{69AB00BB-C456-4E78-9512-1E5153B61DEC}" srcOrd="0" destOrd="0" presId="urn:microsoft.com/office/officeart/2005/8/layout/process1"/>
    <dgm:cxn modelId="{D117696B-6E1A-4F40-84F2-40A6F766E75E}" srcId="{64C2C8C2-2C80-49BE-BF5F-61BD418F4B47}" destId="{E00DABD2-7B69-4F78-AD8A-35281AD9A8C4}" srcOrd="2" destOrd="0" parTransId="{1530C20D-9404-4563-A8FD-6C40E95D7498}" sibTransId="{F073E5BF-6578-4E44-BCC9-9945D76B293F}"/>
    <dgm:cxn modelId="{B88AF96D-66A1-4EF3-A686-720D84C840F4}" srcId="{64C2C8C2-2C80-49BE-BF5F-61BD418F4B47}" destId="{C1EEEAD4-51E6-4297-A75F-D1B380ED0656}" srcOrd="0" destOrd="0" parTransId="{0613B903-42A0-4A72-9831-4E04435F624D}" sibTransId="{486F77C6-07F6-4797-9633-968952D66832}"/>
    <dgm:cxn modelId="{66F96353-9F81-4FCB-8CA0-EC30A7EFC3BB}" type="presOf" srcId="{DCABA41C-6454-4595-AB20-385BDE79DC83}" destId="{34073E21-509E-48C6-B4AD-47FC876909D2}" srcOrd="1" destOrd="0" presId="urn:microsoft.com/office/officeart/2005/8/layout/process1"/>
    <dgm:cxn modelId="{A5F72474-B693-4D87-A1B4-FE9FC442B173}" type="presOf" srcId="{DCABA41C-6454-4595-AB20-385BDE79DC83}" destId="{8AF151CE-1BF9-40F2-995C-4DB04B5DD6C0}" srcOrd="0" destOrd="0" presId="urn:microsoft.com/office/officeart/2005/8/layout/process1"/>
    <dgm:cxn modelId="{E6261C77-4D21-444B-901E-8B6E31B4C6D0}" type="presOf" srcId="{E28E6210-8827-4CCF-9A32-2BD7D82F441B}" destId="{80AB239A-B727-47B8-BCE9-C417AA8E541D}" srcOrd="1" destOrd="0" presId="urn:microsoft.com/office/officeart/2005/8/layout/process1"/>
    <dgm:cxn modelId="{2BAF5C7F-A87B-43F1-88A4-5B3A57DFB468}" type="presOf" srcId="{486F77C6-07F6-4797-9633-968952D66832}" destId="{C88D0C72-55F3-4A76-96B4-016ED9EBDC58}" srcOrd="1" destOrd="0" presId="urn:microsoft.com/office/officeart/2005/8/layout/process1"/>
    <dgm:cxn modelId="{E9638A9B-EA11-4869-B180-3012AB485205}" type="presOf" srcId="{0FA4A2F9-1E87-4D52-B588-6E93E3C16D14}" destId="{0D4C48BE-9868-4A09-95FE-BAEC2EFEB1A0}" srcOrd="0" destOrd="0" presId="urn:microsoft.com/office/officeart/2005/8/layout/process1"/>
    <dgm:cxn modelId="{9D6626A4-A095-46EA-AE39-31FC2870EFD9}" type="presOf" srcId="{C1EEEAD4-51E6-4297-A75F-D1B380ED0656}" destId="{86B53DB3-1587-4880-900B-47D7924522D0}" srcOrd="0" destOrd="0" presId="urn:microsoft.com/office/officeart/2005/8/layout/process1"/>
    <dgm:cxn modelId="{CEEF70BE-70DC-4EA2-97FD-542BAC8D7C95}" type="presOf" srcId="{486F77C6-07F6-4797-9633-968952D66832}" destId="{3F6D3329-7E08-4C5B-890F-8260B1CC12EB}" srcOrd="0" destOrd="0" presId="urn:microsoft.com/office/officeart/2005/8/layout/process1"/>
    <dgm:cxn modelId="{F66AC6CF-0578-4D40-B80C-9A7F03AD187D}" type="presOf" srcId="{07515F6A-BF07-4D04-A27F-AD58EB2A9445}" destId="{C3E90E6C-3296-447F-969F-191F41A71B28}" srcOrd="0" destOrd="0" presId="urn:microsoft.com/office/officeart/2005/8/layout/process1"/>
    <dgm:cxn modelId="{3ECD88D0-C68D-471C-A67A-76AF7887B23B}" type="presOf" srcId="{F073E5BF-6578-4E44-BCC9-9945D76B293F}" destId="{D50904A8-4D45-4954-8DF6-8E882CC2D30F}" srcOrd="0" destOrd="0" presId="urn:microsoft.com/office/officeart/2005/8/layout/process1"/>
    <dgm:cxn modelId="{BB7A9CD4-7E70-4628-A88B-A2E947FF4367}" srcId="{64C2C8C2-2C80-49BE-BF5F-61BD418F4B47}" destId="{0FA4A2F9-1E87-4D52-B588-6E93E3C16D14}" srcOrd="3" destOrd="0" parTransId="{C1FA0B1F-074F-489E-ABD4-CF5C4AF0DEAC}" sibTransId="{E28E6210-8827-4CCF-9A32-2BD7D82F441B}"/>
    <dgm:cxn modelId="{AADE67E7-3278-44A5-B0DC-CBFBBA39207D}" type="presOf" srcId="{E28E6210-8827-4CCF-9A32-2BD7D82F441B}" destId="{5B4B716F-59AE-44D4-B14C-B1F522B791B2}" srcOrd="0" destOrd="0" presId="urn:microsoft.com/office/officeart/2005/8/layout/process1"/>
    <dgm:cxn modelId="{DDA9F4FB-416B-4F08-8B38-70814D5B991A}" type="presOf" srcId="{E00DABD2-7B69-4F78-AD8A-35281AD9A8C4}" destId="{1B5015B0-4679-40D7-836F-FE424D6C5886}" srcOrd="0" destOrd="0" presId="urn:microsoft.com/office/officeart/2005/8/layout/process1"/>
    <dgm:cxn modelId="{DFF81CA2-AB04-4389-B3EE-C0744751C3C8}" type="presParOf" srcId="{69AB00BB-C456-4E78-9512-1E5153B61DEC}" destId="{86B53DB3-1587-4880-900B-47D7924522D0}" srcOrd="0" destOrd="0" presId="urn:microsoft.com/office/officeart/2005/8/layout/process1"/>
    <dgm:cxn modelId="{4980C4F3-226D-4350-B2A5-B59606FC1C34}" type="presParOf" srcId="{69AB00BB-C456-4E78-9512-1E5153B61DEC}" destId="{3F6D3329-7E08-4C5B-890F-8260B1CC12EB}" srcOrd="1" destOrd="0" presId="urn:microsoft.com/office/officeart/2005/8/layout/process1"/>
    <dgm:cxn modelId="{1051C153-BAE3-4022-9678-150AE760888A}" type="presParOf" srcId="{3F6D3329-7E08-4C5B-890F-8260B1CC12EB}" destId="{C88D0C72-55F3-4A76-96B4-016ED9EBDC58}" srcOrd="0" destOrd="0" presId="urn:microsoft.com/office/officeart/2005/8/layout/process1"/>
    <dgm:cxn modelId="{B53F7F21-9F5A-4540-90E9-D8DA22C297F9}" type="presParOf" srcId="{69AB00BB-C456-4E78-9512-1E5153B61DEC}" destId="{FB87C3B4-E8F8-45D6-9EE3-F00B6D51B49F}" srcOrd="2" destOrd="0" presId="urn:microsoft.com/office/officeart/2005/8/layout/process1"/>
    <dgm:cxn modelId="{5FE078A5-5232-4793-B838-CE1F7F2048BC}" type="presParOf" srcId="{69AB00BB-C456-4E78-9512-1E5153B61DEC}" destId="{8AF151CE-1BF9-40F2-995C-4DB04B5DD6C0}" srcOrd="3" destOrd="0" presId="urn:microsoft.com/office/officeart/2005/8/layout/process1"/>
    <dgm:cxn modelId="{E48E7BDF-22DB-418D-B48B-AFD6185533D7}" type="presParOf" srcId="{8AF151CE-1BF9-40F2-995C-4DB04B5DD6C0}" destId="{34073E21-509E-48C6-B4AD-47FC876909D2}" srcOrd="0" destOrd="0" presId="urn:microsoft.com/office/officeart/2005/8/layout/process1"/>
    <dgm:cxn modelId="{5F5EDE48-FD4B-4A47-B174-2ABFF4637700}" type="presParOf" srcId="{69AB00BB-C456-4E78-9512-1E5153B61DEC}" destId="{1B5015B0-4679-40D7-836F-FE424D6C5886}" srcOrd="4" destOrd="0" presId="urn:microsoft.com/office/officeart/2005/8/layout/process1"/>
    <dgm:cxn modelId="{F0CD460D-C243-47E2-B269-BE6A7E44AA2F}" type="presParOf" srcId="{69AB00BB-C456-4E78-9512-1E5153B61DEC}" destId="{D50904A8-4D45-4954-8DF6-8E882CC2D30F}" srcOrd="5" destOrd="0" presId="urn:microsoft.com/office/officeart/2005/8/layout/process1"/>
    <dgm:cxn modelId="{A5C6F8AF-0D68-4997-9390-9E97A23071B5}" type="presParOf" srcId="{D50904A8-4D45-4954-8DF6-8E882CC2D30F}" destId="{012E5570-DB5F-44ED-A1E8-D63D6C747CF7}" srcOrd="0" destOrd="0" presId="urn:microsoft.com/office/officeart/2005/8/layout/process1"/>
    <dgm:cxn modelId="{71B62987-5D8C-4453-A3D2-F1F95C8F1F3B}" type="presParOf" srcId="{69AB00BB-C456-4E78-9512-1E5153B61DEC}" destId="{0D4C48BE-9868-4A09-95FE-BAEC2EFEB1A0}" srcOrd="6" destOrd="0" presId="urn:microsoft.com/office/officeart/2005/8/layout/process1"/>
    <dgm:cxn modelId="{3A30F068-DCD4-444F-8195-FE5063A715E4}" type="presParOf" srcId="{69AB00BB-C456-4E78-9512-1E5153B61DEC}" destId="{5B4B716F-59AE-44D4-B14C-B1F522B791B2}" srcOrd="7" destOrd="0" presId="urn:microsoft.com/office/officeart/2005/8/layout/process1"/>
    <dgm:cxn modelId="{08343F7E-11DE-4955-9B3F-D761932448BE}" type="presParOf" srcId="{5B4B716F-59AE-44D4-B14C-B1F522B791B2}" destId="{80AB239A-B727-47B8-BCE9-C417AA8E541D}" srcOrd="0" destOrd="0" presId="urn:microsoft.com/office/officeart/2005/8/layout/process1"/>
    <dgm:cxn modelId="{5FF94A7C-CF40-4B13-B8F4-3A37183718B3}" type="presParOf" srcId="{69AB00BB-C456-4E78-9512-1E5153B61DEC}" destId="{C3E90E6C-3296-447F-969F-191F41A71B28}" srcOrd="8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5A3A1A5-5BEB-4605-AA39-AE8FD6914031}">
      <dsp:nvSpPr>
        <dsp:cNvPr id="0" name=""/>
        <dsp:cNvSpPr/>
      </dsp:nvSpPr>
      <dsp:spPr>
        <a:xfrm>
          <a:off x="4278104" y="1442"/>
          <a:ext cx="2019261" cy="478332"/>
        </a:xfrm>
        <a:prstGeom prst="roundRect">
          <a:avLst>
            <a:gd name="adj" fmla="val 10000"/>
          </a:avLst>
        </a:prstGeom>
        <a:solidFill>
          <a:schemeClr val="accent1">
            <a:shade val="8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400" b="1" kern="1200" dirty="0">
              <a:latin typeface="Aptos" panose="020B0004020202020204" pitchFamily="34" charset="0"/>
            </a:rPr>
            <a:t>Solução</a:t>
          </a:r>
        </a:p>
      </dsp:txBody>
      <dsp:txXfrm>
        <a:off x="4292114" y="15452"/>
        <a:ext cx="1991241" cy="450312"/>
      </dsp:txXfrm>
    </dsp:sp>
    <dsp:sp modelId="{B54DF70A-9445-4768-AA20-AA1DD24737D8}">
      <dsp:nvSpPr>
        <dsp:cNvPr id="0" name=""/>
        <dsp:cNvSpPr/>
      </dsp:nvSpPr>
      <dsp:spPr>
        <a:xfrm rot="5400000">
          <a:off x="5169084" y="286673"/>
          <a:ext cx="237302" cy="511205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shade val="9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pt-BR" sz="1600" kern="1200">
            <a:latin typeface="Aptos" panose="020B0004020202020204" pitchFamily="34" charset="0"/>
          </a:endParaRPr>
        </a:p>
      </dsp:txBody>
      <dsp:txXfrm rot="-5400000">
        <a:off x="5134374" y="423625"/>
        <a:ext cx="306723" cy="166111"/>
      </dsp:txXfrm>
    </dsp:sp>
    <dsp:sp modelId="{35DB9096-BEE7-47E6-9B85-8F26A331DC10}">
      <dsp:nvSpPr>
        <dsp:cNvPr id="0" name=""/>
        <dsp:cNvSpPr/>
      </dsp:nvSpPr>
      <dsp:spPr>
        <a:xfrm>
          <a:off x="228593" y="1081646"/>
          <a:ext cx="10118284" cy="604649"/>
        </a:xfrm>
        <a:prstGeom prst="roundRect">
          <a:avLst>
            <a:gd name="adj" fmla="val 10000"/>
          </a:avLst>
        </a:prstGeom>
        <a:solidFill>
          <a:schemeClr val="accent1">
            <a:shade val="80000"/>
            <a:hueOff val="490602"/>
            <a:satOff val="822"/>
            <a:lumOff val="28131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400" b="1" kern="1200" dirty="0">
              <a:solidFill>
                <a:schemeClr val="tx1"/>
              </a:solidFill>
            </a:rPr>
            <a:t>Produto homogêneo, obtido quando se dissolve um soluto em um solvente.</a:t>
          </a:r>
          <a:endParaRPr lang="pt-BR" sz="2400" b="1" kern="1200" dirty="0">
            <a:solidFill>
              <a:schemeClr val="tx1"/>
            </a:solidFill>
            <a:latin typeface="Aptos" panose="020B0004020202020204" pitchFamily="34" charset="0"/>
          </a:endParaRPr>
        </a:p>
      </dsp:txBody>
      <dsp:txXfrm>
        <a:off x="246303" y="1099356"/>
        <a:ext cx="10082864" cy="569229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5A3A1A5-5BEB-4605-AA39-AE8FD6914031}">
      <dsp:nvSpPr>
        <dsp:cNvPr id="0" name=""/>
        <dsp:cNvSpPr/>
      </dsp:nvSpPr>
      <dsp:spPr>
        <a:xfrm>
          <a:off x="1668244" y="2859"/>
          <a:ext cx="2373068" cy="454377"/>
        </a:xfrm>
        <a:prstGeom prst="roundRect">
          <a:avLst>
            <a:gd name="adj" fmla="val 10000"/>
          </a:avLst>
        </a:prstGeom>
        <a:solidFill>
          <a:schemeClr val="accent1">
            <a:shade val="8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400" b="1" kern="1200" dirty="0">
              <a:latin typeface="Aptos" panose="020B0004020202020204" pitchFamily="34" charset="0"/>
            </a:rPr>
            <a:t>Eletrólitos</a:t>
          </a:r>
        </a:p>
      </dsp:txBody>
      <dsp:txXfrm>
        <a:off x="1681552" y="16167"/>
        <a:ext cx="2346452" cy="427761"/>
      </dsp:txXfrm>
    </dsp:sp>
    <dsp:sp modelId="{B54DF70A-9445-4768-AA20-AA1DD24737D8}">
      <dsp:nvSpPr>
        <dsp:cNvPr id="0" name=""/>
        <dsp:cNvSpPr/>
      </dsp:nvSpPr>
      <dsp:spPr>
        <a:xfrm rot="5400000">
          <a:off x="2641879" y="485623"/>
          <a:ext cx="425797" cy="510957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shade val="9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pt-BR" sz="1600" kern="1200">
            <a:latin typeface="Aptos" panose="020B0004020202020204" pitchFamily="34" charset="0"/>
          </a:endParaRPr>
        </a:p>
      </dsp:txBody>
      <dsp:txXfrm rot="-5400000">
        <a:off x="2701491" y="528203"/>
        <a:ext cx="306575" cy="298058"/>
      </dsp:txXfrm>
    </dsp:sp>
    <dsp:sp modelId="{35DB9096-BEE7-47E6-9B85-8F26A331DC10}">
      <dsp:nvSpPr>
        <dsp:cNvPr id="0" name=""/>
        <dsp:cNvSpPr/>
      </dsp:nvSpPr>
      <dsp:spPr>
        <a:xfrm>
          <a:off x="87091" y="1024967"/>
          <a:ext cx="5535373" cy="1135461"/>
        </a:xfrm>
        <a:prstGeom prst="roundRect">
          <a:avLst>
            <a:gd name="adj" fmla="val 10000"/>
          </a:avLst>
        </a:prstGeom>
        <a:solidFill>
          <a:schemeClr val="accent1">
            <a:shade val="80000"/>
            <a:hueOff val="490602"/>
            <a:satOff val="822"/>
            <a:lumOff val="28131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400" b="1" kern="1200" dirty="0">
              <a:solidFill>
                <a:schemeClr val="tx1"/>
              </a:solidFill>
            </a:rPr>
            <a:t>Substâncias cujas soluções aquosas conduzem corrente elétrica</a:t>
          </a:r>
        </a:p>
      </dsp:txBody>
      <dsp:txXfrm>
        <a:off x="120348" y="1058224"/>
        <a:ext cx="5468859" cy="1068947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5A3A1A5-5BEB-4605-AA39-AE8FD6914031}">
      <dsp:nvSpPr>
        <dsp:cNvPr id="0" name=""/>
        <dsp:cNvSpPr/>
      </dsp:nvSpPr>
      <dsp:spPr>
        <a:xfrm>
          <a:off x="1668244" y="2859"/>
          <a:ext cx="2373068" cy="454377"/>
        </a:xfrm>
        <a:prstGeom prst="roundRect">
          <a:avLst>
            <a:gd name="adj" fmla="val 10000"/>
          </a:avLst>
        </a:prstGeom>
        <a:solidFill>
          <a:schemeClr val="accent1">
            <a:shade val="8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400" b="1" kern="1200" dirty="0">
              <a:latin typeface="Aptos" panose="020B0004020202020204" pitchFamily="34" charset="0"/>
            </a:rPr>
            <a:t>Não Eletrólito</a:t>
          </a:r>
        </a:p>
      </dsp:txBody>
      <dsp:txXfrm>
        <a:off x="1681552" y="16167"/>
        <a:ext cx="2346452" cy="427761"/>
      </dsp:txXfrm>
    </dsp:sp>
    <dsp:sp modelId="{B54DF70A-9445-4768-AA20-AA1DD24737D8}">
      <dsp:nvSpPr>
        <dsp:cNvPr id="0" name=""/>
        <dsp:cNvSpPr/>
      </dsp:nvSpPr>
      <dsp:spPr>
        <a:xfrm rot="5400000">
          <a:off x="2641879" y="485623"/>
          <a:ext cx="425797" cy="510957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shade val="9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pt-BR" sz="1600" kern="1200">
            <a:latin typeface="Aptos" panose="020B0004020202020204" pitchFamily="34" charset="0"/>
          </a:endParaRPr>
        </a:p>
      </dsp:txBody>
      <dsp:txXfrm rot="-5400000">
        <a:off x="2701491" y="528203"/>
        <a:ext cx="306575" cy="298058"/>
      </dsp:txXfrm>
    </dsp:sp>
    <dsp:sp modelId="{35DB9096-BEE7-47E6-9B85-8F26A331DC10}">
      <dsp:nvSpPr>
        <dsp:cNvPr id="0" name=""/>
        <dsp:cNvSpPr/>
      </dsp:nvSpPr>
      <dsp:spPr>
        <a:xfrm>
          <a:off x="87091" y="1024967"/>
          <a:ext cx="5535373" cy="1135461"/>
        </a:xfrm>
        <a:prstGeom prst="roundRect">
          <a:avLst>
            <a:gd name="adj" fmla="val 10000"/>
          </a:avLst>
        </a:prstGeom>
        <a:solidFill>
          <a:schemeClr val="accent1">
            <a:shade val="80000"/>
            <a:hueOff val="490602"/>
            <a:satOff val="822"/>
            <a:lumOff val="28131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400" b="1" kern="1200" dirty="0">
              <a:solidFill>
                <a:schemeClr val="tx1"/>
              </a:solidFill>
            </a:rPr>
            <a:t>Substâncias cujas soluções aquosas </a:t>
          </a:r>
          <a:r>
            <a:rPr lang="pt-BR" sz="2400" b="1" kern="1200" dirty="0">
              <a:solidFill>
                <a:srgbClr val="C00000"/>
              </a:solidFill>
            </a:rPr>
            <a:t>não</a:t>
          </a:r>
          <a:r>
            <a:rPr lang="pt-BR" sz="2400" b="1" kern="1200" dirty="0">
              <a:solidFill>
                <a:schemeClr val="tx1"/>
              </a:solidFill>
            </a:rPr>
            <a:t> conduzem corrente elétrica</a:t>
          </a:r>
        </a:p>
      </dsp:txBody>
      <dsp:txXfrm>
        <a:off x="120348" y="1058224"/>
        <a:ext cx="5468859" cy="1068947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6B53DB3-1587-4880-900B-47D7924522D0}">
      <dsp:nvSpPr>
        <dsp:cNvPr id="0" name=""/>
        <dsp:cNvSpPr/>
      </dsp:nvSpPr>
      <dsp:spPr>
        <a:xfrm>
          <a:off x="5682" y="719661"/>
          <a:ext cx="1761434" cy="105686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900" b="1" kern="1200" dirty="0" err="1">
              <a:latin typeface="Aptos" panose="020B0004020202020204" pitchFamily="34" charset="0"/>
            </a:rPr>
            <a:t>NaCl</a:t>
          </a:r>
          <a:r>
            <a:rPr lang="pt-BR" sz="1900" b="1" kern="1200" dirty="0">
              <a:latin typeface="Aptos" panose="020B0004020202020204" pitchFamily="34" charset="0"/>
            </a:rPr>
            <a:t> sólido</a:t>
          </a:r>
        </a:p>
      </dsp:txBody>
      <dsp:txXfrm>
        <a:off x="36636" y="750615"/>
        <a:ext cx="1699526" cy="994952"/>
      </dsp:txXfrm>
    </dsp:sp>
    <dsp:sp modelId="{3F6D3329-7E08-4C5B-890F-8260B1CC12EB}">
      <dsp:nvSpPr>
        <dsp:cNvPr id="0" name=""/>
        <dsp:cNvSpPr/>
      </dsp:nvSpPr>
      <dsp:spPr>
        <a:xfrm>
          <a:off x="1943259" y="1029673"/>
          <a:ext cx="373424" cy="436835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pt-BR" sz="1900" kern="1200">
            <a:latin typeface="Aptos" panose="020B0004020202020204" pitchFamily="34" charset="0"/>
          </a:endParaRPr>
        </a:p>
      </dsp:txBody>
      <dsp:txXfrm>
        <a:off x="1943259" y="1117040"/>
        <a:ext cx="261397" cy="262101"/>
      </dsp:txXfrm>
    </dsp:sp>
    <dsp:sp modelId="{FB87C3B4-E8F8-45D6-9EE3-F00B6D51B49F}">
      <dsp:nvSpPr>
        <dsp:cNvPr id="0" name=""/>
        <dsp:cNvSpPr/>
      </dsp:nvSpPr>
      <dsp:spPr>
        <a:xfrm>
          <a:off x="2471689" y="719661"/>
          <a:ext cx="1761434" cy="105686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900" b="1" kern="1200" dirty="0">
              <a:latin typeface="Aptos" panose="020B0004020202020204" pitchFamily="34" charset="0"/>
            </a:rPr>
            <a:t>Composto iônico</a:t>
          </a:r>
        </a:p>
      </dsp:txBody>
      <dsp:txXfrm>
        <a:off x="2502643" y="750615"/>
        <a:ext cx="1699526" cy="994952"/>
      </dsp:txXfrm>
    </dsp:sp>
    <dsp:sp modelId="{8AF151CE-1BF9-40F2-995C-4DB04B5DD6C0}">
      <dsp:nvSpPr>
        <dsp:cNvPr id="0" name=""/>
        <dsp:cNvSpPr/>
      </dsp:nvSpPr>
      <dsp:spPr>
        <a:xfrm>
          <a:off x="4409267" y="1029673"/>
          <a:ext cx="373424" cy="436835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pt-BR" sz="1900" kern="1200">
            <a:latin typeface="Aptos" panose="020B0004020202020204" pitchFamily="34" charset="0"/>
          </a:endParaRPr>
        </a:p>
      </dsp:txBody>
      <dsp:txXfrm>
        <a:off x="4409267" y="1117040"/>
        <a:ext cx="261397" cy="262101"/>
      </dsp:txXfrm>
    </dsp:sp>
    <dsp:sp modelId="{1B5015B0-4679-40D7-836F-FE424D6C5886}">
      <dsp:nvSpPr>
        <dsp:cNvPr id="0" name=""/>
        <dsp:cNvSpPr/>
      </dsp:nvSpPr>
      <dsp:spPr>
        <a:xfrm>
          <a:off x="4937697" y="719661"/>
          <a:ext cx="1761434" cy="1056860"/>
        </a:xfrm>
        <a:prstGeom prst="roundRect">
          <a:avLst>
            <a:gd name="adj" fmla="val 10000"/>
          </a:avLst>
        </a:prstGeom>
        <a:solidFill>
          <a:schemeClr val="accent2">
            <a:lumMod val="7500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900" b="1" kern="1200" dirty="0">
              <a:latin typeface="Aptos" panose="020B0004020202020204" pitchFamily="34" charset="0"/>
            </a:rPr>
            <a:t>Atrações eletrostáticas</a:t>
          </a:r>
        </a:p>
      </dsp:txBody>
      <dsp:txXfrm>
        <a:off x="4968651" y="750615"/>
        <a:ext cx="1699526" cy="994952"/>
      </dsp:txXfrm>
    </dsp:sp>
    <dsp:sp modelId="{D50904A8-4D45-4954-8DF6-8E882CC2D30F}">
      <dsp:nvSpPr>
        <dsp:cNvPr id="0" name=""/>
        <dsp:cNvSpPr/>
      </dsp:nvSpPr>
      <dsp:spPr>
        <a:xfrm>
          <a:off x="6875275" y="1029673"/>
          <a:ext cx="373424" cy="436835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pt-BR" sz="1900" kern="1200">
            <a:latin typeface="Aptos" panose="020B0004020202020204" pitchFamily="34" charset="0"/>
          </a:endParaRPr>
        </a:p>
      </dsp:txBody>
      <dsp:txXfrm>
        <a:off x="6875275" y="1117040"/>
        <a:ext cx="261397" cy="262101"/>
      </dsp:txXfrm>
    </dsp:sp>
    <dsp:sp modelId="{0D4C48BE-9868-4A09-95FE-BAEC2EFEB1A0}">
      <dsp:nvSpPr>
        <dsp:cNvPr id="0" name=""/>
        <dsp:cNvSpPr/>
      </dsp:nvSpPr>
      <dsp:spPr>
        <a:xfrm>
          <a:off x="7403705" y="719661"/>
          <a:ext cx="1761434" cy="1056860"/>
        </a:xfrm>
        <a:prstGeom prst="roundRect">
          <a:avLst>
            <a:gd name="adj" fmla="val 10000"/>
          </a:avLst>
        </a:prstGeom>
        <a:solidFill>
          <a:srgbClr val="C00000"/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900" b="1" kern="1200" dirty="0">
              <a:latin typeface="Aptos" panose="020B0004020202020204" pitchFamily="34" charset="0"/>
            </a:rPr>
            <a:t>Dissociação</a:t>
          </a:r>
        </a:p>
      </dsp:txBody>
      <dsp:txXfrm>
        <a:off x="7434659" y="750615"/>
        <a:ext cx="1699526" cy="994952"/>
      </dsp:txXfrm>
    </dsp:sp>
    <dsp:sp modelId="{5B4B716F-59AE-44D4-B14C-B1F522B791B2}">
      <dsp:nvSpPr>
        <dsp:cNvPr id="0" name=""/>
        <dsp:cNvSpPr/>
      </dsp:nvSpPr>
      <dsp:spPr>
        <a:xfrm>
          <a:off x="9341283" y="1029673"/>
          <a:ext cx="373424" cy="436835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pt-BR" sz="1900" kern="1200">
            <a:latin typeface="Aptos" panose="020B0004020202020204" pitchFamily="34" charset="0"/>
          </a:endParaRPr>
        </a:p>
      </dsp:txBody>
      <dsp:txXfrm>
        <a:off x="9341283" y="1117040"/>
        <a:ext cx="261397" cy="262101"/>
      </dsp:txXfrm>
    </dsp:sp>
    <dsp:sp modelId="{C3E90E6C-3296-447F-969F-191F41A71B28}">
      <dsp:nvSpPr>
        <dsp:cNvPr id="0" name=""/>
        <dsp:cNvSpPr/>
      </dsp:nvSpPr>
      <dsp:spPr>
        <a:xfrm>
          <a:off x="9869713" y="719661"/>
          <a:ext cx="1761434" cy="1056860"/>
        </a:xfrm>
        <a:prstGeom prst="roundRect">
          <a:avLst>
            <a:gd name="adj" fmla="val 10000"/>
          </a:avLst>
        </a:prstGeom>
        <a:solidFill>
          <a:schemeClr val="accent2">
            <a:lumMod val="7500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900" b="1" kern="1200" dirty="0">
              <a:latin typeface="Aptos" panose="020B0004020202020204" pitchFamily="34" charset="0"/>
            </a:rPr>
            <a:t>Íons </a:t>
          </a:r>
          <a:r>
            <a:rPr lang="pt-BR" sz="1900" b="1" kern="1200" dirty="0" err="1">
              <a:latin typeface="Aptos" panose="020B0004020202020204" pitchFamily="34" charset="0"/>
            </a:rPr>
            <a:t>solvatados</a:t>
          </a:r>
          <a:endParaRPr lang="pt-BR" sz="1900" b="1" kern="1200" dirty="0">
            <a:latin typeface="Aptos" panose="020B0004020202020204" pitchFamily="34" charset="0"/>
          </a:endParaRPr>
        </a:p>
      </dsp:txBody>
      <dsp:txXfrm>
        <a:off x="9900667" y="750615"/>
        <a:ext cx="1699526" cy="994952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6B53DB3-1587-4880-900B-47D7924522D0}">
      <dsp:nvSpPr>
        <dsp:cNvPr id="0" name=""/>
        <dsp:cNvSpPr/>
      </dsp:nvSpPr>
      <dsp:spPr>
        <a:xfrm>
          <a:off x="5682" y="429512"/>
          <a:ext cx="1761434" cy="105686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900" b="1" kern="1200" dirty="0">
              <a:latin typeface="Aptos" panose="020B0004020202020204" pitchFamily="34" charset="0"/>
            </a:rPr>
            <a:t>AB sólido</a:t>
          </a:r>
        </a:p>
      </dsp:txBody>
      <dsp:txXfrm>
        <a:off x="36636" y="460466"/>
        <a:ext cx="1699526" cy="994952"/>
      </dsp:txXfrm>
    </dsp:sp>
    <dsp:sp modelId="{3F6D3329-7E08-4C5B-890F-8260B1CC12EB}">
      <dsp:nvSpPr>
        <dsp:cNvPr id="0" name=""/>
        <dsp:cNvSpPr/>
      </dsp:nvSpPr>
      <dsp:spPr>
        <a:xfrm>
          <a:off x="1943259" y="739525"/>
          <a:ext cx="373424" cy="436835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pt-BR" sz="1900" kern="1200">
            <a:latin typeface="Aptos" panose="020B0004020202020204" pitchFamily="34" charset="0"/>
          </a:endParaRPr>
        </a:p>
      </dsp:txBody>
      <dsp:txXfrm>
        <a:off x="1943259" y="826892"/>
        <a:ext cx="261397" cy="262101"/>
      </dsp:txXfrm>
    </dsp:sp>
    <dsp:sp modelId="{FB87C3B4-E8F8-45D6-9EE3-F00B6D51B49F}">
      <dsp:nvSpPr>
        <dsp:cNvPr id="0" name=""/>
        <dsp:cNvSpPr/>
      </dsp:nvSpPr>
      <dsp:spPr>
        <a:xfrm>
          <a:off x="2471689" y="429512"/>
          <a:ext cx="1761434" cy="105686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900" b="1" kern="1200" dirty="0">
              <a:latin typeface="Aptos" panose="020B0004020202020204" pitchFamily="34" charset="0"/>
            </a:rPr>
            <a:t>Composto covalentes</a:t>
          </a:r>
        </a:p>
      </dsp:txBody>
      <dsp:txXfrm>
        <a:off x="2502643" y="460466"/>
        <a:ext cx="1699526" cy="994952"/>
      </dsp:txXfrm>
    </dsp:sp>
    <dsp:sp modelId="{8AF151CE-1BF9-40F2-995C-4DB04B5DD6C0}">
      <dsp:nvSpPr>
        <dsp:cNvPr id="0" name=""/>
        <dsp:cNvSpPr/>
      </dsp:nvSpPr>
      <dsp:spPr>
        <a:xfrm>
          <a:off x="4409267" y="739525"/>
          <a:ext cx="373424" cy="436835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pt-BR" sz="1900" kern="1200">
            <a:latin typeface="Aptos" panose="020B0004020202020204" pitchFamily="34" charset="0"/>
          </a:endParaRPr>
        </a:p>
      </dsp:txBody>
      <dsp:txXfrm>
        <a:off x="4409267" y="826892"/>
        <a:ext cx="261397" cy="262101"/>
      </dsp:txXfrm>
    </dsp:sp>
    <dsp:sp modelId="{1B5015B0-4679-40D7-836F-FE424D6C5886}">
      <dsp:nvSpPr>
        <dsp:cNvPr id="0" name=""/>
        <dsp:cNvSpPr/>
      </dsp:nvSpPr>
      <dsp:spPr>
        <a:xfrm>
          <a:off x="4937697" y="429512"/>
          <a:ext cx="1761434" cy="1056860"/>
        </a:xfrm>
        <a:prstGeom prst="roundRect">
          <a:avLst>
            <a:gd name="adj" fmla="val 10000"/>
          </a:avLst>
        </a:prstGeom>
        <a:solidFill>
          <a:schemeClr val="accent2">
            <a:lumMod val="7500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900" b="1" kern="1200" dirty="0">
              <a:latin typeface="Aptos" panose="020B0004020202020204" pitchFamily="34" charset="0"/>
            </a:rPr>
            <a:t>Não são íons no estado sólido</a:t>
          </a:r>
        </a:p>
      </dsp:txBody>
      <dsp:txXfrm>
        <a:off x="4968651" y="460466"/>
        <a:ext cx="1699526" cy="994952"/>
      </dsp:txXfrm>
    </dsp:sp>
    <dsp:sp modelId="{D50904A8-4D45-4954-8DF6-8E882CC2D30F}">
      <dsp:nvSpPr>
        <dsp:cNvPr id="0" name=""/>
        <dsp:cNvSpPr/>
      </dsp:nvSpPr>
      <dsp:spPr>
        <a:xfrm>
          <a:off x="6875275" y="739525"/>
          <a:ext cx="373424" cy="436835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pt-BR" sz="1900" kern="1200">
            <a:latin typeface="Aptos" panose="020B0004020202020204" pitchFamily="34" charset="0"/>
          </a:endParaRPr>
        </a:p>
      </dsp:txBody>
      <dsp:txXfrm>
        <a:off x="6875275" y="826892"/>
        <a:ext cx="261397" cy="262101"/>
      </dsp:txXfrm>
    </dsp:sp>
    <dsp:sp modelId="{0D4C48BE-9868-4A09-95FE-BAEC2EFEB1A0}">
      <dsp:nvSpPr>
        <dsp:cNvPr id="0" name=""/>
        <dsp:cNvSpPr/>
      </dsp:nvSpPr>
      <dsp:spPr>
        <a:xfrm>
          <a:off x="7403705" y="429512"/>
          <a:ext cx="1761434" cy="1056860"/>
        </a:xfrm>
        <a:prstGeom prst="roundRect">
          <a:avLst>
            <a:gd name="adj" fmla="val 10000"/>
          </a:avLst>
        </a:prstGeom>
        <a:solidFill>
          <a:srgbClr val="C00000"/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900" b="1" kern="1200" dirty="0">
              <a:latin typeface="Aptos" panose="020B0004020202020204" pitchFamily="34" charset="0"/>
            </a:rPr>
            <a:t>Ionização em solução aquosa</a:t>
          </a:r>
        </a:p>
      </dsp:txBody>
      <dsp:txXfrm>
        <a:off x="7434659" y="460466"/>
        <a:ext cx="1699526" cy="994952"/>
      </dsp:txXfrm>
    </dsp:sp>
    <dsp:sp modelId="{5B4B716F-59AE-44D4-B14C-B1F522B791B2}">
      <dsp:nvSpPr>
        <dsp:cNvPr id="0" name=""/>
        <dsp:cNvSpPr/>
      </dsp:nvSpPr>
      <dsp:spPr>
        <a:xfrm>
          <a:off x="9341283" y="739525"/>
          <a:ext cx="373424" cy="436835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pt-BR" sz="1900" kern="1200">
            <a:latin typeface="Aptos" panose="020B0004020202020204" pitchFamily="34" charset="0"/>
          </a:endParaRPr>
        </a:p>
      </dsp:txBody>
      <dsp:txXfrm>
        <a:off x="9341283" y="826892"/>
        <a:ext cx="261397" cy="262101"/>
      </dsp:txXfrm>
    </dsp:sp>
    <dsp:sp modelId="{C3E90E6C-3296-447F-969F-191F41A71B28}">
      <dsp:nvSpPr>
        <dsp:cNvPr id="0" name=""/>
        <dsp:cNvSpPr/>
      </dsp:nvSpPr>
      <dsp:spPr>
        <a:xfrm>
          <a:off x="9869713" y="429512"/>
          <a:ext cx="1761434" cy="1056860"/>
        </a:xfrm>
        <a:prstGeom prst="roundRect">
          <a:avLst>
            <a:gd name="adj" fmla="val 10000"/>
          </a:avLst>
        </a:prstGeom>
        <a:solidFill>
          <a:schemeClr val="accent2">
            <a:lumMod val="7500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900" b="1" kern="1200" dirty="0">
              <a:latin typeface="Aptos" panose="020B0004020202020204" pitchFamily="34" charset="0"/>
            </a:rPr>
            <a:t>Solvatação parcial</a:t>
          </a:r>
        </a:p>
      </dsp:txBody>
      <dsp:txXfrm>
        <a:off x="9900667" y="460466"/>
        <a:ext cx="1699526" cy="99495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2">
  <dgm:title val=""/>
  <dgm:desc val=""/>
  <dgm:catLst>
    <dgm:cat type="process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resizeHandles val="exact"/>
    </dgm:varLst>
    <dgm:alg type="lin">
      <dgm:param type="linDir" val="fromT"/>
    </dgm:alg>
    <dgm:shape xmlns:r="http://schemas.openxmlformats.org/officeDocument/2006/relationships" r:blip="">
      <dgm:adjLst/>
    </dgm:shape>
    <dgm:presOf/>
    <dgm:constrLst>
      <dgm:constr type="h" for="ch" ptType="node" refType="h"/>
      <dgm:constr type="h" for="ch" ptType="sibTrans" refType="h" refFor="ch" refPtType="node" fact="0.5"/>
      <dgm:constr type="w" for="ch" ptType="node" op="equ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choose name="Name0">
          <dgm:if name="Name1" axis="root des" ptType="all node" func="maxDepth" op="gt" val="1">
            <dgm:alg type="tx">
              <dgm:param type="parTxLTRAlign" val="l"/>
              <dgm:param type="parTxRTLAlign" val="r"/>
              <dgm:param type="txAnchorVertCh" val="mid"/>
            </dgm:alg>
          </dgm:if>
          <dgm:else name="Name2">
            <dgm:alg type="tx"/>
          </dgm:else>
        </dgm:choose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w" refType="h" fact="1.8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w" val="NaN" fact="4" max="NaN"/>
          <dgm:rule type="primFontSz" val="5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w" refType="h" fact="0.9"/>
            <dgm:constr type="connDist"/>
            <dgm:constr type="wArH" refType="w" fact="0.5"/>
            <dgm:constr type="hArH" refType="w"/>
            <dgm:constr type="stemThick" refType="w" fact="0.6"/>
            <dgm:constr type="begPad" refType="connDist" fact="0.125"/>
            <dgm:constr type="endPad" refType="connDist" fact="0.125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process2">
  <dgm:title val=""/>
  <dgm:desc val=""/>
  <dgm:catLst>
    <dgm:cat type="process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resizeHandles val="exact"/>
    </dgm:varLst>
    <dgm:alg type="lin">
      <dgm:param type="linDir" val="fromT"/>
    </dgm:alg>
    <dgm:shape xmlns:r="http://schemas.openxmlformats.org/officeDocument/2006/relationships" r:blip="">
      <dgm:adjLst/>
    </dgm:shape>
    <dgm:presOf/>
    <dgm:constrLst>
      <dgm:constr type="h" for="ch" ptType="node" refType="h"/>
      <dgm:constr type="h" for="ch" ptType="sibTrans" refType="h" refFor="ch" refPtType="node" fact="0.5"/>
      <dgm:constr type="w" for="ch" ptType="node" op="equ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choose name="Name0">
          <dgm:if name="Name1" axis="root des" ptType="all node" func="maxDepth" op="gt" val="1">
            <dgm:alg type="tx">
              <dgm:param type="parTxLTRAlign" val="l"/>
              <dgm:param type="parTxRTLAlign" val="r"/>
              <dgm:param type="txAnchorVertCh" val="mid"/>
            </dgm:alg>
          </dgm:if>
          <dgm:else name="Name2">
            <dgm:alg type="tx"/>
          </dgm:else>
        </dgm:choose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w" refType="h" fact="1.8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w" val="NaN" fact="4" max="NaN"/>
          <dgm:rule type="primFontSz" val="5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w" refType="h" fact="0.9"/>
            <dgm:constr type="connDist"/>
            <dgm:constr type="wArH" refType="w" fact="0.5"/>
            <dgm:constr type="hArH" refType="w"/>
            <dgm:constr type="stemThick" refType="w" fact="0.6"/>
            <dgm:constr type="begPad" refType="connDist" fact="0.125"/>
            <dgm:constr type="endPad" refType="connDist" fact="0.125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process2">
  <dgm:title val=""/>
  <dgm:desc val=""/>
  <dgm:catLst>
    <dgm:cat type="process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resizeHandles val="exact"/>
    </dgm:varLst>
    <dgm:alg type="lin">
      <dgm:param type="linDir" val="fromT"/>
    </dgm:alg>
    <dgm:shape xmlns:r="http://schemas.openxmlformats.org/officeDocument/2006/relationships" r:blip="">
      <dgm:adjLst/>
    </dgm:shape>
    <dgm:presOf/>
    <dgm:constrLst>
      <dgm:constr type="h" for="ch" ptType="node" refType="h"/>
      <dgm:constr type="h" for="ch" ptType="sibTrans" refType="h" refFor="ch" refPtType="node" fact="0.5"/>
      <dgm:constr type="w" for="ch" ptType="node" op="equ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choose name="Name0">
          <dgm:if name="Name1" axis="root des" ptType="all node" func="maxDepth" op="gt" val="1">
            <dgm:alg type="tx">
              <dgm:param type="parTxLTRAlign" val="l"/>
              <dgm:param type="parTxRTLAlign" val="r"/>
              <dgm:param type="txAnchorVertCh" val="mid"/>
            </dgm:alg>
          </dgm:if>
          <dgm:else name="Name2">
            <dgm:alg type="tx"/>
          </dgm:else>
        </dgm:choose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w" refType="h" fact="1.8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w" val="NaN" fact="4" max="NaN"/>
          <dgm:rule type="primFontSz" val="5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w" refType="h" fact="0.9"/>
            <dgm:constr type="connDist"/>
            <dgm:constr type="wArH" refType="w" fact="0.5"/>
            <dgm:constr type="hArH" refType="w"/>
            <dgm:constr type="stemThick" refType="w" fact="0.6"/>
            <dgm:constr type="begPad" refType="connDist" fact="0.125"/>
            <dgm:constr type="endPad" refType="connDist" fact="0.125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" y="6334316"/>
            <a:ext cx="12192000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1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3653B2-3397-4EB0-9F12-7A2B0EF9D12D}" type="datetimeFigureOut">
              <a:rPr lang="pt-BR" smtClean="0"/>
              <a:t>26/03/2025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DFDB0-1FF2-405F-BF5B-B30B0639467B}" type="slidenum">
              <a:rPr lang="pt-BR" smtClean="0"/>
              <a:t>‹nº›</a:t>
            </a:fld>
            <a:endParaRPr lang="pt-BR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689404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3653B2-3397-4EB0-9F12-7A2B0EF9D12D}" type="datetimeFigureOut">
              <a:rPr lang="pt-BR" smtClean="0"/>
              <a:t>26/03/2025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DFDB0-1FF2-405F-BF5B-B30B0639467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285370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Cabeçalho da Seçã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3653B2-3397-4EB0-9F12-7A2B0EF9D12D}" type="datetimeFigureOut">
              <a:rPr lang="pt-BR" smtClean="0"/>
              <a:t>26/03/2025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DFDB0-1FF2-405F-BF5B-B30B0639467B}" type="slidenum">
              <a:rPr lang="pt-BR" smtClean="0"/>
              <a:t>‹nº›</a:t>
            </a:fld>
            <a:endParaRPr lang="pt-BR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903140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80" y="1845734"/>
            <a:ext cx="4937760" cy="4023359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3653B2-3397-4EB0-9F12-7A2B0EF9D12D}" type="datetimeFigureOut">
              <a:rPr lang="pt-BR" smtClean="0"/>
              <a:t>26/03/2025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DFDB0-1FF2-405F-BF5B-B30B0639467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3496323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5"/>
            <a:ext cx="4937760" cy="3286760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286760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3653B2-3397-4EB0-9F12-7A2B0EF9D12D}" type="datetimeFigureOut">
              <a:rPr lang="pt-BR" smtClean="0"/>
              <a:t>26/03/2025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DFDB0-1FF2-405F-BF5B-B30B0639467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0993541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3653B2-3397-4EB0-9F12-7A2B0EF9D12D}" type="datetimeFigureOut">
              <a:rPr lang="pt-BR" smtClean="0"/>
              <a:t>26/03/2025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DFDB0-1FF2-405F-BF5B-B30B0639467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603915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3653B2-3397-4EB0-9F12-7A2B0EF9D12D}" type="datetimeFigureOut">
              <a:rPr lang="pt-BR" smtClean="0"/>
              <a:t>26/03/2025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DFDB0-1FF2-405F-BF5B-B30B0639467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033254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473653B2-3397-4EB0-9F12-7A2B0EF9D12D}" type="datetimeFigureOut">
              <a:rPr lang="pt-BR" smtClean="0"/>
              <a:t>26/03/2025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725DFDB0-1FF2-405F-BF5B-B30B0639467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8413005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645" cy="822960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solidFill>
            <a:schemeClr val="bg2">
              <a:lumMod val="90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4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3653B2-3397-4EB0-9F12-7A2B0EF9D12D}" type="datetimeFigureOut">
              <a:rPr lang="pt-BR" smtClean="0"/>
              <a:t>26/03/2025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DFDB0-1FF2-405F-BF5B-B30B0639467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910897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3653B2-3397-4EB0-9F12-7A2B0EF9D12D}" type="datetimeFigureOut">
              <a:rPr lang="pt-BR" smtClean="0"/>
              <a:t>26/03/2025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DFDB0-1FF2-405F-BF5B-B30B0639467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471462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2302"/>
            <a:ext cx="2628900" cy="575989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3653B2-3397-4EB0-9F12-7A2B0EF9D12D}" type="datetimeFigureOut">
              <a:rPr lang="pt-BR" smtClean="0"/>
              <a:t>26/03/2025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DFDB0-1FF2-405F-BF5B-B30B0639467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818786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473653B2-3397-4EB0-9F12-7A2B0EF9D12D}" type="datetimeFigureOut">
              <a:rPr lang="pt-BR" smtClean="0"/>
              <a:t>26/03/2025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725DFDB0-1FF2-405F-BF5B-B30B0639467B}" type="slidenum">
              <a:rPr lang="pt-BR" smtClean="0"/>
              <a:t>‹nº›</a:t>
            </a:fld>
            <a:endParaRPr lang="pt-BR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268738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195" r:id="rId1"/>
    <p:sldLayoutId id="2147484196" r:id="rId2"/>
    <p:sldLayoutId id="2147484197" r:id="rId3"/>
    <p:sldLayoutId id="2147484198" r:id="rId4"/>
    <p:sldLayoutId id="2147484199" r:id="rId5"/>
    <p:sldLayoutId id="2147484200" r:id="rId6"/>
    <p:sldLayoutId id="2147484201" r:id="rId7"/>
    <p:sldLayoutId id="2147484202" r:id="rId8"/>
    <p:sldLayoutId id="2147484203" r:id="rId9"/>
    <p:sldLayoutId id="2147484204" r:id="rId10"/>
    <p:sldLayoutId id="2147484205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2.xml"/><Relationship Id="rId13" Type="http://schemas.openxmlformats.org/officeDocument/2006/relationships/diagramLayout" Target="../diagrams/layout3.xml"/><Relationship Id="rId3" Type="http://schemas.openxmlformats.org/officeDocument/2006/relationships/diagramLayout" Target="../diagrams/layout1.xml"/><Relationship Id="rId7" Type="http://schemas.openxmlformats.org/officeDocument/2006/relationships/diagramData" Target="../diagrams/data2.xml"/><Relationship Id="rId12" Type="http://schemas.openxmlformats.org/officeDocument/2006/relationships/diagramData" Target="../diagrams/data3.xml"/><Relationship Id="rId2" Type="http://schemas.openxmlformats.org/officeDocument/2006/relationships/diagramData" Target="../diagrams/data1.xml"/><Relationship Id="rId16" Type="http://schemas.microsoft.com/office/2007/relationships/diagramDrawing" Target="../diagrams/drawing3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.xml"/><Relationship Id="rId11" Type="http://schemas.microsoft.com/office/2007/relationships/diagramDrawing" Target="../diagrams/drawing2.xml"/><Relationship Id="rId5" Type="http://schemas.openxmlformats.org/officeDocument/2006/relationships/diagramColors" Target="../diagrams/colors1.xml"/><Relationship Id="rId15" Type="http://schemas.openxmlformats.org/officeDocument/2006/relationships/diagramColors" Target="../diagrams/colors3.xml"/><Relationship Id="rId10" Type="http://schemas.openxmlformats.org/officeDocument/2006/relationships/diagramColors" Target="../diagrams/colors2.xml"/><Relationship Id="rId4" Type="http://schemas.openxmlformats.org/officeDocument/2006/relationships/diagramQuickStyle" Target="../diagrams/quickStyle1.xml"/><Relationship Id="rId9" Type="http://schemas.openxmlformats.org/officeDocument/2006/relationships/diagramQuickStyle" Target="../diagrams/quickStyle2.xml"/><Relationship Id="rId14" Type="http://schemas.openxmlformats.org/officeDocument/2006/relationships/diagramQuickStyle" Target="../diagrams/quickStyle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7" Type="http://schemas.openxmlformats.org/officeDocument/2006/relationships/image" Target="../media/image3.jpeg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7" Type="http://schemas.openxmlformats.org/officeDocument/2006/relationships/image" Target="../media/image4.png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1">
                <a:tint val="90000"/>
                <a:shade val="92000"/>
                <a:satMod val="160000"/>
              </a:schemeClr>
            </a:gs>
            <a:gs pos="77000">
              <a:schemeClr val="bg1">
                <a:tint val="100000"/>
                <a:shade val="73000"/>
                <a:satMod val="155000"/>
              </a:schemeClr>
            </a:gs>
            <a:gs pos="100000">
              <a:schemeClr val="bg1">
                <a:tint val="100000"/>
                <a:shade val="67000"/>
                <a:satMod val="145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F671F40-5A18-AF9D-9E9A-466D546EC37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447800"/>
            <a:ext cx="12192000" cy="2852057"/>
          </a:xfrm>
        </p:spPr>
        <p:txBody>
          <a:bodyPr anchor="ctr">
            <a:normAutofit/>
          </a:bodyPr>
          <a:lstStyle/>
          <a:p>
            <a:pPr algn="ctr"/>
            <a:r>
              <a:rPr lang="pt-BR" sz="2800" dirty="0">
                <a:solidFill>
                  <a:schemeClr val="accent1">
                    <a:lumMod val="50000"/>
                  </a:schemeClr>
                </a:solidFill>
                <a:latin typeface="Aptos" panose="020B0004020202020204" pitchFamily="34" charset="0"/>
                <a:cs typeface="Arial" panose="020B0604020202020204" pitchFamily="34" charset="0"/>
              </a:rPr>
              <a:t>Aula 2:</a:t>
            </a:r>
            <a:br>
              <a:rPr lang="pt-BR" sz="2800" dirty="0">
                <a:solidFill>
                  <a:schemeClr val="accent1">
                    <a:lumMod val="50000"/>
                  </a:schemeClr>
                </a:solidFill>
                <a:latin typeface="Aptos" panose="020B0004020202020204" pitchFamily="34" charset="0"/>
                <a:cs typeface="Arial" panose="020B0604020202020204" pitchFamily="34" charset="0"/>
              </a:rPr>
            </a:br>
            <a:br>
              <a:rPr lang="pt-BR" sz="2800" dirty="0">
                <a:solidFill>
                  <a:schemeClr val="accent1">
                    <a:lumMod val="50000"/>
                  </a:schemeClr>
                </a:solidFill>
                <a:latin typeface="Aptos" panose="020B0004020202020204" pitchFamily="34" charset="0"/>
                <a:cs typeface="Arial" panose="020B0604020202020204" pitchFamily="34" charset="0"/>
              </a:rPr>
            </a:br>
            <a:r>
              <a:rPr lang="pt-BR" sz="2800" dirty="0">
                <a:solidFill>
                  <a:schemeClr val="accent1">
                    <a:lumMod val="50000"/>
                  </a:schemeClr>
                </a:solidFill>
                <a:latin typeface="Aptos" panose="020B0004020202020204" pitchFamily="34" charset="0"/>
                <a:cs typeface="Arial" panose="020B0604020202020204" pitchFamily="34" charset="0"/>
              </a:rPr>
              <a:t>Equilíbrio Químico</a:t>
            </a:r>
            <a:br>
              <a:rPr lang="pt-BR" sz="2400" dirty="0">
                <a:latin typeface="Aptos" panose="020B0004020202020204" pitchFamily="34" charset="0"/>
                <a:cs typeface="Arial" panose="020B0604020202020204" pitchFamily="34" charset="0"/>
              </a:rPr>
            </a:br>
            <a:endParaRPr lang="pt-BR" sz="2400" dirty="0">
              <a:solidFill>
                <a:srgbClr val="FFFFFF"/>
              </a:solidFill>
              <a:latin typeface="Aptos" panose="020B0004020202020204" pitchFamily="34" charset="0"/>
            </a:endParaRP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936DB1AB-D6ED-A338-A639-BD0898FCF5C4}"/>
              </a:ext>
            </a:extLst>
          </p:cNvPr>
          <p:cNvSpPr/>
          <p:nvPr/>
        </p:nvSpPr>
        <p:spPr>
          <a:xfrm>
            <a:off x="478971" y="62913"/>
            <a:ext cx="11713029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t-BR" sz="2800" b="1" dirty="0">
                <a:latin typeface="Aptos" panose="020B0004020202020204" pitchFamily="34" charset="0"/>
                <a:cs typeface="Arial" panose="020B0604020202020204" pitchFamily="34" charset="0"/>
              </a:rPr>
              <a:t>Universidade do Estado do Rio de Janeiro – UERJ</a:t>
            </a:r>
          </a:p>
          <a:p>
            <a:pPr algn="ctr"/>
            <a:r>
              <a:rPr lang="pt-BR" sz="2800" b="1" dirty="0">
                <a:latin typeface="Aptos" panose="020B0004020202020204" pitchFamily="34" charset="0"/>
                <a:cs typeface="Arial" panose="020B0604020202020204" pitchFamily="34" charset="0"/>
              </a:rPr>
              <a:t>Instituto de Química – IQ</a:t>
            </a:r>
          </a:p>
          <a:p>
            <a:pPr algn="ctr"/>
            <a:r>
              <a:rPr lang="pt-BR" sz="2800" b="1" dirty="0">
                <a:latin typeface="Aptos" panose="020B0004020202020204" pitchFamily="34" charset="0"/>
                <a:cs typeface="Arial" panose="020B0604020202020204" pitchFamily="34" charset="0"/>
              </a:rPr>
              <a:t>Departamento de Química Analítica – DQA</a:t>
            </a:r>
            <a:endParaRPr lang="pt-BR" sz="2800" dirty="0">
              <a:latin typeface="Aptos" panose="020B00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6" name="Picture 2" descr="Universidade do Estado do Rio de Janeiro – Wikipédia, a enciclopédia livre">
            <a:extLst>
              <a:ext uri="{FF2B5EF4-FFF2-40B4-BE49-F238E27FC236}">
                <a16:creationId xmlns:a16="http://schemas.microsoft.com/office/drawing/2014/main" id="{7EEC36F7-1FDF-F637-B2BA-6B48C8E4A5A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8971" y="1491623"/>
            <a:ext cx="2362200" cy="26012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4" descr="Instituto de Quimica - UERJ :.">
            <a:extLst>
              <a:ext uri="{FF2B5EF4-FFF2-40B4-BE49-F238E27FC236}">
                <a16:creationId xmlns:a16="http://schemas.microsoft.com/office/drawing/2014/main" id="{E49894DD-2AD0-D24D-855A-12419B6F8C9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50829" y="2322115"/>
            <a:ext cx="2362200" cy="9401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Retângulo 8">
            <a:extLst>
              <a:ext uri="{FF2B5EF4-FFF2-40B4-BE49-F238E27FC236}">
                <a16:creationId xmlns:a16="http://schemas.microsoft.com/office/drawing/2014/main" id="{E021ABE5-EFA7-D61E-894A-C2F1EB4437CC}"/>
              </a:ext>
            </a:extLst>
          </p:cNvPr>
          <p:cNvSpPr/>
          <p:nvPr/>
        </p:nvSpPr>
        <p:spPr>
          <a:xfrm>
            <a:off x="0" y="4967062"/>
            <a:ext cx="12192000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t-BR" sz="2800" b="1" dirty="0">
                <a:solidFill>
                  <a:schemeClr val="accent1"/>
                </a:solidFill>
                <a:latin typeface="Aptos" panose="020B0004020202020204" pitchFamily="34" charset="0"/>
                <a:cs typeface="Arial" panose="020B0604020202020204" pitchFamily="34" charset="0"/>
              </a:rPr>
              <a:t>Professora</a:t>
            </a:r>
            <a:r>
              <a:rPr lang="pt-BR" sz="2800" dirty="0">
                <a:solidFill>
                  <a:schemeClr val="accent1"/>
                </a:solidFill>
                <a:latin typeface="Aptos" panose="020B0004020202020204" pitchFamily="34" charset="0"/>
                <a:cs typeface="Arial" panose="020B0604020202020204" pitchFamily="34" charset="0"/>
              </a:rPr>
              <a:t>: </a:t>
            </a:r>
            <a:r>
              <a:rPr lang="pt-BR" sz="2800" dirty="0" err="1">
                <a:solidFill>
                  <a:schemeClr val="accent1"/>
                </a:solidFill>
                <a:latin typeface="Aptos" panose="020B0004020202020204" pitchFamily="34" charset="0"/>
                <a:cs typeface="Arial" panose="020B0604020202020204" pitchFamily="34" charset="0"/>
              </a:rPr>
              <a:t>Dr</a:t>
            </a:r>
            <a:r>
              <a:rPr lang="pt-BR" sz="2800" dirty="0">
                <a:solidFill>
                  <a:schemeClr val="accent1"/>
                </a:solidFill>
                <a:latin typeface="Aptos" panose="020B0004020202020204" pitchFamily="34" charset="0"/>
                <a:cs typeface="Arial" panose="020B0604020202020204" pitchFamily="34" charset="0"/>
              </a:rPr>
              <a:t>ª Alene Dutra Nascimento</a:t>
            </a:r>
            <a:br>
              <a:rPr lang="pt-BR" sz="2800" dirty="0">
                <a:latin typeface="Aptos" panose="020B0004020202020204" pitchFamily="34" charset="0"/>
                <a:cs typeface="Arial" panose="020B0604020202020204" pitchFamily="34" charset="0"/>
              </a:rPr>
            </a:br>
            <a:br>
              <a:rPr lang="pt-BR" sz="2800" dirty="0">
                <a:latin typeface="Aptos" panose="020B0004020202020204" pitchFamily="34" charset="0"/>
                <a:cs typeface="Arial" panose="020B0604020202020204" pitchFamily="34" charset="0"/>
              </a:rPr>
            </a:br>
            <a:r>
              <a:rPr lang="pt-BR" sz="2800" dirty="0">
                <a:solidFill>
                  <a:srgbClr val="0000FF"/>
                </a:solidFill>
                <a:latin typeface="Aptos" panose="020B0004020202020204" pitchFamily="34" charset="0"/>
                <a:cs typeface="Arial" panose="020B0604020202020204" pitchFamily="34" charset="0"/>
              </a:rPr>
              <a:t>alene.dn@hotmail.com</a:t>
            </a:r>
            <a:endParaRPr lang="pt-BR" sz="2800" dirty="0">
              <a:latin typeface="Aptos" panose="020B00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323003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7ACF6F15-39A0-7C2F-4FE7-99683A59B9F7}"/>
              </a:ext>
            </a:extLst>
          </p:cNvPr>
          <p:cNvSpPr txBox="1"/>
          <p:nvPr/>
        </p:nvSpPr>
        <p:spPr>
          <a:xfrm>
            <a:off x="0" y="16907"/>
            <a:ext cx="1219199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3200" b="1" dirty="0">
                <a:solidFill>
                  <a:schemeClr val="accent1">
                    <a:lumMod val="50000"/>
                  </a:schemeClr>
                </a:solidFill>
                <a:latin typeface="Aptos" panose="020B0004020202020204" pitchFamily="34" charset="0"/>
                <a:cs typeface="Arial" panose="020B0604020202020204" pitchFamily="34" charset="0"/>
              </a:rPr>
              <a:t>Teoria da dissociação eletrolítica</a:t>
            </a:r>
          </a:p>
        </p:txBody>
      </p:sp>
      <p:graphicFrame>
        <p:nvGraphicFramePr>
          <p:cNvPr id="10" name="Diagrama 9">
            <a:extLst>
              <a:ext uri="{FF2B5EF4-FFF2-40B4-BE49-F238E27FC236}">
                <a16:creationId xmlns:a16="http://schemas.microsoft.com/office/drawing/2014/main" id="{11E9887F-3D79-CD31-1A98-6F195AAD127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856725409"/>
              </p:ext>
            </p:extLst>
          </p:nvPr>
        </p:nvGraphicFramePr>
        <p:xfrm>
          <a:off x="808265" y="601683"/>
          <a:ext cx="10575471" cy="216328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3" name="Diagrama 2">
            <a:extLst>
              <a:ext uri="{FF2B5EF4-FFF2-40B4-BE49-F238E27FC236}">
                <a16:creationId xmlns:a16="http://schemas.microsoft.com/office/drawing/2014/main" id="{CB487601-D003-99C1-6D94-25706F0B6FD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734422615"/>
              </p:ext>
            </p:extLst>
          </p:nvPr>
        </p:nvGraphicFramePr>
        <p:xfrm>
          <a:off x="0" y="2510643"/>
          <a:ext cx="5709557" cy="216328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  <p:graphicFrame>
        <p:nvGraphicFramePr>
          <p:cNvPr id="4" name="Diagrama 3">
            <a:extLst>
              <a:ext uri="{FF2B5EF4-FFF2-40B4-BE49-F238E27FC236}">
                <a16:creationId xmlns:a16="http://schemas.microsoft.com/office/drawing/2014/main" id="{10C26E99-0AA2-7A49-0D0C-4EFD3E7258C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424102185"/>
              </p:ext>
            </p:extLst>
          </p:nvPr>
        </p:nvGraphicFramePr>
        <p:xfrm>
          <a:off x="6297385" y="2510643"/>
          <a:ext cx="5709557" cy="216328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2" r:lo="rId13" r:qs="rId14" r:cs="rId15"/>
          </a:graphicData>
        </a:graphic>
      </p:graphicFrame>
      <p:sp>
        <p:nvSpPr>
          <p:cNvPr id="5" name="Retângulo 4">
            <a:extLst>
              <a:ext uri="{FF2B5EF4-FFF2-40B4-BE49-F238E27FC236}">
                <a16:creationId xmlns:a16="http://schemas.microsoft.com/office/drawing/2014/main" id="{17A3997D-241C-4E90-A29A-505CD873E835}"/>
              </a:ext>
            </a:extLst>
          </p:cNvPr>
          <p:cNvSpPr/>
          <p:nvPr/>
        </p:nvSpPr>
        <p:spPr>
          <a:xfrm>
            <a:off x="1" y="4871322"/>
            <a:ext cx="12191999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14350" indent="-514350" algn="just">
              <a:buClr>
                <a:schemeClr val="accent1">
                  <a:lumMod val="75000"/>
                </a:schemeClr>
              </a:buClr>
              <a:buFont typeface="+mj-lt"/>
              <a:buAutoNum type="arabicParenR"/>
            </a:pPr>
            <a:r>
              <a:rPr lang="pt-BR" sz="2800" dirty="0">
                <a:latin typeface="Aptos" panose="020B0004020202020204" pitchFamily="34" charset="0"/>
                <a:cs typeface="Arial" panose="020B0604020202020204" pitchFamily="34" charset="0"/>
              </a:rPr>
              <a:t>A condição de uma substância ser um eletrólito depende do solvente;</a:t>
            </a:r>
          </a:p>
          <a:p>
            <a:pPr marL="514350" indent="-514350" algn="just">
              <a:buClr>
                <a:schemeClr val="accent1">
                  <a:lumMod val="75000"/>
                </a:schemeClr>
              </a:buClr>
              <a:buFont typeface="+mj-lt"/>
              <a:buAutoNum type="arabicParenR"/>
            </a:pPr>
            <a:r>
              <a:rPr lang="pt-BR" sz="2800" dirty="0">
                <a:latin typeface="Aptos" panose="020B0004020202020204" pitchFamily="34" charset="0"/>
                <a:cs typeface="Arial" panose="020B0604020202020204" pitchFamily="34" charset="0"/>
              </a:rPr>
              <a:t>No estado de fusão, a maioria das substâncias conduzirá eletricidade;</a:t>
            </a:r>
          </a:p>
          <a:p>
            <a:pPr marL="514350" indent="-514350" algn="just">
              <a:buClr>
                <a:schemeClr val="accent1">
                  <a:lumMod val="75000"/>
                </a:schemeClr>
              </a:buClr>
              <a:buFont typeface="+mj-lt"/>
              <a:buAutoNum type="arabicParenR"/>
            </a:pPr>
            <a:r>
              <a:rPr lang="pt-BR" sz="2800" dirty="0">
                <a:latin typeface="Aptos" panose="020B0004020202020204" pitchFamily="34" charset="0"/>
                <a:cs typeface="Arial" panose="020B0604020202020204" pitchFamily="34" charset="0"/>
              </a:rPr>
              <a:t>A água quimicamente pura não conduz eletricidade.</a:t>
            </a:r>
          </a:p>
        </p:txBody>
      </p:sp>
    </p:spTree>
    <p:extLst>
      <p:ext uri="{BB962C8B-B14F-4D97-AF65-F5344CB8AC3E}">
        <p14:creationId xmlns:p14="http://schemas.microsoft.com/office/powerpoint/2010/main" val="6691414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EC71BA-83CC-949C-2787-1BB9FAB704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3ACF1A60-FA4A-B113-CFEC-BCE7CDC53C41}"/>
              </a:ext>
            </a:extLst>
          </p:cNvPr>
          <p:cNvSpPr txBox="1"/>
          <p:nvPr/>
        </p:nvSpPr>
        <p:spPr>
          <a:xfrm>
            <a:off x="0" y="16907"/>
            <a:ext cx="1219199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3200" b="1" dirty="0">
                <a:solidFill>
                  <a:schemeClr val="accent1">
                    <a:lumMod val="50000"/>
                  </a:schemeClr>
                </a:solidFill>
                <a:latin typeface="Aptos" panose="020B0004020202020204" pitchFamily="34" charset="0"/>
                <a:cs typeface="Arial" panose="020B0604020202020204" pitchFamily="34" charset="0"/>
              </a:rPr>
              <a:t>Teoria da dissociação eletrolítica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21A0EF86-D948-C204-2C3F-18AC4A19FF56}"/>
              </a:ext>
            </a:extLst>
          </p:cNvPr>
          <p:cNvSpPr/>
          <p:nvPr/>
        </p:nvSpPr>
        <p:spPr>
          <a:xfrm>
            <a:off x="1" y="1905506"/>
            <a:ext cx="12191999" cy="30469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 algn="just">
              <a:buClr>
                <a:schemeClr val="accent1">
                  <a:lumMod val="75000"/>
                </a:schemeClr>
              </a:buClr>
              <a:buFont typeface="Wingdings" panose="05000000000000000000" pitchFamily="2" charset="2"/>
              <a:buChar char="v"/>
            </a:pPr>
            <a:r>
              <a:rPr lang="pt-BR" sz="2400" dirty="0">
                <a:latin typeface="Aptos" panose="020B0004020202020204" pitchFamily="34" charset="0"/>
                <a:cs typeface="Arial" panose="020B0604020202020204" pitchFamily="34" charset="0"/>
              </a:rPr>
              <a:t>Solução de eletrólito, contendo partículas carregadas (íons + ou íon -) conduz corrente;</a:t>
            </a:r>
          </a:p>
          <a:p>
            <a:pPr marL="457200" indent="-457200" algn="just">
              <a:buClr>
                <a:schemeClr val="accent1">
                  <a:lumMod val="75000"/>
                </a:schemeClr>
              </a:buClr>
              <a:buFont typeface="Wingdings" panose="05000000000000000000" pitchFamily="2" charset="2"/>
              <a:buChar char="v"/>
            </a:pPr>
            <a:endParaRPr lang="pt-BR" sz="2400" dirty="0">
              <a:latin typeface="Aptos" panose="020B0004020202020204" pitchFamily="34" charset="0"/>
              <a:cs typeface="Arial" panose="020B0604020202020204" pitchFamily="34" charset="0"/>
            </a:endParaRPr>
          </a:p>
          <a:p>
            <a:pPr marL="457200" indent="-457200" algn="just">
              <a:buClr>
                <a:schemeClr val="accent1">
                  <a:lumMod val="75000"/>
                </a:schemeClr>
              </a:buClr>
              <a:buFont typeface="Wingdings" panose="05000000000000000000" pitchFamily="2" charset="2"/>
              <a:buChar char="v"/>
            </a:pPr>
            <a:r>
              <a:rPr lang="pt-BR" sz="2400" dirty="0">
                <a:latin typeface="Aptos" panose="020B0004020202020204" pitchFamily="34" charset="0"/>
                <a:cs typeface="Arial" panose="020B0604020202020204" pitchFamily="34" charset="0"/>
              </a:rPr>
              <a:t>O número de partículas nesse eletrólito é “n” vezes o no de moléculas dissolvidas;</a:t>
            </a:r>
          </a:p>
          <a:p>
            <a:pPr marL="457200" indent="-457200" algn="just">
              <a:buClr>
                <a:schemeClr val="accent1">
                  <a:lumMod val="75000"/>
                </a:schemeClr>
              </a:buClr>
              <a:buFont typeface="Wingdings" panose="05000000000000000000" pitchFamily="2" charset="2"/>
              <a:buChar char="v"/>
            </a:pPr>
            <a:endParaRPr lang="pt-BR" sz="2400" dirty="0">
              <a:latin typeface="Aptos" panose="020B0004020202020204" pitchFamily="34" charset="0"/>
              <a:cs typeface="Arial" panose="020B0604020202020204" pitchFamily="34" charset="0"/>
            </a:endParaRPr>
          </a:p>
          <a:p>
            <a:pPr marL="457200" indent="-457200" algn="just">
              <a:buClr>
                <a:schemeClr val="accent1">
                  <a:lumMod val="75000"/>
                </a:schemeClr>
              </a:buClr>
              <a:buFont typeface="Wingdings" panose="05000000000000000000" pitchFamily="2" charset="2"/>
              <a:buChar char="v"/>
            </a:pPr>
            <a:r>
              <a:rPr lang="pt-BR" sz="2400" dirty="0" err="1">
                <a:latin typeface="Aptos" panose="020B0004020202020204" pitchFamily="34" charset="0"/>
                <a:cs typeface="Arial" panose="020B0604020202020204" pitchFamily="34" charset="0"/>
              </a:rPr>
              <a:t>Arrhenius</a:t>
            </a:r>
            <a:r>
              <a:rPr lang="pt-BR" sz="2400" dirty="0">
                <a:latin typeface="Aptos" panose="020B0004020202020204" pitchFamily="34" charset="0"/>
                <a:cs typeface="Arial" panose="020B0604020202020204" pitchFamily="34" charset="0"/>
              </a:rPr>
              <a:t> (1887) → Teoria da Dissociação Eletrolítica</a:t>
            </a:r>
          </a:p>
          <a:p>
            <a:pPr algn="ctr">
              <a:buClr>
                <a:schemeClr val="accent1">
                  <a:lumMod val="75000"/>
                </a:schemeClr>
              </a:buClr>
            </a:pPr>
            <a:endParaRPr lang="pt-BR" sz="2400" b="1" dirty="0">
              <a:solidFill>
                <a:schemeClr val="accent1">
                  <a:lumMod val="50000"/>
                </a:schemeClr>
              </a:solidFill>
              <a:latin typeface="Aptos" panose="020B0004020202020204" pitchFamily="34" charset="0"/>
              <a:cs typeface="Arial" panose="020B0604020202020204" pitchFamily="34" charset="0"/>
            </a:endParaRPr>
          </a:p>
          <a:p>
            <a:pPr algn="ctr">
              <a:buClr>
                <a:schemeClr val="accent1">
                  <a:lumMod val="75000"/>
                </a:schemeClr>
              </a:buClr>
            </a:pPr>
            <a:r>
              <a:rPr lang="pt-BR" sz="2400" b="1" dirty="0">
                <a:solidFill>
                  <a:schemeClr val="accent1">
                    <a:lumMod val="50000"/>
                  </a:schemeClr>
                </a:solidFill>
                <a:latin typeface="Aptos" panose="020B0004020202020204" pitchFamily="34" charset="0"/>
                <a:cs typeface="Arial" panose="020B0604020202020204" pitchFamily="34" charset="0"/>
              </a:rPr>
              <a:t>As moléculas de um eletrólito são dissociadas em átomos ou agrupamentos de átomos carregados (íons), os quais conduzem corrente elétrica</a:t>
            </a:r>
          </a:p>
        </p:txBody>
      </p:sp>
    </p:spTree>
    <p:extLst>
      <p:ext uri="{BB962C8B-B14F-4D97-AF65-F5344CB8AC3E}">
        <p14:creationId xmlns:p14="http://schemas.microsoft.com/office/powerpoint/2010/main" val="41525280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7ACF6F15-39A0-7C2F-4FE7-99683A59B9F7}"/>
              </a:ext>
            </a:extLst>
          </p:cNvPr>
          <p:cNvSpPr txBox="1"/>
          <p:nvPr/>
        </p:nvSpPr>
        <p:spPr>
          <a:xfrm>
            <a:off x="0" y="16907"/>
            <a:ext cx="1219199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3200" b="1" dirty="0">
                <a:solidFill>
                  <a:schemeClr val="accent1">
                    <a:lumMod val="50000"/>
                  </a:schemeClr>
                </a:solidFill>
                <a:latin typeface="Aptos" panose="020B0004020202020204" pitchFamily="34" charset="0"/>
                <a:cs typeface="Arial" panose="020B0604020202020204" pitchFamily="34" charset="0"/>
              </a:rPr>
              <a:t>Teoria da dissociação eletrolítica</a:t>
            </a:r>
          </a:p>
        </p:txBody>
      </p:sp>
      <p:graphicFrame>
        <p:nvGraphicFramePr>
          <p:cNvPr id="10" name="Diagrama 9">
            <a:extLst>
              <a:ext uri="{FF2B5EF4-FFF2-40B4-BE49-F238E27FC236}">
                <a16:creationId xmlns:a16="http://schemas.microsoft.com/office/drawing/2014/main" id="{11E9887F-3D79-CD31-1A98-6F195AAD127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154267888"/>
              </p:ext>
            </p:extLst>
          </p:nvPr>
        </p:nvGraphicFramePr>
        <p:xfrm>
          <a:off x="380999" y="660674"/>
          <a:ext cx="11636830" cy="249618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" name="Retângulo 2">
            <a:extLst>
              <a:ext uri="{FF2B5EF4-FFF2-40B4-BE49-F238E27FC236}">
                <a16:creationId xmlns:a16="http://schemas.microsoft.com/office/drawing/2014/main" id="{0BF907CF-0D0C-4D7F-E924-DDE3660E48C1}"/>
              </a:ext>
            </a:extLst>
          </p:cNvPr>
          <p:cNvSpPr/>
          <p:nvPr/>
        </p:nvSpPr>
        <p:spPr>
          <a:xfrm>
            <a:off x="7892143" y="3701144"/>
            <a:ext cx="3320144" cy="156966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pt-BR" sz="2400" b="1" dirty="0">
                <a:solidFill>
                  <a:schemeClr val="accent1">
                    <a:lumMod val="50000"/>
                  </a:schemeClr>
                </a:solidFill>
                <a:latin typeface="Aptos" panose="020B0004020202020204" pitchFamily="34" charset="0"/>
              </a:rPr>
              <a:t>Para que haja a solvatação é necessário que haja dissociação</a:t>
            </a:r>
          </a:p>
        </p:txBody>
      </p:sp>
      <p:pic>
        <p:nvPicPr>
          <p:cNvPr id="1026" name="Picture 2" descr="Desenhe a estrutura do NaCl no estado sólido e no">
            <a:extLst>
              <a:ext uri="{FF2B5EF4-FFF2-40B4-BE49-F238E27FC236}">
                <a16:creationId xmlns:a16="http://schemas.microsoft.com/office/drawing/2014/main" id="{AF410903-FF15-E47A-CF9A-F78B8C3E1F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5544" y="3284641"/>
            <a:ext cx="6344902" cy="24026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356093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70CE1E-C987-BB8C-3DB4-36671B848B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8773FC07-BAB7-628E-8EAF-CDB7C11C4750}"/>
              </a:ext>
            </a:extLst>
          </p:cNvPr>
          <p:cNvSpPr txBox="1"/>
          <p:nvPr/>
        </p:nvSpPr>
        <p:spPr>
          <a:xfrm>
            <a:off x="0" y="16907"/>
            <a:ext cx="1219199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3200" b="1" dirty="0">
                <a:solidFill>
                  <a:schemeClr val="accent1">
                    <a:lumMod val="50000"/>
                  </a:schemeClr>
                </a:solidFill>
                <a:latin typeface="Aptos" panose="020B0004020202020204" pitchFamily="34" charset="0"/>
                <a:cs typeface="Arial" panose="020B0604020202020204" pitchFamily="34" charset="0"/>
              </a:rPr>
              <a:t>Teoria da dissociação eletrolítica</a:t>
            </a:r>
          </a:p>
        </p:txBody>
      </p:sp>
      <p:graphicFrame>
        <p:nvGraphicFramePr>
          <p:cNvPr id="10" name="Diagrama 9">
            <a:extLst>
              <a:ext uri="{FF2B5EF4-FFF2-40B4-BE49-F238E27FC236}">
                <a16:creationId xmlns:a16="http://schemas.microsoft.com/office/drawing/2014/main" id="{DBDA9761-A7EF-618E-EAA4-2BFB2C8292E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284725863"/>
              </p:ext>
            </p:extLst>
          </p:nvPr>
        </p:nvGraphicFramePr>
        <p:xfrm>
          <a:off x="163285" y="548272"/>
          <a:ext cx="11636830" cy="191588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Retângulo 3">
            <a:extLst>
              <a:ext uri="{FF2B5EF4-FFF2-40B4-BE49-F238E27FC236}">
                <a16:creationId xmlns:a16="http://schemas.microsoft.com/office/drawing/2014/main" id="{13ABE79E-78EC-8BFA-1595-CFF87C98D7FE}"/>
              </a:ext>
            </a:extLst>
          </p:cNvPr>
          <p:cNvSpPr/>
          <p:nvPr/>
        </p:nvSpPr>
        <p:spPr>
          <a:xfrm>
            <a:off x="-1" y="4519889"/>
            <a:ext cx="12191999" cy="2246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buClr>
                <a:schemeClr val="accent1">
                  <a:lumMod val="75000"/>
                </a:schemeClr>
              </a:buClr>
            </a:pPr>
            <a:r>
              <a:rPr lang="pt-BR" sz="2800" dirty="0">
                <a:latin typeface="Aptos" panose="020B0004020202020204" pitchFamily="34" charset="0"/>
                <a:cs typeface="Arial" panose="020B0604020202020204" pitchFamily="34" charset="0"/>
              </a:rPr>
              <a:t>O equilíbrio de solvatação resulta de:</a:t>
            </a:r>
          </a:p>
          <a:p>
            <a:pPr marL="514350" indent="-514350" algn="just">
              <a:buClr>
                <a:schemeClr val="accent1">
                  <a:lumMod val="75000"/>
                </a:schemeClr>
              </a:buClr>
              <a:buFont typeface="+mj-lt"/>
              <a:buAutoNum type="arabicParenR"/>
            </a:pPr>
            <a:r>
              <a:rPr lang="pt-BR" sz="2800" dirty="0">
                <a:latin typeface="Aptos" panose="020B0004020202020204" pitchFamily="34" charset="0"/>
                <a:cs typeface="Arial" panose="020B0604020202020204" pitchFamily="34" charset="0"/>
              </a:rPr>
              <a:t>Polaridade das moléculas do solvente;</a:t>
            </a:r>
          </a:p>
          <a:p>
            <a:pPr marL="514350" indent="-514350" algn="just">
              <a:buClr>
                <a:schemeClr val="accent1">
                  <a:lumMod val="75000"/>
                </a:schemeClr>
              </a:buClr>
              <a:buFont typeface="+mj-lt"/>
              <a:buAutoNum type="arabicParenR"/>
            </a:pPr>
            <a:r>
              <a:rPr lang="pt-BR" sz="2800" dirty="0">
                <a:latin typeface="Aptos" panose="020B0004020202020204" pitchFamily="34" charset="0"/>
                <a:cs typeface="Arial" panose="020B0604020202020204" pitchFamily="34" charset="0"/>
              </a:rPr>
              <a:t>Carga ou polaridade dos corpos dissociados;</a:t>
            </a:r>
          </a:p>
          <a:p>
            <a:pPr marL="514350" indent="-514350" algn="just">
              <a:buClr>
                <a:schemeClr val="accent1">
                  <a:lumMod val="75000"/>
                </a:schemeClr>
              </a:buClr>
              <a:buFont typeface="+mj-lt"/>
              <a:buAutoNum type="arabicParenR"/>
            </a:pPr>
            <a:r>
              <a:rPr lang="pt-BR" sz="2800" dirty="0">
                <a:latin typeface="Aptos" panose="020B0004020202020204" pitchFamily="34" charset="0"/>
                <a:cs typeface="Arial" panose="020B0604020202020204" pitchFamily="34" charset="0"/>
              </a:rPr>
              <a:t>Natureza da ligação no composto </a:t>
            </a:r>
            <a:r>
              <a:rPr lang="pt-BR" sz="2800" dirty="0" err="1">
                <a:latin typeface="Aptos" panose="020B0004020202020204" pitchFamily="34" charset="0"/>
                <a:cs typeface="Arial" panose="020B0604020202020204" pitchFamily="34" charset="0"/>
              </a:rPr>
              <a:t>solvatado</a:t>
            </a:r>
            <a:r>
              <a:rPr lang="pt-BR" sz="2800" dirty="0">
                <a:latin typeface="Aptos" panose="020B0004020202020204" pitchFamily="34" charset="0"/>
                <a:cs typeface="Arial" panose="020B0604020202020204" pitchFamily="34" charset="0"/>
              </a:rPr>
              <a:t> → constante dielétrica</a:t>
            </a:r>
          </a:p>
          <a:p>
            <a:pPr marL="514350" indent="-514350" algn="just">
              <a:buClr>
                <a:schemeClr val="accent1">
                  <a:lumMod val="75000"/>
                </a:schemeClr>
              </a:buClr>
              <a:buFont typeface="+mj-lt"/>
              <a:buAutoNum type="arabicParenR"/>
            </a:pPr>
            <a:endParaRPr lang="pt-BR" sz="2800" dirty="0">
              <a:latin typeface="Aptos" panose="020B00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052" name="Picture 4">
            <a:extLst>
              <a:ext uri="{FF2B5EF4-FFF2-40B4-BE49-F238E27FC236}">
                <a16:creationId xmlns:a16="http://schemas.microsoft.com/office/drawing/2014/main" id="{C3554C90-6649-F197-6C2C-5C2E259E1FE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02873" y="2188019"/>
            <a:ext cx="6986249" cy="22058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816687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3107B2-B1DA-722F-4174-650BDA83EA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6DC32B5A-D751-781A-6514-A3842EDA6EE9}"/>
              </a:ext>
            </a:extLst>
          </p:cNvPr>
          <p:cNvSpPr txBox="1"/>
          <p:nvPr/>
        </p:nvSpPr>
        <p:spPr>
          <a:xfrm>
            <a:off x="0" y="16907"/>
            <a:ext cx="1219199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3200" b="1" dirty="0">
                <a:solidFill>
                  <a:schemeClr val="accent1">
                    <a:lumMod val="50000"/>
                  </a:schemeClr>
                </a:solidFill>
                <a:latin typeface="Aptos" panose="020B0004020202020204" pitchFamily="34" charset="0"/>
                <a:cs typeface="Arial" panose="020B0604020202020204" pitchFamily="34" charset="0"/>
              </a:rPr>
              <a:t>Teoria da dissociação eletrolítica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1D4D64F4-DC74-9E3C-FD8A-0E1C4561103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7617" y="856337"/>
            <a:ext cx="11336762" cy="39914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25400">
            <a:solidFill>
              <a:schemeClr val="accent1">
                <a:lumMod val="75000"/>
              </a:schemeClr>
            </a:solidFill>
            <a:prstDash val="solid"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just">
              <a:lnSpc>
                <a:spcPct val="80000"/>
              </a:lnSpc>
            </a:pPr>
            <a:r>
              <a:rPr lang="pt-BR" sz="2400" b="1" dirty="0">
                <a:solidFill>
                  <a:schemeClr val="accent1">
                    <a:lumMod val="50000"/>
                  </a:schemeClr>
                </a:solidFill>
                <a:latin typeface="Aptos" panose="020B0004020202020204" pitchFamily="34" charset="0"/>
              </a:rPr>
              <a:t>Grau de dissociação (</a:t>
            </a:r>
            <a:r>
              <a:rPr lang="el-GR" sz="2400" b="1" dirty="0">
                <a:solidFill>
                  <a:schemeClr val="accent1">
                    <a:lumMod val="50000"/>
                  </a:schemeClr>
                </a:solidFill>
                <a:latin typeface="Aptos" panose="020B0004020202020204" pitchFamily="34" charset="0"/>
              </a:rPr>
              <a:t>α</a:t>
            </a:r>
            <a:r>
              <a:rPr lang="pt-BR" sz="2400" b="1" dirty="0">
                <a:solidFill>
                  <a:schemeClr val="accent1">
                    <a:lumMod val="50000"/>
                  </a:schemeClr>
                </a:solidFill>
                <a:latin typeface="Aptos" panose="020B0004020202020204" pitchFamily="34" charset="0"/>
              </a:rPr>
              <a:t>): </a:t>
            </a:r>
            <a:r>
              <a:rPr lang="pt-BR" sz="2400" dirty="0">
                <a:latin typeface="Aptos" panose="020B0004020202020204" pitchFamily="34" charset="0"/>
              </a:rPr>
              <a:t>Mede a dissociação das moléculas em solução.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CaixaDeTexto 6">
                <a:extLst>
                  <a:ext uri="{FF2B5EF4-FFF2-40B4-BE49-F238E27FC236}">
                    <a16:creationId xmlns:a16="http://schemas.microsoft.com/office/drawing/2014/main" id="{6D4668FC-DB7E-E6B0-F6CF-F27331F45E8D}"/>
                  </a:ext>
                </a:extLst>
              </p:cNvPr>
              <p:cNvSpPr txBox="1"/>
              <p:nvPr/>
            </p:nvSpPr>
            <p:spPr>
              <a:xfrm>
                <a:off x="1892377" y="1646617"/>
                <a:ext cx="4517571" cy="80355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4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𝛼</m:t>
                      </m:r>
                      <m:r>
                        <a:rPr lang="pt-BR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pt-BR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pt-BR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p>
                              <m:r>
                                <a:rPr lang="pt-BR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𝑜</m:t>
                              </m:r>
                            </m:sup>
                          </m:sSup>
                          <m:r>
                            <a:rPr lang="pt-BR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a:rPr lang="pt-BR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𝑚𝑜𝑙</m:t>
                          </m:r>
                          <m:r>
                            <a:rPr lang="pt-BR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é</m:t>
                          </m:r>
                          <m:r>
                            <a:rPr lang="pt-BR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𝑐𝑢𝑙𝑎𝑠</m:t>
                          </m:r>
                          <m:r>
                            <a:rPr lang="pt-BR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a:rPr lang="pt-BR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𝑑𝑖𝑠𝑠𝑜𝑐𝑖𝑎𝑑𝑎𝑠</m:t>
                          </m:r>
                        </m:num>
                        <m:den>
                          <m:sSup>
                            <m:sSupPr>
                              <m:ctrlPr>
                                <a:rPr lang="pt-BR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pt-BR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p>
                              <m:r>
                                <a:rPr lang="pt-BR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𝑜</m:t>
                              </m:r>
                            </m:sup>
                          </m:sSup>
                          <m:r>
                            <a:rPr lang="pt-BR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a:rPr lang="pt-BR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𝑡𝑜𝑡𝑎𝑙</m:t>
                          </m:r>
                          <m:r>
                            <a:rPr lang="pt-BR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a:rPr lang="pt-BR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𝑑𝑒</m:t>
                          </m:r>
                          <m:r>
                            <a:rPr lang="pt-BR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a:rPr lang="pt-BR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𝑚𝑜𝑙</m:t>
                          </m:r>
                          <m:r>
                            <a:rPr lang="pt-BR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é</m:t>
                          </m:r>
                          <m:r>
                            <a:rPr lang="pt-BR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𝑐𝑢𝑙𝑎𝑠</m:t>
                          </m:r>
                        </m:den>
                      </m:f>
                    </m:oMath>
                  </m:oMathPara>
                </a14:m>
                <a:endParaRPr lang="pt-BR" sz="2400" dirty="0"/>
              </a:p>
            </p:txBody>
          </p:sp>
        </mc:Choice>
        <mc:Fallback xmlns="">
          <p:sp>
            <p:nvSpPr>
              <p:cNvPr id="7" name="CaixaDeTexto 6">
                <a:extLst>
                  <a:ext uri="{FF2B5EF4-FFF2-40B4-BE49-F238E27FC236}">
                    <a16:creationId xmlns:a16="http://schemas.microsoft.com/office/drawing/2014/main" id="{6D4668FC-DB7E-E6B0-F6CF-F27331F45E8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92377" y="1646617"/>
                <a:ext cx="4517571" cy="803553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Rectangle 3">
            <a:extLst>
              <a:ext uri="{FF2B5EF4-FFF2-40B4-BE49-F238E27FC236}">
                <a16:creationId xmlns:a16="http://schemas.microsoft.com/office/drawing/2014/main" id="{980279CB-BFF2-1CCB-CB46-D143020FC7F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79343" y="1764419"/>
            <a:ext cx="2520280" cy="5679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 algn="ctr" eaLnBrk="1" hangingPunct="1">
              <a:buNone/>
            </a:pPr>
            <a:r>
              <a:rPr lang="pt-BR" altLang="pt-BR" sz="2400" kern="0" dirty="0">
                <a:latin typeface="Aptos" panose="020B0004020202020204" pitchFamily="34" charset="0"/>
              </a:rPr>
              <a:t>onde 0 &lt; </a:t>
            </a:r>
            <a:r>
              <a:rPr lang="pt-BR" altLang="pt-BR" sz="2400" kern="0" dirty="0">
                <a:latin typeface="Aptos" panose="020B0004020202020204" pitchFamily="34" charset="0"/>
                <a:sym typeface="Symbol" panose="05050102010706020507" pitchFamily="18" charset="2"/>
              </a:rPr>
              <a:t>  1</a:t>
            </a:r>
            <a:endParaRPr lang="pt-BR" altLang="pt-BR" sz="2400" kern="0" dirty="0">
              <a:latin typeface="Aptos" panose="020B0004020202020204" pitchFamily="34" charset="0"/>
            </a:endParaRP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B3A9E417-C41D-16D8-91DB-78A3E7191976}"/>
              </a:ext>
            </a:extLst>
          </p:cNvPr>
          <p:cNvSpPr/>
          <p:nvPr/>
        </p:nvSpPr>
        <p:spPr>
          <a:xfrm>
            <a:off x="-2" y="2884337"/>
            <a:ext cx="12191999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 algn="just">
              <a:buClr>
                <a:schemeClr val="accent1">
                  <a:lumMod val="75000"/>
                </a:schemeClr>
              </a:buClr>
              <a:buFont typeface="Wingdings" panose="05000000000000000000" pitchFamily="2" charset="2"/>
              <a:buChar char="v"/>
            </a:pPr>
            <a:r>
              <a:rPr lang="pt-BR" sz="2400" dirty="0">
                <a:latin typeface="Aptos" panose="020B0004020202020204" pitchFamily="34" charset="0"/>
                <a:cs typeface="Arial" panose="020B0604020202020204" pitchFamily="34" charset="0"/>
              </a:rPr>
              <a:t>Varia com o grau de diluição:</a:t>
            </a:r>
          </a:p>
          <a:p>
            <a:pPr marL="457200" indent="-457200" algn="just">
              <a:buClr>
                <a:schemeClr val="accent1">
                  <a:lumMod val="75000"/>
                </a:schemeClr>
              </a:buClr>
              <a:buFont typeface="Wingdings" panose="05000000000000000000" pitchFamily="2" charset="2"/>
              <a:buChar char="v"/>
            </a:pPr>
            <a:endParaRPr lang="pt-BR" sz="2400" dirty="0">
              <a:latin typeface="Aptos" panose="020B0004020202020204" pitchFamily="34" charset="0"/>
              <a:cs typeface="Arial" panose="020B0604020202020204" pitchFamily="34" charset="0"/>
            </a:endParaRPr>
          </a:p>
          <a:p>
            <a:pPr algn="ctr">
              <a:buClr>
                <a:schemeClr val="accent1">
                  <a:lumMod val="75000"/>
                </a:schemeClr>
              </a:buClr>
            </a:pPr>
            <a:r>
              <a:rPr lang="pt-BR" sz="2400" b="1" dirty="0">
                <a:solidFill>
                  <a:schemeClr val="accent1">
                    <a:lumMod val="50000"/>
                  </a:schemeClr>
                </a:solidFill>
                <a:latin typeface="Aptos" panose="020B0004020202020204" pitchFamily="34" charset="0"/>
                <a:cs typeface="Arial" panose="020B0604020202020204" pitchFamily="34" charset="0"/>
              </a:rPr>
              <a:t>↑ Diluição → ↑ </a:t>
            </a:r>
            <a:r>
              <a:rPr lang="pt-BR" altLang="pt-BR" sz="2400" b="1" kern="0" dirty="0">
                <a:solidFill>
                  <a:schemeClr val="accent1">
                    <a:lumMod val="50000"/>
                  </a:schemeClr>
                </a:solidFill>
                <a:latin typeface="Aptos" panose="020B0004020202020204" pitchFamily="34" charset="0"/>
                <a:sym typeface="Symbol" panose="05050102010706020507" pitchFamily="18" charset="2"/>
              </a:rPr>
              <a:t></a:t>
            </a:r>
          </a:p>
          <a:p>
            <a:pPr algn="ctr">
              <a:buClr>
                <a:schemeClr val="accent1">
                  <a:lumMod val="75000"/>
                </a:schemeClr>
              </a:buClr>
            </a:pPr>
            <a:endParaRPr lang="pt-BR" sz="2400" b="1" dirty="0">
              <a:solidFill>
                <a:schemeClr val="accent1">
                  <a:lumMod val="50000"/>
                </a:schemeClr>
              </a:solidFill>
              <a:latin typeface="Aptos" panose="020B0004020202020204" pitchFamily="34" charset="0"/>
              <a:cs typeface="Arial" panose="020B0604020202020204" pitchFamily="34" charset="0"/>
            </a:endParaRPr>
          </a:p>
          <a:p>
            <a:pPr marL="457200" indent="-457200" algn="just">
              <a:buClr>
                <a:schemeClr val="accent1">
                  <a:lumMod val="75000"/>
                </a:schemeClr>
              </a:buClr>
              <a:buFont typeface="Wingdings" panose="05000000000000000000" pitchFamily="2" charset="2"/>
              <a:buChar char="v"/>
            </a:pPr>
            <a:r>
              <a:rPr lang="pt-BR" sz="2400" dirty="0">
                <a:latin typeface="Aptos" panose="020B0004020202020204" pitchFamily="34" charset="0"/>
                <a:cs typeface="Arial" panose="020B0604020202020204" pitchFamily="34" charset="0"/>
              </a:rPr>
              <a:t>Relaciona-se com a condutividade molar (</a:t>
            </a:r>
            <a:r>
              <a:rPr lang="pt-BR" altLang="pt-BR" sz="2400" dirty="0">
                <a:latin typeface="Aptos" panose="020B0004020202020204" pitchFamily="34" charset="0"/>
                <a:sym typeface="Symbol" panose="05050102010706020507" pitchFamily="18" charset="2"/>
              </a:rPr>
              <a:t></a:t>
            </a:r>
            <a:r>
              <a:rPr lang="pt-BR" altLang="pt-BR" sz="2400" dirty="0">
                <a:latin typeface="Aptos" panose="020B00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):</a:t>
            </a:r>
          </a:p>
          <a:p>
            <a:pPr marL="457200" indent="-457200" algn="just">
              <a:buClr>
                <a:schemeClr val="accent1">
                  <a:lumMod val="75000"/>
                </a:schemeClr>
              </a:buClr>
              <a:buFont typeface="Wingdings" panose="05000000000000000000" pitchFamily="2" charset="2"/>
              <a:buChar char="v"/>
            </a:pPr>
            <a:endParaRPr lang="pt-BR" sz="2400" dirty="0">
              <a:latin typeface="Aptos" panose="020B0004020202020204" pitchFamily="34" charset="0"/>
              <a:cs typeface="Arial" panose="020B0604020202020204" pitchFamily="34" charset="0"/>
              <a:sym typeface="Symbol" panose="05050102010706020507" pitchFamily="18" charset="2"/>
            </a:endParaRPr>
          </a:p>
          <a:p>
            <a:pPr>
              <a:buClr>
                <a:schemeClr val="accent1">
                  <a:lumMod val="75000"/>
                </a:schemeClr>
              </a:buClr>
            </a:pPr>
            <a:r>
              <a:rPr lang="pt-BR" sz="2400" b="1" dirty="0">
                <a:solidFill>
                  <a:schemeClr val="accent1">
                    <a:lumMod val="50000"/>
                  </a:schemeClr>
                </a:solidFill>
                <a:latin typeface="Aptos" panose="020B0004020202020204" pitchFamily="34" charset="0"/>
                <a:cs typeface="Arial" panose="020B0604020202020204" pitchFamily="34" charset="0"/>
              </a:rPr>
              <a:t>                                          ↑ </a:t>
            </a:r>
            <a:r>
              <a:rPr lang="pt-BR" altLang="pt-BR" sz="2400" b="1" kern="0" dirty="0">
                <a:solidFill>
                  <a:schemeClr val="accent1">
                    <a:lumMod val="50000"/>
                  </a:schemeClr>
                </a:solidFill>
                <a:latin typeface="Aptos" panose="020B0004020202020204" pitchFamily="34" charset="0"/>
                <a:sym typeface="Symbol" panose="05050102010706020507" pitchFamily="18" charset="2"/>
              </a:rPr>
              <a:t></a:t>
            </a:r>
            <a:r>
              <a:rPr lang="pt-BR" sz="2400" b="1" dirty="0">
                <a:solidFill>
                  <a:schemeClr val="accent1">
                    <a:lumMod val="50000"/>
                  </a:schemeClr>
                </a:solidFill>
                <a:latin typeface="Aptos" panose="020B0004020202020204" pitchFamily="34" charset="0"/>
                <a:cs typeface="Arial" panose="020B0604020202020204" pitchFamily="34" charset="0"/>
              </a:rPr>
              <a:t> → ↑ </a:t>
            </a:r>
            <a:r>
              <a:rPr lang="pt-BR" altLang="pt-BR" sz="2400" b="1" kern="0" dirty="0">
                <a:solidFill>
                  <a:schemeClr val="accent1">
                    <a:lumMod val="50000"/>
                  </a:schemeClr>
                </a:solidFill>
                <a:latin typeface="Aptos" panose="020B0004020202020204" pitchFamily="34" charset="0"/>
                <a:sym typeface="Symbol" panose="05050102010706020507" pitchFamily="18" charset="2"/>
              </a:rPr>
              <a:t></a:t>
            </a:r>
            <a:endParaRPr lang="pt-BR" sz="2400" dirty="0">
              <a:latin typeface="Aptos" panose="020B0004020202020204" pitchFamily="34" charset="0"/>
              <a:cs typeface="Arial" panose="020B0604020202020204" pitchFamily="34" charset="0"/>
            </a:endParaRPr>
          </a:p>
          <a:p>
            <a:pPr marL="457200" indent="-457200" algn="just">
              <a:buClr>
                <a:schemeClr val="accent1">
                  <a:lumMod val="75000"/>
                </a:schemeClr>
              </a:buClr>
              <a:buFont typeface="Wingdings" panose="05000000000000000000" pitchFamily="2" charset="2"/>
              <a:buChar char="v"/>
            </a:pPr>
            <a:endParaRPr lang="pt-BR" sz="2400" dirty="0">
              <a:latin typeface="Aptos" panose="020B0004020202020204" pitchFamily="34" charset="0"/>
              <a:cs typeface="Arial" panose="020B0604020202020204" pitchFamily="34" charset="0"/>
            </a:endParaRPr>
          </a:p>
          <a:p>
            <a:pPr algn="ctr">
              <a:buClr>
                <a:schemeClr val="accent1">
                  <a:lumMod val="75000"/>
                </a:schemeClr>
              </a:buClr>
            </a:pPr>
            <a:endParaRPr lang="pt-BR" sz="2400" b="1" dirty="0">
              <a:solidFill>
                <a:schemeClr val="accent1">
                  <a:lumMod val="50000"/>
                </a:schemeClr>
              </a:solidFill>
              <a:latin typeface="Aptos" panose="020B00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654DF4E4-A433-9FEE-0CA0-4A1F325E823C}"/>
              </a:ext>
            </a:extLst>
          </p:cNvPr>
          <p:cNvSpPr/>
          <p:nvPr/>
        </p:nvSpPr>
        <p:spPr>
          <a:xfrm>
            <a:off x="6811379" y="4642668"/>
            <a:ext cx="5206450" cy="46166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 algn="just"/>
            <a:r>
              <a:rPr lang="pt-BR" altLang="pt-BR" sz="2400" b="1" dirty="0">
                <a:latin typeface="Aptos" panose="020B0004020202020204" pitchFamily="34" charset="0"/>
              </a:rPr>
              <a:t>Quando </a:t>
            </a:r>
            <a:r>
              <a:rPr lang="pt-BR" altLang="pt-BR" sz="2400" b="1" kern="0" dirty="0">
                <a:solidFill>
                  <a:schemeClr val="accent1">
                    <a:lumMod val="50000"/>
                  </a:schemeClr>
                </a:solidFill>
                <a:latin typeface="Aptos" panose="020B0004020202020204" pitchFamily="34" charset="0"/>
                <a:sym typeface="Symbol" panose="05050102010706020507" pitchFamily="18" charset="2"/>
              </a:rPr>
              <a:t></a:t>
            </a:r>
            <a:r>
              <a:rPr lang="pt-BR" sz="2400" b="1" dirty="0">
                <a:solidFill>
                  <a:schemeClr val="accent1">
                    <a:lumMod val="50000"/>
                  </a:schemeClr>
                </a:solidFill>
                <a:latin typeface="Aptos" panose="020B0004020202020204" pitchFamily="34" charset="0"/>
                <a:cs typeface="Arial" panose="020B0604020202020204" pitchFamily="34" charset="0"/>
              </a:rPr>
              <a:t> → </a:t>
            </a:r>
            <a:r>
              <a:rPr lang="pt-BR" sz="2400" b="1" dirty="0">
                <a:solidFill>
                  <a:schemeClr val="accent1">
                    <a:lumMod val="50000"/>
                  </a:schemeClr>
                </a:solidFill>
                <a:latin typeface="Aptos" panose="020B00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:</a:t>
            </a:r>
            <a:r>
              <a:rPr lang="pt-BR" altLang="pt-BR" sz="2400" kern="0" dirty="0">
                <a:latin typeface="Aptos" panose="020B0004020202020204" pitchFamily="34" charset="0"/>
                <a:sym typeface="Symbol" panose="05050102010706020507" pitchFamily="18" charset="2"/>
              </a:rPr>
              <a:t> dissociação completa</a:t>
            </a:r>
            <a:r>
              <a:rPr lang="pt-BR" altLang="pt-BR" sz="2400" b="1" dirty="0">
                <a:latin typeface="Aptos" panose="020B0004020202020204" pitchFamily="34" charset="0"/>
                <a:sym typeface="Symbol" panose="05050102010706020507" pitchFamily="18" charset="2"/>
              </a:rPr>
              <a:t> </a:t>
            </a:r>
            <a:endParaRPr lang="pt-BR" altLang="pt-BR" sz="2400" b="1" dirty="0">
              <a:latin typeface="Aptos" panose="020B00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CaixaDeTexto 10">
                <a:extLst>
                  <a:ext uri="{FF2B5EF4-FFF2-40B4-BE49-F238E27FC236}">
                    <a16:creationId xmlns:a16="http://schemas.microsoft.com/office/drawing/2014/main" id="{E9F930DD-5C83-49A0-ED01-714F16ADB55D}"/>
                  </a:ext>
                </a:extLst>
              </p:cNvPr>
              <p:cNvSpPr txBox="1"/>
              <p:nvPr/>
            </p:nvSpPr>
            <p:spPr>
              <a:xfrm>
                <a:off x="7155818" y="5168643"/>
                <a:ext cx="4517571" cy="8475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4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𝛼</m:t>
                      </m:r>
                      <m:r>
                        <a:rPr lang="pt-BR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Symbol" panose="05050102010706020507" pitchFamily="18" charset="2"/>
                            </a:rPr>
                            <m:t></m:t>
                          </m:r>
                        </m:num>
                        <m:den>
                          <m:sSub>
                            <m:sSubPr>
                              <m:ctrlPr>
                                <a:rPr lang="pt-BR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sym typeface="Symbol" panose="05050102010706020507" pitchFamily="18" charset="2"/>
                                </a:rPr>
                                <m:t></m:t>
                              </m:r>
                            </m:e>
                            <m:sub>
                              <m:r>
                                <a:rPr lang="pt-BR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∞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pt-BR" sz="2400" dirty="0"/>
              </a:p>
            </p:txBody>
          </p:sp>
        </mc:Choice>
        <mc:Fallback xmlns="">
          <p:sp>
            <p:nvSpPr>
              <p:cNvPr id="11" name="CaixaDeTexto 10">
                <a:extLst>
                  <a:ext uri="{FF2B5EF4-FFF2-40B4-BE49-F238E27FC236}">
                    <a16:creationId xmlns:a16="http://schemas.microsoft.com/office/drawing/2014/main" id="{E9F930DD-5C83-49A0-ED01-714F16ADB55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55818" y="5168643"/>
                <a:ext cx="4517571" cy="84754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346851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1B6F59-85E4-9FC4-0681-218F59FEB9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AD103648-EBBD-5452-AEA5-B3D522844A10}"/>
              </a:ext>
            </a:extLst>
          </p:cNvPr>
          <p:cNvSpPr txBox="1"/>
          <p:nvPr/>
        </p:nvSpPr>
        <p:spPr>
          <a:xfrm>
            <a:off x="0" y="16907"/>
            <a:ext cx="1219199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3200" b="1" dirty="0">
                <a:solidFill>
                  <a:schemeClr val="accent1">
                    <a:lumMod val="50000"/>
                  </a:schemeClr>
                </a:solidFill>
                <a:latin typeface="Aptos" panose="020B0004020202020204" pitchFamily="34" charset="0"/>
                <a:cs typeface="Arial" panose="020B0604020202020204" pitchFamily="34" charset="0"/>
              </a:rPr>
              <a:t>Teoria da dissociação eletrolítica</a:t>
            </a: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F2AA354F-3181-8994-095A-14810F424FFB}"/>
              </a:ext>
            </a:extLst>
          </p:cNvPr>
          <p:cNvSpPr/>
          <p:nvPr/>
        </p:nvSpPr>
        <p:spPr>
          <a:xfrm>
            <a:off x="-1" y="905313"/>
            <a:ext cx="12191999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 algn="just">
              <a:buClr>
                <a:schemeClr val="accent1">
                  <a:lumMod val="75000"/>
                </a:schemeClr>
              </a:buClr>
              <a:buFont typeface="Wingdings" panose="05000000000000000000" pitchFamily="2" charset="2"/>
              <a:buChar char="v"/>
            </a:pPr>
            <a:r>
              <a:rPr lang="pt-BR" sz="2400" dirty="0">
                <a:latin typeface="Aptos" panose="020B0004020202020204" pitchFamily="34" charset="0"/>
                <a:cs typeface="Arial" panose="020B0604020202020204" pitchFamily="34" charset="0"/>
              </a:rPr>
              <a:t>Valores de condutividade molar (</a:t>
            </a:r>
            <a:r>
              <a:rPr lang="pt-BR" altLang="pt-BR" sz="2400" dirty="0">
                <a:latin typeface="Aptos" panose="020B0004020202020204" pitchFamily="34" charset="0"/>
                <a:sym typeface="Symbol" panose="05050102010706020507" pitchFamily="18" charset="2"/>
              </a:rPr>
              <a:t></a:t>
            </a:r>
            <a:r>
              <a:rPr lang="pt-BR" altLang="pt-BR" sz="2400" dirty="0">
                <a:latin typeface="Aptos" panose="020B00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):</a:t>
            </a:r>
            <a:endParaRPr lang="pt-BR" sz="2400" dirty="0">
              <a:latin typeface="Aptos" panose="020B0004020202020204" pitchFamily="34" charset="0"/>
              <a:cs typeface="Arial" panose="020B0604020202020204" pitchFamily="34" charset="0"/>
            </a:endParaRPr>
          </a:p>
          <a:p>
            <a:pPr algn="ctr">
              <a:buClr>
                <a:schemeClr val="accent1">
                  <a:lumMod val="75000"/>
                </a:schemeClr>
              </a:buClr>
            </a:pPr>
            <a:endParaRPr lang="pt-BR" sz="2400" b="1" dirty="0">
              <a:solidFill>
                <a:schemeClr val="accent1">
                  <a:lumMod val="50000"/>
                </a:schemeClr>
              </a:solidFill>
              <a:latin typeface="Aptos" panose="020B00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3" name="Tabela 2">
            <a:extLst>
              <a:ext uri="{FF2B5EF4-FFF2-40B4-BE49-F238E27FC236}">
                <a16:creationId xmlns:a16="http://schemas.microsoft.com/office/drawing/2014/main" id="{021BB4F9-2AB5-1DB4-14CC-28646CB2C24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0011274"/>
              </p:ext>
            </p:extLst>
          </p:nvPr>
        </p:nvGraphicFramePr>
        <p:xfrm>
          <a:off x="475579" y="1736310"/>
          <a:ext cx="11240838" cy="411480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269924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0831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0831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0831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0831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70831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185420">
                <a:tc rowSpan="2">
                  <a:txBody>
                    <a:bodyPr/>
                    <a:lstStyle/>
                    <a:p>
                      <a:pPr algn="ctr"/>
                      <a:r>
                        <a:rPr lang="pt-BR" sz="2400" dirty="0">
                          <a:latin typeface="Aptos" panose="020B0004020202020204" pitchFamily="34" charset="0"/>
                        </a:rPr>
                        <a:t>Concentração</a:t>
                      </a:r>
                    </a:p>
                    <a:p>
                      <a:pPr algn="ctr"/>
                      <a:r>
                        <a:rPr lang="pt-BR" sz="2400" dirty="0">
                          <a:latin typeface="Aptos" panose="020B0004020202020204" pitchFamily="34" charset="0"/>
                        </a:rPr>
                        <a:t>(mol L</a:t>
                      </a:r>
                      <a:r>
                        <a:rPr lang="pt-BR" sz="2400" baseline="30000" dirty="0">
                          <a:latin typeface="Aptos" panose="020B0004020202020204" pitchFamily="34" charset="0"/>
                        </a:rPr>
                        <a:t>-1</a:t>
                      </a:r>
                      <a:r>
                        <a:rPr lang="pt-BR" sz="2400" baseline="0" dirty="0">
                          <a:latin typeface="Aptos" panose="020B0004020202020204" pitchFamily="34" charset="0"/>
                        </a:rPr>
                        <a:t>)</a:t>
                      </a:r>
                      <a:endParaRPr lang="pt-BR" sz="2400" dirty="0">
                        <a:latin typeface="Aptos" panose="020B0004020202020204" pitchFamily="34" charset="0"/>
                      </a:endParaRPr>
                    </a:p>
                  </a:txBody>
                  <a:tcPr/>
                </a:tc>
                <a:tc gridSpan="5">
                  <a:txBody>
                    <a:bodyPr/>
                    <a:lstStyle/>
                    <a:p>
                      <a:pPr algn="ctr"/>
                      <a:r>
                        <a:rPr lang="pt-BR" sz="2400" dirty="0">
                          <a:latin typeface="Aptos" panose="020B0004020202020204" pitchFamily="34" charset="0"/>
                        </a:rPr>
                        <a:t>Eletrólito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5420">
                <a:tc v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400" dirty="0" err="1">
                          <a:latin typeface="Aptos" panose="020B0004020202020204" pitchFamily="34" charset="0"/>
                        </a:rPr>
                        <a:t>KCl</a:t>
                      </a:r>
                      <a:endParaRPr lang="pt-BR" sz="2400" dirty="0">
                        <a:latin typeface="Aptos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400" dirty="0" err="1">
                          <a:latin typeface="Aptos" panose="020B0004020202020204" pitchFamily="34" charset="0"/>
                        </a:rPr>
                        <a:t>NaCl</a:t>
                      </a:r>
                      <a:endParaRPr lang="pt-BR" sz="2400" dirty="0">
                        <a:latin typeface="Aptos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400" dirty="0" err="1">
                          <a:latin typeface="Aptos" panose="020B0004020202020204" pitchFamily="34" charset="0"/>
                        </a:rPr>
                        <a:t>HCl</a:t>
                      </a:r>
                      <a:endParaRPr lang="pt-BR" sz="2400" dirty="0">
                        <a:latin typeface="Aptos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400">
                          <a:latin typeface="Aptos" panose="020B0004020202020204" pitchFamily="34" charset="0"/>
                        </a:rPr>
                        <a:t>NaOH</a:t>
                      </a:r>
                      <a:endParaRPr lang="pt-BR" sz="2400" dirty="0">
                        <a:latin typeface="Aptos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400">
                          <a:latin typeface="Aptos" panose="020B0004020202020204" pitchFamily="34" charset="0"/>
                        </a:rPr>
                        <a:t>CH</a:t>
                      </a:r>
                      <a:r>
                        <a:rPr lang="pt-BR" sz="2400" baseline="-25000">
                          <a:latin typeface="Aptos" panose="020B0004020202020204" pitchFamily="34" charset="0"/>
                        </a:rPr>
                        <a:t>3</a:t>
                      </a:r>
                      <a:r>
                        <a:rPr lang="pt-BR" sz="2400" baseline="0">
                          <a:latin typeface="Aptos" panose="020B0004020202020204" pitchFamily="34" charset="0"/>
                        </a:rPr>
                        <a:t>COOH</a:t>
                      </a:r>
                      <a:endParaRPr lang="pt-BR" sz="2400" dirty="0">
                        <a:latin typeface="Aptos" panose="020B00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2400" dirty="0">
                          <a:latin typeface="Aptos" panose="020B0004020202020204" pitchFamily="34" charset="0"/>
                          <a:sym typeface="Symbol" panose="05050102010706020507" pitchFamily="18" charset="2"/>
                        </a:rPr>
                        <a:t> 0 (= </a:t>
                      </a:r>
                      <a:r>
                        <a:rPr lang="pt-BR" sz="2400" baseline="-25000" dirty="0">
                          <a:latin typeface="Aptos" panose="020B0004020202020204" pitchFamily="34" charset="0"/>
                          <a:sym typeface="Symbol" panose="05050102010706020507" pitchFamily="18" charset="2"/>
                        </a:rPr>
                        <a:t></a:t>
                      </a:r>
                      <a:r>
                        <a:rPr lang="pt-BR" sz="2400" baseline="0" dirty="0">
                          <a:latin typeface="Aptos" panose="020B0004020202020204" pitchFamily="34" charset="0"/>
                          <a:sym typeface="Symbol" panose="05050102010706020507" pitchFamily="18" charset="2"/>
                        </a:rPr>
                        <a:t> )</a:t>
                      </a:r>
                      <a:endParaRPr lang="pt-BR" sz="2400" baseline="-25000" dirty="0">
                        <a:latin typeface="Aptos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400" dirty="0">
                          <a:latin typeface="Aptos" panose="020B0004020202020204" pitchFamily="34" charset="0"/>
                        </a:rPr>
                        <a:t>150,1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400" dirty="0">
                          <a:latin typeface="Aptos" panose="020B0004020202020204" pitchFamily="34" charset="0"/>
                        </a:rPr>
                        <a:t>126,2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400" dirty="0">
                          <a:latin typeface="Aptos" panose="020B0004020202020204" pitchFamily="34" charset="0"/>
                        </a:rPr>
                        <a:t>423,7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400" dirty="0">
                          <a:latin typeface="Aptos" panose="020B0004020202020204" pitchFamily="34" charset="0"/>
                        </a:rPr>
                        <a:t>260,9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400" dirty="0">
                          <a:latin typeface="Aptos" panose="020B0004020202020204" pitchFamily="34" charset="0"/>
                        </a:rPr>
                        <a:t>91,3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2400" dirty="0">
                          <a:latin typeface="Aptos" panose="020B0004020202020204" pitchFamily="34" charset="0"/>
                        </a:rPr>
                        <a:t>0,0001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400" dirty="0">
                          <a:latin typeface="Aptos" panose="020B0004020202020204" pitchFamily="34" charset="0"/>
                        </a:rPr>
                        <a:t>149,2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400" dirty="0">
                          <a:latin typeface="Aptos" panose="020B0004020202020204" pitchFamily="34" charset="0"/>
                        </a:rPr>
                        <a:t>125,3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400" dirty="0">
                          <a:latin typeface="Aptos" panose="020B0004020202020204" pitchFamily="34" charset="0"/>
                        </a:rP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400" dirty="0">
                          <a:latin typeface="Aptos" panose="020B0004020202020204" pitchFamily="34" charset="0"/>
                        </a:rP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400" dirty="0">
                          <a:latin typeface="Aptos" panose="020B0004020202020204" pitchFamily="34" charset="0"/>
                        </a:rPr>
                        <a:t>-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2400" dirty="0">
                          <a:latin typeface="Aptos" panose="020B0004020202020204" pitchFamily="34" charset="0"/>
                        </a:rPr>
                        <a:t>0,0005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400" dirty="0">
                          <a:latin typeface="Aptos" panose="020B0004020202020204" pitchFamily="34" charset="0"/>
                        </a:rPr>
                        <a:t>148,3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400" dirty="0">
                          <a:latin typeface="Aptos" panose="020B0004020202020204" pitchFamily="34" charset="0"/>
                        </a:rPr>
                        <a:t>124,3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400" dirty="0">
                          <a:latin typeface="Aptos" panose="020B0004020202020204" pitchFamily="34" charset="0"/>
                        </a:rPr>
                        <a:t>422,2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400" dirty="0">
                          <a:latin typeface="Aptos" panose="020B0004020202020204" pitchFamily="34" charset="0"/>
                        </a:rPr>
                        <a:t>246,5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400" dirty="0">
                          <a:latin typeface="Aptos" panose="020B0004020202020204" pitchFamily="34" charset="0"/>
                        </a:rPr>
                        <a:t>89,4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2400" dirty="0">
                          <a:latin typeface="Aptos" panose="020B0004020202020204" pitchFamily="34" charset="0"/>
                        </a:rPr>
                        <a:t>0,001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400" dirty="0">
                          <a:latin typeface="Aptos" panose="020B0004020202020204" pitchFamily="34" charset="0"/>
                        </a:rPr>
                        <a:t>147,5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400" dirty="0">
                          <a:latin typeface="Aptos" panose="020B0004020202020204" pitchFamily="34" charset="0"/>
                        </a:rPr>
                        <a:t>123,5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400" dirty="0">
                          <a:latin typeface="Aptos" panose="020B0004020202020204" pitchFamily="34" charset="0"/>
                        </a:rPr>
                        <a:t>421,2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400" dirty="0">
                          <a:latin typeface="Aptos" panose="020B0004020202020204" pitchFamily="34" charset="0"/>
                        </a:rPr>
                        <a:t>244,7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400" dirty="0">
                          <a:latin typeface="Aptos" panose="020B0004020202020204" pitchFamily="34" charset="0"/>
                        </a:rPr>
                        <a:t>88,7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2400" dirty="0">
                          <a:latin typeface="Aptos" panose="020B0004020202020204" pitchFamily="34" charset="0"/>
                        </a:rPr>
                        <a:t>0,002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400" dirty="0">
                          <a:latin typeface="Aptos" panose="020B0004020202020204" pitchFamily="34" charset="0"/>
                        </a:rPr>
                        <a:t>146,5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400" dirty="0">
                          <a:latin typeface="Aptos" panose="020B0004020202020204" pitchFamily="34" charset="0"/>
                        </a:rPr>
                        <a:t>122,2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400" dirty="0">
                          <a:latin typeface="Aptos" panose="020B0004020202020204" pitchFamily="34" charset="0"/>
                        </a:rPr>
                        <a:t>419,2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400" dirty="0">
                          <a:latin typeface="Aptos" panose="020B0004020202020204" pitchFamily="34" charset="0"/>
                        </a:rPr>
                        <a:t>242,5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400" dirty="0">
                          <a:latin typeface="Aptos" panose="020B0004020202020204" pitchFamily="34" charset="0"/>
                        </a:rPr>
                        <a:t>87,7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2400" dirty="0">
                          <a:latin typeface="Aptos" panose="020B0004020202020204" pitchFamily="34" charset="0"/>
                        </a:rPr>
                        <a:t>0,005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400" dirty="0">
                          <a:latin typeface="Aptos" panose="020B0004020202020204" pitchFamily="34" charset="0"/>
                        </a:rPr>
                        <a:t>144,2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400" dirty="0">
                          <a:latin typeface="Aptos" panose="020B0004020202020204" pitchFamily="34" charset="0"/>
                        </a:rPr>
                        <a:t>119,8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400" dirty="0">
                          <a:latin typeface="Aptos" panose="020B0004020202020204" pitchFamily="34" charset="0"/>
                        </a:rPr>
                        <a:t>414,9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400" dirty="0">
                          <a:latin typeface="Aptos" panose="020B0004020202020204" pitchFamily="34" charset="0"/>
                        </a:rPr>
                        <a:t>238,8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400" dirty="0">
                          <a:latin typeface="Aptos" panose="020B0004020202020204" pitchFamily="34" charset="0"/>
                        </a:rPr>
                        <a:t>85,7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2400" dirty="0">
                          <a:latin typeface="Aptos" panose="020B0004020202020204" pitchFamily="34" charset="0"/>
                        </a:rPr>
                        <a:t>0,01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400" dirty="0">
                          <a:latin typeface="Aptos" panose="020B0004020202020204" pitchFamily="34" charset="0"/>
                        </a:rPr>
                        <a:t>141,6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400" dirty="0">
                          <a:latin typeface="Aptos" panose="020B0004020202020204" pitchFamily="34" charset="0"/>
                        </a:rPr>
                        <a:t>117,8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400" dirty="0">
                          <a:latin typeface="Aptos" panose="020B0004020202020204" pitchFamily="34" charset="0"/>
                        </a:rPr>
                        <a:t>410,5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400" dirty="0">
                          <a:latin typeface="Aptos" panose="020B0004020202020204" pitchFamily="34" charset="0"/>
                        </a:rPr>
                        <a:t>234,5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400" dirty="0">
                          <a:latin typeface="Aptos" panose="020B0004020202020204" pitchFamily="34" charset="0"/>
                        </a:rPr>
                        <a:t>83,7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283414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3B0E48-7DC4-A425-78B3-929C34FCEB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BF006FC1-B86B-BA5E-5B64-AA65409547AE}"/>
              </a:ext>
            </a:extLst>
          </p:cNvPr>
          <p:cNvSpPr txBox="1"/>
          <p:nvPr/>
        </p:nvSpPr>
        <p:spPr>
          <a:xfrm>
            <a:off x="0" y="16907"/>
            <a:ext cx="1219199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3200" b="1" dirty="0">
                <a:solidFill>
                  <a:schemeClr val="accent1">
                    <a:lumMod val="50000"/>
                  </a:schemeClr>
                </a:solidFill>
                <a:latin typeface="Aptos" panose="020B0004020202020204" pitchFamily="34" charset="0"/>
                <a:cs typeface="Arial" panose="020B0604020202020204" pitchFamily="34" charset="0"/>
              </a:rPr>
              <a:t>Teoria da dissociação eletrolítica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4212F660-229D-1885-68F9-7BEAF776FCB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7619" y="643377"/>
            <a:ext cx="11336762" cy="217194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25400">
            <a:solidFill>
              <a:schemeClr val="accent1">
                <a:lumMod val="75000"/>
              </a:schemeClr>
            </a:solidFill>
            <a:prstDash val="solid"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just">
              <a:lnSpc>
                <a:spcPct val="80000"/>
              </a:lnSpc>
            </a:pPr>
            <a:r>
              <a:rPr lang="pt-BR" sz="2400" b="1" dirty="0">
                <a:solidFill>
                  <a:schemeClr val="accent1">
                    <a:lumMod val="50000"/>
                  </a:schemeClr>
                </a:solidFill>
                <a:latin typeface="Aptos" panose="020B0004020202020204" pitchFamily="34" charset="0"/>
              </a:rPr>
              <a:t>Eletrólitos fortes: </a:t>
            </a:r>
            <a:r>
              <a:rPr lang="pt-BR" sz="2400" dirty="0">
                <a:latin typeface="Aptos" panose="020B0004020202020204" pitchFamily="34" charset="0"/>
              </a:rPr>
              <a:t>dissociação praticamente completa, mesmo em pequenas diluições (0,01 mol.L</a:t>
            </a:r>
            <a:r>
              <a:rPr lang="pt-BR" sz="2400" baseline="30000" dirty="0">
                <a:latin typeface="Aptos" panose="020B0004020202020204" pitchFamily="34" charset="0"/>
              </a:rPr>
              <a:t>-1</a:t>
            </a:r>
            <a:r>
              <a:rPr lang="pt-BR" sz="2400" dirty="0">
                <a:latin typeface="Aptos" panose="020B0004020202020204" pitchFamily="34" charset="0"/>
              </a:rPr>
              <a:t>). Ex.: ácidos e bases fortes, como </a:t>
            </a:r>
            <a:r>
              <a:rPr lang="pt-BR" sz="2400" dirty="0" err="1">
                <a:latin typeface="Aptos" panose="020B0004020202020204" pitchFamily="34" charset="0"/>
              </a:rPr>
              <a:t>HCl</a:t>
            </a:r>
            <a:r>
              <a:rPr lang="pt-BR" sz="2400" dirty="0">
                <a:latin typeface="Aptos" panose="020B0004020202020204" pitchFamily="34" charset="0"/>
              </a:rPr>
              <a:t> e NaOH, respectivamente.</a:t>
            </a:r>
          </a:p>
          <a:p>
            <a:pPr algn="just">
              <a:lnSpc>
                <a:spcPct val="80000"/>
              </a:lnSpc>
            </a:pPr>
            <a:endParaRPr lang="pt-BR" sz="2400" dirty="0">
              <a:latin typeface="Aptos" panose="020B0004020202020204" pitchFamily="34" charset="0"/>
            </a:endParaRPr>
          </a:p>
          <a:p>
            <a:pPr algn="just">
              <a:lnSpc>
                <a:spcPct val="80000"/>
              </a:lnSpc>
            </a:pPr>
            <a:r>
              <a:rPr lang="pt-BR" sz="2400" b="1" dirty="0">
                <a:solidFill>
                  <a:schemeClr val="accent1">
                    <a:lumMod val="50000"/>
                  </a:schemeClr>
                </a:solidFill>
                <a:latin typeface="Aptos" panose="020B0004020202020204" pitchFamily="34" charset="0"/>
              </a:rPr>
              <a:t>Eletrólitos fracos</a:t>
            </a:r>
            <a:r>
              <a:rPr lang="pt-BR" sz="2400" dirty="0">
                <a:latin typeface="Aptos" panose="020B0004020202020204" pitchFamily="34" charset="0"/>
              </a:rPr>
              <a:t>: dissociam-se completamente apenas em  concentrações muito baixas (parcialmente dissociados). Ex.: ácidos e bases fracos, como CH</a:t>
            </a:r>
            <a:r>
              <a:rPr lang="pt-BR" sz="2400" baseline="-25000" dirty="0">
                <a:latin typeface="Aptos" panose="020B0004020202020204" pitchFamily="34" charset="0"/>
              </a:rPr>
              <a:t>3</a:t>
            </a:r>
            <a:r>
              <a:rPr lang="pt-BR" sz="2400" dirty="0">
                <a:latin typeface="Aptos" panose="020B0004020202020204" pitchFamily="34" charset="0"/>
              </a:rPr>
              <a:t>COOH e NH</a:t>
            </a:r>
            <a:r>
              <a:rPr lang="pt-BR" sz="2400" baseline="-25000" dirty="0">
                <a:latin typeface="Aptos" panose="020B0004020202020204" pitchFamily="34" charset="0"/>
              </a:rPr>
              <a:t>3</a:t>
            </a:r>
            <a:r>
              <a:rPr lang="pt-BR" sz="2400" dirty="0">
                <a:latin typeface="Aptos" panose="020B0004020202020204" pitchFamily="34" charset="0"/>
              </a:rPr>
              <a:t>, respectivamente.</a:t>
            </a:r>
          </a:p>
        </p:txBody>
      </p:sp>
      <p:pic>
        <p:nvPicPr>
          <p:cNvPr id="3074" name="Picture 2" descr="11.2: Eletrólitos - Global">
            <a:extLst>
              <a:ext uri="{FF2B5EF4-FFF2-40B4-BE49-F238E27FC236}">
                <a16:creationId xmlns:a16="http://schemas.microsoft.com/office/drawing/2014/main" id="{7A4B8260-E6BB-DE1D-BF7B-8ADED05133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77437" y="2939143"/>
            <a:ext cx="6637126" cy="33024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2755144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07F363-486B-AD66-0632-35C9325095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8584F383-B6D4-E6BF-84EC-7337CC60FBA2}"/>
              </a:ext>
            </a:extLst>
          </p:cNvPr>
          <p:cNvSpPr txBox="1"/>
          <p:nvPr/>
        </p:nvSpPr>
        <p:spPr>
          <a:xfrm>
            <a:off x="0" y="16907"/>
            <a:ext cx="1219199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3200" b="1" dirty="0">
                <a:solidFill>
                  <a:schemeClr val="accent1">
                    <a:lumMod val="50000"/>
                  </a:schemeClr>
                </a:solidFill>
                <a:latin typeface="Aptos" panose="020B0004020202020204" pitchFamily="34" charset="0"/>
                <a:cs typeface="Arial" panose="020B0604020202020204" pitchFamily="34" charset="0"/>
              </a:rPr>
              <a:t>Equilíbrio Químico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Espaço Reservado para Conteúdo 2">
                <a:extLst>
                  <a:ext uri="{FF2B5EF4-FFF2-40B4-BE49-F238E27FC236}">
                    <a16:creationId xmlns:a16="http://schemas.microsoft.com/office/drawing/2014/main" id="{5489AD03-4B33-846F-385B-40C16C1A95A5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87166" y="815191"/>
                <a:ext cx="11617666" cy="5227618"/>
              </a:xfrm>
              <a:prstGeom prst="rect">
                <a:avLst/>
              </a:prstGeom>
            </p:spPr>
            <p:txBody>
              <a:bodyPr/>
              <a:lstStyle>
                <a:lvl1pPr marL="91440" indent="-91440" algn="l" defTabSz="914400" rtl="0" eaLnBrk="1" latinLnBrk="0" hangingPunct="1">
                  <a:lnSpc>
                    <a:spcPct val="90000"/>
                  </a:lnSpc>
                  <a:spcBef>
                    <a:spcPts val="1200"/>
                  </a:spcBef>
                  <a:spcAft>
                    <a:spcPts val="200"/>
                  </a:spcAft>
                  <a:buClr>
                    <a:schemeClr val="accent1"/>
                  </a:buClr>
                  <a:buSzPct val="100000"/>
                  <a:buFont typeface="Calibri" panose="020F0502020204030204" pitchFamily="34" charset="0"/>
                  <a:buChar char=" "/>
                  <a:defRPr sz="20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1pPr>
                <a:lvl2pPr marL="384048" indent="-18288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itchFamily="34" charset="0"/>
                  <a:buChar char="◦"/>
                  <a:defRPr sz="18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2pPr>
                <a:lvl3pPr marL="566928" indent="-18288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itchFamily="34" charset="0"/>
                  <a:buChar char="◦"/>
                  <a:defRPr sz="14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3pPr>
                <a:lvl4pPr marL="749808" indent="-18288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itchFamily="34" charset="0"/>
                  <a:buChar char="◦"/>
                  <a:defRPr sz="14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4pPr>
                <a:lvl5pPr marL="932688" indent="-18288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itchFamily="34" charset="0"/>
                  <a:buChar char="◦"/>
                  <a:defRPr sz="14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5pPr>
                <a:lvl6pPr marL="1100000" indent="-22860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itchFamily="34" charset="0"/>
                  <a:buChar char="◦"/>
                  <a:defRPr sz="14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6pPr>
                <a:lvl7pPr marL="1300000" indent="-22860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itchFamily="34" charset="0"/>
                  <a:buChar char="◦"/>
                  <a:defRPr sz="14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7pPr>
                <a:lvl8pPr marL="1500000" indent="-22860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itchFamily="34" charset="0"/>
                  <a:buChar char="◦"/>
                  <a:defRPr sz="14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8pPr>
                <a:lvl9pPr marL="1700000" indent="-22860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itchFamily="34" charset="0"/>
                  <a:buChar char="◦"/>
                  <a:defRPr sz="14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114300" indent="0" algn="ctr">
                  <a:buFont typeface="Arial" panose="020B0604020202020204" pitchFamily="34" charset="0"/>
                  <a:buNone/>
                </a:pPr>
                <a:r>
                  <a:rPr lang="pt-BR" altLang="pt-BR" sz="2400" b="1" dirty="0">
                    <a:solidFill>
                      <a:schemeClr val="accent1">
                        <a:lumMod val="50000"/>
                      </a:schemeClr>
                    </a:solidFill>
                    <a:latin typeface="Aptos" panose="020B0004020202020204" pitchFamily="34" charset="0"/>
                  </a:rPr>
                  <a:t> </a:t>
                </a:r>
                <a:r>
                  <a:rPr lang="pt-BR" altLang="pt-BR" sz="2400" b="1" dirty="0" err="1">
                    <a:solidFill>
                      <a:schemeClr val="accent1">
                        <a:lumMod val="50000"/>
                      </a:schemeClr>
                    </a:solidFill>
                    <a:latin typeface="Aptos" panose="020B0004020202020204" pitchFamily="34" charset="0"/>
                  </a:rPr>
                  <a:t>aA</a:t>
                </a:r>
                <a:r>
                  <a:rPr lang="pt-BR" altLang="pt-BR" sz="2400" b="1" dirty="0">
                    <a:solidFill>
                      <a:schemeClr val="accent1">
                        <a:lumMod val="50000"/>
                      </a:schemeClr>
                    </a:solidFill>
                    <a:latin typeface="Aptos" panose="020B0004020202020204" pitchFamily="34" charset="0"/>
                  </a:rPr>
                  <a:t> + </a:t>
                </a:r>
                <a:r>
                  <a:rPr lang="pt-BR" altLang="pt-BR" sz="2400" b="1" dirty="0" err="1">
                    <a:solidFill>
                      <a:schemeClr val="accent1">
                        <a:lumMod val="50000"/>
                      </a:schemeClr>
                    </a:solidFill>
                    <a:latin typeface="Aptos" panose="020B0004020202020204" pitchFamily="34" charset="0"/>
                  </a:rPr>
                  <a:t>bB</a:t>
                </a:r>
                <a:r>
                  <a:rPr lang="pt-BR" altLang="pt-BR" sz="2400" b="1" dirty="0">
                    <a:solidFill>
                      <a:schemeClr val="accent1">
                        <a:lumMod val="50000"/>
                      </a:schemeClr>
                    </a:solidFill>
                    <a:latin typeface="Aptos" panose="020B0004020202020204" pitchFamily="34" charset="0"/>
                  </a:rPr>
                  <a:t> </a:t>
                </a:r>
                <a:r>
                  <a:rPr lang="pt-BR" sz="2400" b="1" i="0" dirty="0">
                    <a:solidFill>
                      <a:schemeClr val="accent1">
                        <a:lumMod val="50000"/>
                      </a:schemeClr>
                    </a:solidFill>
                    <a:effectLst/>
                    <a:latin typeface="Aptos" panose="020B0004020202020204" pitchFamily="34" charset="0"/>
                  </a:rPr>
                  <a:t>⇌</a:t>
                </a:r>
                <a:r>
                  <a:rPr lang="pt-BR" altLang="pt-BR" sz="2400" b="1" dirty="0">
                    <a:solidFill>
                      <a:schemeClr val="accent1">
                        <a:lumMod val="50000"/>
                      </a:schemeClr>
                    </a:solidFill>
                    <a:latin typeface="Aptos" panose="020B0004020202020204" pitchFamily="34" charset="0"/>
                  </a:rPr>
                  <a:t> </a:t>
                </a:r>
                <a:r>
                  <a:rPr lang="pt-BR" altLang="pt-BR" sz="2400" b="1" dirty="0" err="1">
                    <a:solidFill>
                      <a:schemeClr val="accent1">
                        <a:lumMod val="50000"/>
                      </a:schemeClr>
                    </a:solidFill>
                    <a:latin typeface="Aptos" panose="020B0004020202020204" pitchFamily="34" charset="0"/>
                  </a:rPr>
                  <a:t>cC</a:t>
                </a:r>
                <a:r>
                  <a:rPr lang="pt-BR" altLang="pt-BR" sz="2400" b="1" dirty="0">
                    <a:solidFill>
                      <a:schemeClr val="accent1">
                        <a:lumMod val="50000"/>
                      </a:schemeClr>
                    </a:solidFill>
                    <a:latin typeface="Aptos" panose="020B0004020202020204" pitchFamily="34" charset="0"/>
                  </a:rPr>
                  <a:t> + </a:t>
                </a:r>
                <a:r>
                  <a:rPr lang="pt-BR" altLang="pt-BR" sz="2400" b="1" dirty="0" err="1">
                    <a:solidFill>
                      <a:schemeClr val="accent1">
                        <a:lumMod val="50000"/>
                      </a:schemeClr>
                    </a:solidFill>
                    <a:latin typeface="Aptos" panose="020B0004020202020204" pitchFamily="34" charset="0"/>
                  </a:rPr>
                  <a:t>dD</a:t>
                </a:r>
                <a:endParaRPr lang="pt-BR" altLang="pt-BR" sz="2400" b="1" dirty="0">
                  <a:solidFill>
                    <a:schemeClr val="accent1">
                      <a:lumMod val="50000"/>
                    </a:schemeClr>
                  </a:solidFill>
                  <a:latin typeface="Aptos" panose="020B0004020202020204" pitchFamily="34" charset="0"/>
                </a:endParaRPr>
              </a:p>
              <a:p>
                <a:pPr marL="114300" indent="0" algn="ctr">
                  <a:buFont typeface="Arial" panose="020B0604020202020204" pitchFamily="34" charset="0"/>
                  <a:buNone/>
                </a:pPr>
                <a:endParaRPr lang="pt-BR" altLang="pt-BR" sz="2400" i="1" dirty="0">
                  <a:latin typeface="Cambria Math" panose="02040503050406030204" pitchFamily="18" charset="0"/>
                </a:endParaRPr>
              </a:p>
              <a:p>
                <a:pPr marL="114300" indent="0" algn="ctr">
                  <a:buFont typeface="Arial" panose="020B0604020202020204" pitchFamily="34" charset="0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altLang="pt-BR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altLang="pt-BR" sz="24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pt-BR" altLang="pt-BR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pt-BR" altLang="pt-BR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pt-BR" altLang="pt-BR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altLang="pt-BR" sz="2400" i="1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pt-BR" altLang="pt-BR" sz="24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p>
                        <m:sSupPr>
                          <m:ctrlPr>
                            <a:rPr lang="pt-BR" altLang="pt-BR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pt-BR" altLang="pt-BR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pt-BR" altLang="pt-BR" sz="2400" i="1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</m:d>
                        </m:e>
                        <m:sup>
                          <m:r>
                            <a:rPr lang="pt-BR" altLang="pt-BR" sz="2400" i="1">
                              <a:latin typeface="Cambria Math" panose="02040503050406030204" pitchFamily="18" charset="0"/>
                            </a:rPr>
                            <m:t>𝑎</m:t>
                          </m:r>
                        </m:sup>
                      </m:sSup>
                      <m:sSup>
                        <m:sSupPr>
                          <m:ctrlPr>
                            <a:rPr lang="pt-BR" altLang="pt-BR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pt-BR" altLang="pt-BR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pt-BR" altLang="pt-BR" sz="2400" i="1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</m:d>
                        </m:e>
                        <m:sup>
                          <m:r>
                            <a:rPr lang="pt-BR" altLang="pt-BR" sz="2400" i="1">
                              <a:latin typeface="Cambria Math" panose="02040503050406030204" pitchFamily="18" charset="0"/>
                            </a:rPr>
                            <m:t>𝑏</m:t>
                          </m:r>
                        </m:sup>
                      </m:sSup>
                    </m:oMath>
                  </m:oMathPara>
                </a14:m>
                <a:endParaRPr lang="pt-BR" altLang="pt-BR" sz="2400" dirty="0">
                  <a:latin typeface="Aptos" panose="020B0004020202020204" pitchFamily="34" charset="0"/>
                </a:endParaRPr>
              </a:p>
              <a:p>
                <a:pPr marL="11430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altLang="pt-BR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altLang="pt-BR" sz="24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pt-BR" altLang="pt-BR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pt-BR" altLang="pt-BR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pt-BR" altLang="pt-BR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altLang="pt-BR" sz="2400" i="1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pt-BR" altLang="pt-BR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p>
                        <m:sSupPr>
                          <m:ctrlPr>
                            <a:rPr lang="pt-BR" altLang="pt-BR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pt-BR" altLang="pt-BR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pt-BR" altLang="pt-BR" sz="2400" i="1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</m:d>
                        </m:e>
                        <m:sup>
                          <m:r>
                            <a:rPr lang="pt-BR" altLang="pt-BR" sz="2400" i="1">
                              <a:latin typeface="Cambria Math" panose="02040503050406030204" pitchFamily="18" charset="0"/>
                            </a:rPr>
                            <m:t>𝑐</m:t>
                          </m:r>
                        </m:sup>
                      </m:sSup>
                      <m:sSup>
                        <m:sSupPr>
                          <m:ctrlPr>
                            <a:rPr lang="pt-BR" altLang="pt-BR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pt-BR" altLang="pt-BR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pt-BR" altLang="pt-BR" sz="2400" i="1"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</m:e>
                          </m:d>
                        </m:e>
                        <m:sup>
                          <m:r>
                            <a:rPr lang="pt-BR" altLang="pt-BR" sz="2400" i="1">
                              <a:latin typeface="Cambria Math" panose="02040503050406030204" pitchFamily="18" charset="0"/>
                            </a:rPr>
                            <m:t>𝑑</m:t>
                          </m:r>
                        </m:sup>
                      </m:sSup>
                    </m:oMath>
                  </m:oMathPara>
                </a14:m>
                <a:endParaRPr lang="pt-BR" altLang="pt-BR" sz="2400" dirty="0">
                  <a:latin typeface="Aptos" panose="020B0004020202020204" pitchFamily="34" charset="0"/>
                </a:endParaRPr>
              </a:p>
              <a:p>
                <a:pPr marL="114300" indent="0" algn="ctr">
                  <a:buFont typeface="Arial" panose="020B0604020202020204" pitchFamily="34" charset="0"/>
                  <a:buNone/>
                </a:pPr>
                <a:endParaRPr lang="pt-BR" altLang="pt-BR" sz="2400" baseline="30000" dirty="0">
                  <a:latin typeface="Aptos" panose="020B0004020202020204" pitchFamily="34" charset="0"/>
                </a:endParaRPr>
              </a:p>
              <a:p>
                <a:pPr marL="114300" indent="0" algn="ctr">
                  <a:buFont typeface="Arial" panose="020B0604020202020204" pitchFamily="34" charset="0"/>
                  <a:buNone/>
                </a:pPr>
                <a:r>
                  <a:rPr lang="pt-BR" altLang="pt-BR" sz="2400" dirty="0">
                    <a:latin typeface="Aptos" panose="020B0004020202020204" pitchFamily="34" charset="0"/>
                  </a:rPr>
                  <a:t>    No equilíbrio: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altLang="pt-BR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altLang="pt-BR" sz="2400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pt-BR" altLang="pt-BR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pt-BR" altLang="pt-BR" sz="24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pt-BR" altLang="pt-BR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altLang="pt-BR" sz="2400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pt-BR" altLang="pt-BR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pt-BR" altLang="pt-BR" sz="2400" dirty="0">
                    <a:latin typeface="Aptos" panose="020B0004020202020204" pitchFamily="34" charset="0"/>
                  </a:rPr>
                  <a:t> →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altLang="pt-BR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altLang="pt-BR" sz="2400" i="1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pt-BR" altLang="pt-BR" sz="24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p>
                      <m:sSupPr>
                        <m:ctrlPr>
                          <a:rPr lang="pt-BR" altLang="pt-BR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["/>
                            <m:endChr m:val="]"/>
                            <m:ctrlPr>
                              <a:rPr lang="pt-BR" altLang="pt-BR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pt-BR" altLang="pt-BR" sz="2400" i="1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</m:d>
                      </m:e>
                      <m:sup>
                        <m:r>
                          <a:rPr lang="pt-BR" altLang="pt-BR" sz="2400" i="1">
                            <a:latin typeface="Cambria Math" panose="02040503050406030204" pitchFamily="18" charset="0"/>
                          </a:rPr>
                          <m:t>𝑎</m:t>
                        </m:r>
                      </m:sup>
                    </m:sSup>
                    <m:sSup>
                      <m:sSupPr>
                        <m:ctrlPr>
                          <a:rPr lang="pt-BR" altLang="pt-BR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["/>
                            <m:endChr m:val="]"/>
                            <m:ctrlPr>
                              <a:rPr lang="pt-BR" altLang="pt-BR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pt-BR" altLang="pt-BR" sz="2400" i="1">
                                <a:latin typeface="Cambria Math" panose="02040503050406030204" pitchFamily="18" charset="0"/>
                              </a:rPr>
                              <m:t>𝐵</m:t>
                            </m:r>
                          </m:e>
                        </m:d>
                      </m:e>
                      <m:sup>
                        <m:r>
                          <a:rPr lang="pt-BR" altLang="pt-BR" sz="2400" i="1">
                            <a:latin typeface="Cambria Math" panose="02040503050406030204" pitchFamily="18" charset="0"/>
                          </a:rPr>
                          <m:t>𝑏</m:t>
                        </m:r>
                      </m:sup>
                    </m:sSup>
                    <m:r>
                      <a:rPr lang="pt-BR" altLang="pt-BR" sz="24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pt-BR" altLang="pt-BR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altLang="pt-BR" sz="2400" i="1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pt-BR" altLang="pt-BR" sz="24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p>
                      <m:sSupPr>
                        <m:ctrlPr>
                          <a:rPr lang="pt-BR" altLang="pt-BR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["/>
                            <m:endChr m:val="]"/>
                            <m:ctrlPr>
                              <a:rPr lang="pt-BR" altLang="pt-BR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pt-BR" altLang="pt-BR" sz="2400" i="1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</m:d>
                      </m:e>
                      <m:sup>
                        <m:r>
                          <a:rPr lang="pt-BR" altLang="pt-BR" sz="2400" i="1">
                            <a:latin typeface="Cambria Math" panose="02040503050406030204" pitchFamily="18" charset="0"/>
                          </a:rPr>
                          <m:t>𝑐</m:t>
                        </m:r>
                      </m:sup>
                    </m:sSup>
                    <m:sSup>
                      <m:sSupPr>
                        <m:ctrlPr>
                          <a:rPr lang="pt-BR" altLang="pt-BR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["/>
                            <m:endChr m:val="]"/>
                            <m:ctrlPr>
                              <a:rPr lang="pt-BR" altLang="pt-BR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pt-BR" altLang="pt-BR" sz="2400" i="1">
                                <a:latin typeface="Cambria Math" panose="02040503050406030204" pitchFamily="18" charset="0"/>
                              </a:rPr>
                              <m:t>𝐷</m:t>
                            </m:r>
                          </m:e>
                        </m:d>
                      </m:e>
                      <m:sup>
                        <m:r>
                          <a:rPr lang="pt-BR" altLang="pt-BR" sz="2400" i="1">
                            <a:latin typeface="Cambria Math" panose="02040503050406030204" pitchFamily="18" charset="0"/>
                          </a:rPr>
                          <m:t>𝑑</m:t>
                        </m:r>
                      </m:sup>
                    </m:sSup>
                  </m:oMath>
                </a14:m>
                <a:endParaRPr lang="pt-BR" altLang="pt-BR" sz="2400" dirty="0">
                  <a:latin typeface="Aptos" panose="020B0004020202020204" pitchFamily="34" charset="0"/>
                </a:endParaRPr>
              </a:p>
              <a:p>
                <a:pPr marL="114300" indent="0" algn="ctr">
                  <a:buFont typeface="Arial" panose="020B0604020202020204" pitchFamily="34" charset="0"/>
                  <a:buNone/>
                </a:pPr>
                <a:endParaRPr lang="pt-BR" altLang="pt-BR" sz="2400" dirty="0">
                  <a:latin typeface="Aptos" panose="020B0004020202020204" pitchFamily="34" charset="0"/>
                </a:endParaRPr>
              </a:p>
              <a:p>
                <a:pPr marL="114300" indent="0" algn="ctr">
                  <a:buFont typeface="Arial" panose="020B0604020202020204" pitchFamily="34" charset="0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pt-BR" altLang="pt-BR" sz="24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pt-BR" altLang="pt-BR" sz="24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altLang="pt-BR" sz="2400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  <m:sub>
                              <m:r>
                                <a:rPr lang="pt-BR" altLang="pt-BR" sz="2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pt-BR" altLang="pt-BR" sz="24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altLang="pt-BR" sz="2400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  <m:sub>
                              <m:r>
                                <a:rPr lang="pt-BR" altLang="pt-BR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den>
                      </m:f>
                      <m:r>
                        <a:rPr lang="pt-BR" altLang="pt-BR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altLang="pt-BR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pt-BR" altLang="pt-BR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pt-BR" altLang="pt-BR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pt-BR" altLang="pt-BR" sz="2400" b="0" i="1" smtClean="0"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</m:e>
                              </m:d>
                            </m:e>
                            <m:sup>
                              <m:r>
                                <a:rPr lang="pt-BR" altLang="pt-BR" sz="2400" b="0" i="1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sup>
                          </m:sSup>
                          <m:sSup>
                            <m:sSupPr>
                              <m:ctrlPr>
                                <a:rPr lang="pt-BR" altLang="pt-BR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pt-BR" altLang="pt-BR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pt-BR" altLang="pt-BR" sz="2400" b="0" i="1" smtClean="0">
                                      <a:latin typeface="Cambria Math" panose="02040503050406030204" pitchFamily="18" charset="0"/>
                                    </a:rPr>
                                    <m:t>𝐷</m:t>
                                  </m:r>
                                </m:e>
                              </m:d>
                            </m:e>
                            <m:sup>
                              <m:r>
                                <a:rPr lang="pt-BR" altLang="pt-BR" sz="2400" b="0" i="1" smtClean="0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sup>
                          </m:sSup>
                        </m:num>
                        <m:den>
                          <m:sSup>
                            <m:sSupPr>
                              <m:ctrlPr>
                                <a:rPr lang="pt-BR" altLang="pt-BR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pt-BR" altLang="pt-BR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pt-BR" altLang="pt-BR" sz="2400" b="0" i="1" smtClean="0"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e>
                              </m:d>
                            </m:e>
                            <m:sup>
                              <m:r>
                                <a:rPr lang="pt-BR" altLang="pt-BR" sz="24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sup>
                          </m:sSup>
                          <m:sSup>
                            <m:sSupPr>
                              <m:ctrlPr>
                                <a:rPr lang="pt-BR" altLang="pt-BR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pt-BR" altLang="pt-BR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pt-BR" altLang="pt-BR" sz="2400" b="0" i="1" smtClean="0">
                                      <a:latin typeface="Cambria Math" panose="02040503050406030204" pitchFamily="18" charset="0"/>
                                    </a:rPr>
                                    <m:t>𝐵</m:t>
                                  </m:r>
                                </m:e>
                              </m:d>
                            </m:e>
                            <m:sup>
                              <m:r>
                                <a:rPr lang="pt-BR" altLang="pt-BR" sz="2400" b="0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pt-BR" altLang="pt-BR" sz="2400" dirty="0">
                  <a:latin typeface="Aptos" panose="020B0004020202020204" pitchFamily="34" charset="0"/>
                </a:endParaRPr>
              </a:p>
              <a:p>
                <a:pPr marL="114300" indent="0" algn="ctr">
                  <a:buFont typeface="Arial" panose="020B0604020202020204" pitchFamily="34" charset="0"/>
                  <a:buNone/>
                </a:pPr>
                <a:endParaRPr lang="pt-BR" altLang="pt-BR" sz="2400" dirty="0">
                  <a:latin typeface="Aptos" panose="020B0004020202020204" pitchFamily="34" charset="0"/>
                </a:endParaRPr>
              </a:p>
              <a:p>
                <a:pPr marL="114300" indent="0" algn="ctr">
                  <a:buFont typeface="Arial" panose="020B0604020202020204" pitchFamily="34" charset="0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pt-BR" altLang="pt-BR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pt-BR" altLang="pt-BR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altLang="pt-BR" sz="2400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  <m:sub>
                              <m:r>
                                <a:rPr lang="pt-BR" altLang="pt-BR" sz="24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pt-BR" altLang="pt-BR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altLang="pt-BR" sz="2400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  <m:sub>
                              <m:r>
                                <a:rPr lang="pt-BR" altLang="pt-BR" sz="24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den>
                      </m:f>
                      <m:r>
                        <a:rPr lang="pt-BR" altLang="pt-BR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pt-BR" altLang="pt-BR" sz="2400" b="0" i="1" smtClean="0">
                          <a:latin typeface="Cambria Math" panose="02040503050406030204" pitchFamily="18" charset="0"/>
                        </a:rPr>
                        <m:t>𝐾</m:t>
                      </m:r>
                      <m:r>
                        <a:rPr lang="pt-BR" altLang="pt-BR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altLang="pt-BR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pt-BR" altLang="pt-BR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pt-BR" altLang="pt-BR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pt-BR" altLang="pt-BR" sz="2400" b="0" i="1" smtClean="0"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</m:e>
                              </m:d>
                            </m:e>
                            <m:sup>
                              <m:r>
                                <a:rPr lang="pt-BR" altLang="pt-BR" sz="2400" b="0" i="1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sup>
                          </m:sSup>
                          <m:sSup>
                            <m:sSupPr>
                              <m:ctrlPr>
                                <a:rPr lang="pt-BR" altLang="pt-BR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pt-BR" altLang="pt-BR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pt-BR" altLang="pt-BR" sz="2400" b="0" i="1" smtClean="0">
                                      <a:latin typeface="Cambria Math" panose="02040503050406030204" pitchFamily="18" charset="0"/>
                                    </a:rPr>
                                    <m:t>𝐷</m:t>
                                  </m:r>
                                </m:e>
                              </m:d>
                            </m:e>
                            <m:sup>
                              <m:r>
                                <a:rPr lang="pt-BR" altLang="pt-BR" sz="2400" b="0" i="1" smtClean="0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sup>
                          </m:sSup>
                        </m:num>
                        <m:den>
                          <m:sSup>
                            <m:sSupPr>
                              <m:ctrlPr>
                                <a:rPr lang="pt-BR" altLang="pt-BR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pt-BR" altLang="pt-BR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pt-BR" altLang="pt-BR" sz="2400" b="0" i="1" smtClean="0"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e>
                              </m:d>
                            </m:e>
                            <m:sup>
                              <m:r>
                                <a:rPr lang="pt-BR" altLang="pt-BR" sz="24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sup>
                          </m:sSup>
                          <m:sSup>
                            <m:sSupPr>
                              <m:ctrlPr>
                                <a:rPr lang="pt-BR" altLang="pt-BR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pt-BR" altLang="pt-BR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pt-BR" altLang="pt-BR" sz="2400" b="0" i="1" smtClean="0">
                                      <a:latin typeface="Cambria Math" panose="02040503050406030204" pitchFamily="18" charset="0"/>
                                    </a:rPr>
                                    <m:t>𝐵</m:t>
                                  </m:r>
                                </m:e>
                              </m:d>
                            </m:e>
                            <m:sup>
                              <m:r>
                                <a:rPr lang="pt-BR" altLang="pt-BR" sz="2400" b="0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pt-BR" altLang="pt-BR" sz="2400" dirty="0">
                  <a:latin typeface="Aptos" panose="020B0004020202020204" pitchFamily="34" charset="0"/>
                </a:endParaRPr>
              </a:p>
              <a:p>
                <a:pPr marL="114300" indent="0" algn="ctr">
                  <a:buFont typeface="Arial" panose="020B0604020202020204" pitchFamily="34" charset="0"/>
                  <a:buNone/>
                </a:pPr>
                <a:r>
                  <a:rPr lang="pt-BR" altLang="pt-BR" sz="2400" dirty="0">
                    <a:latin typeface="Aptos" panose="020B0004020202020204" pitchFamily="34" charset="0"/>
                  </a:rPr>
                  <a:t>   </a:t>
                </a:r>
              </a:p>
              <a:p>
                <a:pPr marL="114300" indent="0">
                  <a:buFont typeface="Arial" panose="020B0604020202020204" pitchFamily="34" charset="0"/>
                  <a:buNone/>
                </a:pPr>
                <a:endParaRPr lang="pt-BR" altLang="pt-BR" sz="2400" dirty="0">
                  <a:latin typeface="Aptos" panose="020B0004020202020204" pitchFamily="34" charset="0"/>
                </a:endParaRPr>
              </a:p>
            </p:txBody>
          </p:sp>
        </mc:Choice>
        <mc:Fallback xmlns="">
          <p:sp>
            <p:nvSpPr>
              <p:cNvPr id="3" name="Espaço Reservado para Conteúdo 2">
                <a:extLst>
                  <a:ext uri="{FF2B5EF4-FFF2-40B4-BE49-F238E27FC236}">
                    <a16:creationId xmlns:a16="http://schemas.microsoft.com/office/drawing/2014/main" id="{5489AD03-4B33-846F-385B-40C16C1A95A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7166" y="815191"/>
                <a:ext cx="11617666" cy="5227618"/>
              </a:xfrm>
              <a:prstGeom prst="rect">
                <a:avLst/>
              </a:prstGeom>
              <a:blipFill>
                <a:blip r:embed="rId2"/>
                <a:stretch>
                  <a:fillRect t="-1867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CaixaDeTexto 5">
            <a:extLst>
              <a:ext uri="{FF2B5EF4-FFF2-40B4-BE49-F238E27FC236}">
                <a16:creationId xmlns:a16="http://schemas.microsoft.com/office/drawing/2014/main" id="{1F12E7F4-AFD7-A88F-EF4D-6FEA9462DA3B}"/>
              </a:ext>
            </a:extLst>
          </p:cNvPr>
          <p:cNvSpPr txBox="1"/>
          <p:nvPr/>
        </p:nvSpPr>
        <p:spPr>
          <a:xfrm>
            <a:off x="5988700" y="631391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solidFill>
                  <a:srgbClr val="C00000"/>
                </a:solidFill>
              </a:rPr>
              <a:t>1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E99615F3-0539-F564-0AF2-D1D81A02C6A9}"/>
              </a:ext>
            </a:extLst>
          </p:cNvPr>
          <p:cNvSpPr txBox="1"/>
          <p:nvPr/>
        </p:nvSpPr>
        <p:spPr>
          <a:xfrm>
            <a:off x="5988700" y="1022495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solidFill>
                  <a:srgbClr val="C00000"/>
                </a:solidFill>
              </a:rPr>
              <a:t>2</a:t>
            </a:r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BB7CED73-BC21-38B9-83C8-DEBFC254385B}"/>
              </a:ext>
            </a:extLst>
          </p:cNvPr>
          <p:cNvSpPr/>
          <p:nvPr/>
        </p:nvSpPr>
        <p:spPr>
          <a:xfrm>
            <a:off x="7913913" y="5265931"/>
            <a:ext cx="3712030" cy="46166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pt-BR" altLang="pt-BR" sz="2400" b="1" kern="0" dirty="0">
                <a:solidFill>
                  <a:schemeClr val="accent1">
                    <a:lumMod val="50000"/>
                  </a:schemeClr>
                </a:solidFill>
                <a:latin typeface="Aptos" panose="020B0004020202020204" pitchFamily="34" charset="0"/>
                <a:sym typeface="Symbol" panose="05050102010706020507" pitchFamily="18" charset="2"/>
              </a:rPr>
              <a:t>K</a:t>
            </a:r>
            <a:r>
              <a:rPr lang="pt-BR" sz="2400" b="1" dirty="0">
                <a:solidFill>
                  <a:schemeClr val="accent1">
                    <a:lumMod val="50000"/>
                  </a:schemeClr>
                </a:solidFill>
                <a:latin typeface="Aptos" panose="020B00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:</a:t>
            </a:r>
            <a:r>
              <a:rPr lang="pt-BR" altLang="pt-BR" sz="2400" kern="0" dirty="0">
                <a:latin typeface="Aptos" panose="020B0004020202020204" pitchFamily="34" charset="0"/>
                <a:sym typeface="Symbol" panose="05050102010706020507" pitchFamily="18" charset="2"/>
              </a:rPr>
              <a:t> constante de equilíbrio</a:t>
            </a:r>
            <a:endParaRPr lang="pt-BR" altLang="pt-BR" sz="2400" b="1" dirty="0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9531858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D5F977-08D1-A51F-4708-BEA42AEA5E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C410A45F-510F-8D06-BEBB-9831E9A006B3}"/>
              </a:ext>
            </a:extLst>
          </p:cNvPr>
          <p:cNvSpPr txBox="1"/>
          <p:nvPr/>
        </p:nvSpPr>
        <p:spPr>
          <a:xfrm>
            <a:off x="0" y="16907"/>
            <a:ext cx="1219199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3200" b="1" dirty="0">
                <a:solidFill>
                  <a:schemeClr val="accent1">
                    <a:lumMod val="50000"/>
                  </a:schemeClr>
                </a:solidFill>
                <a:latin typeface="Aptos" panose="020B0004020202020204" pitchFamily="34" charset="0"/>
                <a:cs typeface="Arial" panose="020B0604020202020204" pitchFamily="34" charset="0"/>
              </a:rPr>
              <a:t>Equilíbrio Químico</a:t>
            </a:r>
          </a:p>
        </p:txBody>
      </p:sp>
      <p:graphicFrame>
        <p:nvGraphicFramePr>
          <p:cNvPr id="4" name="Tabela 3">
            <a:extLst>
              <a:ext uri="{FF2B5EF4-FFF2-40B4-BE49-F238E27FC236}">
                <a16:creationId xmlns:a16="http://schemas.microsoft.com/office/drawing/2014/main" id="{2984D408-6B89-AC93-A945-279E0342F62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47971978"/>
              </p:ext>
            </p:extLst>
          </p:nvPr>
        </p:nvGraphicFramePr>
        <p:xfrm>
          <a:off x="127856" y="971795"/>
          <a:ext cx="11936288" cy="484584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397876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8247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67504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39956">
                <a:tc>
                  <a:txBody>
                    <a:bodyPr/>
                    <a:lstStyle/>
                    <a:p>
                      <a:pPr algn="ctr"/>
                      <a:r>
                        <a:rPr lang="pt-BR" sz="2400" dirty="0">
                          <a:latin typeface="Aptos" panose="020B0004020202020204" pitchFamily="34" charset="0"/>
                        </a:rPr>
                        <a:t>Tipo de equilíbrio</a:t>
                      </a:r>
                    </a:p>
                  </a:txBody>
                  <a:tcPr marL="91444" marR="91444" marT="45672" marB="4567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400" dirty="0">
                          <a:latin typeface="Aptos" panose="020B0004020202020204" pitchFamily="34" charset="0"/>
                        </a:rPr>
                        <a:t>Nome e símbolo da</a:t>
                      </a:r>
                      <a:r>
                        <a:rPr lang="pt-BR" sz="2400" baseline="0" dirty="0">
                          <a:latin typeface="Aptos" panose="020B0004020202020204" pitchFamily="34" charset="0"/>
                        </a:rPr>
                        <a:t> constante</a:t>
                      </a:r>
                      <a:endParaRPr lang="pt-BR" sz="2400" dirty="0">
                        <a:latin typeface="Aptos" panose="020B0004020202020204" pitchFamily="34" charset="0"/>
                      </a:endParaRPr>
                    </a:p>
                  </a:txBody>
                  <a:tcPr marL="91444" marR="91444" marT="45672" marB="4567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400" dirty="0">
                          <a:latin typeface="Aptos" panose="020B0004020202020204" pitchFamily="34" charset="0"/>
                        </a:rPr>
                        <a:t>Exemplo</a:t>
                      </a:r>
                    </a:p>
                  </a:txBody>
                  <a:tcPr marL="91444" marR="91444" marT="45672" marB="45672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8999">
                <a:tc>
                  <a:txBody>
                    <a:bodyPr/>
                    <a:lstStyle/>
                    <a:p>
                      <a:pPr algn="ctr"/>
                      <a:r>
                        <a:rPr lang="pt-BR" sz="2400" dirty="0">
                          <a:latin typeface="Aptos" panose="020B0004020202020204" pitchFamily="34" charset="0"/>
                        </a:rPr>
                        <a:t>1) Dissociação</a:t>
                      </a:r>
                      <a:r>
                        <a:rPr lang="pt-BR" sz="2400" baseline="0" dirty="0">
                          <a:latin typeface="Aptos" panose="020B0004020202020204" pitchFamily="34" charset="0"/>
                        </a:rPr>
                        <a:t> da água</a:t>
                      </a:r>
                      <a:endParaRPr lang="pt-BR" sz="2400" dirty="0">
                        <a:latin typeface="Aptos" panose="020B0004020202020204" pitchFamily="34" charset="0"/>
                      </a:endParaRPr>
                    </a:p>
                  </a:txBody>
                  <a:tcPr marL="91444" marR="91444" marT="45672" marB="4567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400" dirty="0">
                          <a:latin typeface="Aptos" panose="020B0004020202020204" pitchFamily="34" charset="0"/>
                        </a:rPr>
                        <a:t>Constante do produto iônico, </a:t>
                      </a:r>
                      <a:r>
                        <a:rPr lang="pt-BR" sz="2400" dirty="0" err="1">
                          <a:latin typeface="Aptos" panose="020B0004020202020204" pitchFamily="34" charset="0"/>
                        </a:rPr>
                        <a:t>K</a:t>
                      </a:r>
                      <a:r>
                        <a:rPr lang="pt-BR" sz="2400" baseline="-25000" dirty="0" err="1">
                          <a:latin typeface="Aptos" panose="020B0004020202020204" pitchFamily="34" charset="0"/>
                        </a:rPr>
                        <a:t>w</a:t>
                      </a:r>
                      <a:endParaRPr lang="pt-BR" sz="2400" baseline="-25000" dirty="0">
                        <a:latin typeface="Aptos" panose="020B0004020202020204" pitchFamily="34" charset="0"/>
                      </a:endParaRPr>
                    </a:p>
                  </a:txBody>
                  <a:tcPr marL="91444" marR="91444" marT="45672" marB="4567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400" dirty="0">
                          <a:latin typeface="Aptos" panose="020B0004020202020204" pitchFamily="34" charset="0"/>
                        </a:rPr>
                        <a:t>2</a:t>
                      </a:r>
                      <a:r>
                        <a:rPr lang="pt-BR" sz="2400" baseline="0" dirty="0">
                          <a:latin typeface="Aptos" panose="020B0004020202020204" pitchFamily="34" charset="0"/>
                        </a:rPr>
                        <a:t> H</a:t>
                      </a:r>
                      <a:r>
                        <a:rPr lang="pt-BR" sz="2400" baseline="-25000" dirty="0">
                          <a:latin typeface="Aptos" panose="020B0004020202020204" pitchFamily="34" charset="0"/>
                        </a:rPr>
                        <a:t>2</a:t>
                      </a:r>
                      <a:r>
                        <a:rPr lang="pt-BR" sz="2400" baseline="0" dirty="0">
                          <a:latin typeface="Aptos" panose="020B0004020202020204" pitchFamily="34" charset="0"/>
                        </a:rPr>
                        <a:t>O  ↔  H</a:t>
                      </a:r>
                      <a:r>
                        <a:rPr lang="pt-BR" sz="2400" baseline="-25000" dirty="0">
                          <a:latin typeface="Aptos" panose="020B0004020202020204" pitchFamily="34" charset="0"/>
                        </a:rPr>
                        <a:t>3</a:t>
                      </a:r>
                      <a:r>
                        <a:rPr lang="pt-BR" sz="2400" baseline="0" dirty="0">
                          <a:latin typeface="Aptos" panose="020B0004020202020204" pitchFamily="34" charset="0"/>
                        </a:rPr>
                        <a:t>O</a:t>
                      </a:r>
                      <a:r>
                        <a:rPr lang="pt-BR" sz="2400" baseline="30000" dirty="0">
                          <a:latin typeface="Aptos" panose="020B0004020202020204" pitchFamily="34" charset="0"/>
                        </a:rPr>
                        <a:t>+</a:t>
                      </a:r>
                      <a:r>
                        <a:rPr lang="pt-BR" sz="2400" baseline="0" dirty="0">
                          <a:latin typeface="Aptos" panose="020B0004020202020204" pitchFamily="34" charset="0"/>
                        </a:rPr>
                        <a:t> + OH</a:t>
                      </a:r>
                      <a:r>
                        <a:rPr lang="pt-BR" sz="2400" baseline="30000" dirty="0">
                          <a:latin typeface="Aptos" panose="020B0004020202020204" pitchFamily="34" charset="0"/>
                        </a:rPr>
                        <a:t>-</a:t>
                      </a:r>
                    </a:p>
                  </a:txBody>
                  <a:tcPr marL="91444" marR="91444" marT="45672" marB="45672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66655">
                <a:tc>
                  <a:txBody>
                    <a:bodyPr/>
                    <a:lstStyle/>
                    <a:p>
                      <a:pPr algn="ctr"/>
                      <a:r>
                        <a:rPr lang="pt-BR" sz="2400" dirty="0">
                          <a:latin typeface="Aptos" panose="020B0004020202020204" pitchFamily="34" charset="0"/>
                        </a:rPr>
                        <a:t>2) Equilíbrios heterogêneos</a:t>
                      </a:r>
                      <a:r>
                        <a:rPr lang="pt-BR" sz="2400" baseline="0" dirty="0">
                          <a:latin typeface="Aptos" panose="020B0004020202020204" pitchFamily="34" charset="0"/>
                        </a:rPr>
                        <a:t> entre uma substância pouco solúvel e seus íons em uma solução saturada</a:t>
                      </a:r>
                      <a:endParaRPr lang="pt-BR" sz="2400" dirty="0">
                        <a:latin typeface="Aptos" panose="020B0004020202020204" pitchFamily="34" charset="0"/>
                      </a:endParaRPr>
                    </a:p>
                  </a:txBody>
                  <a:tcPr marL="91444" marR="91444" marT="45672" marB="45672"/>
                </a:tc>
                <a:tc>
                  <a:txBody>
                    <a:bodyPr/>
                    <a:lstStyle/>
                    <a:p>
                      <a:pPr algn="ctr"/>
                      <a:endParaRPr lang="pt-BR" sz="2400" dirty="0">
                        <a:latin typeface="Aptos" panose="020B0004020202020204" pitchFamily="34" charset="0"/>
                      </a:endParaRPr>
                    </a:p>
                    <a:p>
                      <a:pPr algn="ctr"/>
                      <a:r>
                        <a:rPr lang="pt-BR" sz="2400" dirty="0">
                          <a:latin typeface="Aptos" panose="020B0004020202020204" pitchFamily="34" charset="0"/>
                        </a:rPr>
                        <a:t>Produto de solubilidade, </a:t>
                      </a:r>
                      <a:r>
                        <a:rPr lang="pt-BR" sz="2400" dirty="0" err="1">
                          <a:latin typeface="Aptos" panose="020B0004020202020204" pitchFamily="34" charset="0"/>
                        </a:rPr>
                        <a:t>K</a:t>
                      </a:r>
                      <a:r>
                        <a:rPr lang="pt-BR" sz="2400" baseline="-25000" dirty="0" err="1">
                          <a:latin typeface="Aptos" panose="020B0004020202020204" pitchFamily="34" charset="0"/>
                        </a:rPr>
                        <a:t>ps</a:t>
                      </a:r>
                      <a:endParaRPr lang="pt-BR" sz="2400" baseline="-25000" dirty="0">
                        <a:latin typeface="Aptos" panose="020B0004020202020204" pitchFamily="34" charset="0"/>
                      </a:endParaRPr>
                    </a:p>
                  </a:txBody>
                  <a:tcPr marL="91444" marR="91444" marT="45672" marB="45672"/>
                </a:tc>
                <a:tc>
                  <a:txBody>
                    <a:bodyPr/>
                    <a:lstStyle/>
                    <a:p>
                      <a:pPr algn="ctr"/>
                      <a:endParaRPr lang="pt-BR" sz="2400" dirty="0">
                        <a:latin typeface="Aptos" panose="020B0004020202020204" pitchFamily="34" charset="0"/>
                      </a:endParaRP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2400" dirty="0">
                          <a:latin typeface="Aptos" panose="020B0004020202020204" pitchFamily="34" charset="0"/>
                        </a:rPr>
                        <a:t>BaSO</a:t>
                      </a:r>
                      <a:r>
                        <a:rPr lang="pt-BR" sz="2400" baseline="-25000" dirty="0">
                          <a:latin typeface="Aptos" panose="020B0004020202020204" pitchFamily="34" charset="0"/>
                        </a:rPr>
                        <a:t>4</a:t>
                      </a:r>
                      <a:r>
                        <a:rPr lang="pt-BR" sz="2400" baseline="0" dirty="0">
                          <a:latin typeface="Aptos" panose="020B0004020202020204" pitchFamily="34" charset="0"/>
                        </a:rPr>
                        <a:t> (s) ↔ Ba</a:t>
                      </a:r>
                      <a:r>
                        <a:rPr lang="pt-BR" sz="2400" baseline="30000" dirty="0">
                          <a:latin typeface="Aptos" panose="020B0004020202020204" pitchFamily="34" charset="0"/>
                        </a:rPr>
                        <a:t>2+ </a:t>
                      </a:r>
                      <a:r>
                        <a:rPr lang="pt-BR" sz="2400" baseline="0" dirty="0">
                          <a:latin typeface="Aptos" panose="020B0004020202020204" pitchFamily="34" charset="0"/>
                        </a:rPr>
                        <a:t>+ SO</a:t>
                      </a:r>
                      <a:r>
                        <a:rPr lang="pt-BR" sz="2400" baseline="-25000" dirty="0">
                          <a:latin typeface="Aptos" panose="020B0004020202020204" pitchFamily="34" charset="0"/>
                        </a:rPr>
                        <a:t>4</a:t>
                      </a:r>
                      <a:r>
                        <a:rPr lang="pt-BR" sz="2400" baseline="30000" dirty="0">
                          <a:latin typeface="Aptos" panose="020B0004020202020204" pitchFamily="34" charset="0"/>
                        </a:rPr>
                        <a:t>2-</a:t>
                      </a:r>
                    </a:p>
                    <a:p>
                      <a:pPr algn="ctr"/>
                      <a:r>
                        <a:rPr lang="pt-BR" sz="2400" dirty="0">
                          <a:latin typeface="Aptos" panose="020B0004020202020204" pitchFamily="34" charset="0"/>
                        </a:rPr>
                        <a:t> </a:t>
                      </a:r>
                    </a:p>
                  </a:txBody>
                  <a:tcPr marL="91444" marR="91444" marT="45672" marB="45672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8999">
                <a:tc>
                  <a:txBody>
                    <a:bodyPr/>
                    <a:lstStyle/>
                    <a:p>
                      <a:pPr algn="ctr"/>
                      <a:r>
                        <a:rPr lang="pt-BR" sz="2400" dirty="0">
                          <a:latin typeface="Aptos" panose="020B0004020202020204" pitchFamily="34" charset="0"/>
                        </a:rPr>
                        <a:t>3)</a:t>
                      </a:r>
                      <a:r>
                        <a:rPr lang="pt-BR" sz="2400" baseline="0" dirty="0">
                          <a:latin typeface="Aptos" panose="020B0004020202020204" pitchFamily="34" charset="0"/>
                        </a:rPr>
                        <a:t> Dissociação de um ácido ou base fraca</a:t>
                      </a:r>
                      <a:endParaRPr lang="pt-BR" sz="2400" dirty="0">
                        <a:latin typeface="Aptos" panose="020B0004020202020204" pitchFamily="34" charset="0"/>
                      </a:endParaRPr>
                    </a:p>
                  </a:txBody>
                  <a:tcPr marL="91444" marR="91444" marT="45672" marB="4567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400" dirty="0">
                          <a:latin typeface="Aptos" panose="020B0004020202020204" pitchFamily="34" charset="0"/>
                        </a:rPr>
                        <a:t>Constante de dissociação, K</a:t>
                      </a:r>
                      <a:r>
                        <a:rPr lang="pt-BR" sz="2400" baseline="-25000" dirty="0">
                          <a:latin typeface="Aptos" panose="020B0004020202020204" pitchFamily="34" charset="0"/>
                        </a:rPr>
                        <a:t>a</a:t>
                      </a:r>
                      <a:r>
                        <a:rPr lang="pt-BR" sz="2400" dirty="0">
                          <a:latin typeface="Aptos" panose="020B0004020202020204" pitchFamily="34" charset="0"/>
                        </a:rPr>
                        <a:t> ou K</a:t>
                      </a:r>
                      <a:r>
                        <a:rPr lang="pt-BR" sz="2400" baseline="-25000" dirty="0">
                          <a:latin typeface="Aptos" panose="020B0004020202020204" pitchFamily="34" charset="0"/>
                        </a:rPr>
                        <a:t>b</a:t>
                      </a:r>
                    </a:p>
                  </a:txBody>
                  <a:tcPr marL="91444" marR="91444" marT="45672" marB="45672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2400" dirty="0">
                          <a:latin typeface="Aptos" panose="020B0004020202020204" pitchFamily="34" charset="0"/>
                        </a:rPr>
                        <a:t>CH</a:t>
                      </a:r>
                      <a:r>
                        <a:rPr lang="pt-BR" sz="2400" baseline="-25000" dirty="0">
                          <a:latin typeface="Aptos" panose="020B0004020202020204" pitchFamily="34" charset="0"/>
                        </a:rPr>
                        <a:t>3</a:t>
                      </a:r>
                      <a:r>
                        <a:rPr lang="pt-BR" sz="2400" dirty="0">
                          <a:latin typeface="Aptos" panose="020B0004020202020204" pitchFamily="34" charset="0"/>
                        </a:rPr>
                        <a:t>COOH</a:t>
                      </a:r>
                      <a:r>
                        <a:rPr lang="pt-BR" sz="2400" baseline="0" dirty="0">
                          <a:latin typeface="Aptos" panose="020B0004020202020204" pitchFamily="34" charset="0"/>
                        </a:rPr>
                        <a:t> + H</a:t>
                      </a:r>
                      <a:r>
                        <a:rPr lang="pt-BR" sz="2400" baseline="-25000" dirty="0">
                          <a:latin typeface="Aptos" panose="020B0004020202020204" pitchFamily="34" charset="0"/>
                        </a:rPr>
                        <a:t>2</a:t>
                      </a:r>
                      <a:r>
                        <a:rPr lang="pt-BR" sz="2400" baseline="0" dirty="0">
                          <a:latin typeface="Aptos" panose="020B0004020202020204" pitchFamily="34" charset="0"/>
                        </a:rPr>
                        <a:t>O ↔  </a:t>
                      </a:r>
                      <a:r>
                        <a:rPr lang="pt-BR" sz="2400" dirty="0">
                          <a:latin typeface="Aptos" panose="020B0004020202020204" pitchFamily="34" charset="0"/>
                        </a:rPr>
                        <a:t>H</a:t>
                      </a:r>
                      <a:r>
                        <a:rPr lang="pt-BR" sz="2400" baseline="-25000" dirty="0">
                          <a:latin typeface="Aptos" panose="020B0004020202020204" pitchFamily="34" charset="0"/>
                        </a:rPr>
                        <a:t>3</a:t>
                      </a:r>
                      <a:r>
                        <a:rPr lang="pt-BR" sz="2400" dirty="0">
                          <a:latin typeface="Aptos" panose="020B0004020202020204" pitchFamily="34" charset="0"/>
                        </a:rPr>
                        <a:t>O</a:t>
                      </a:r>
                      <a:r>
                        <a:rPr lang="pt-BR" sz="2400" baseline="30000" dirty="0">
                          <a:latin typeface="Aptos" panose="020B0004020202020204" pitchFamily="34" charset="0"/>
                        </a:rPr>
                        <a:t>+</a:t>
                      </a:r>
                      <a:r>
                        <a:rPr lang="pt-BR" sz="2400" baseline="0" dirty="0">
                          <a:latin typeface="Aptos" panose="020B0004020202020204" pitchFamily="34" charset="0"/>
                        </a:rPr>
                        <a:t> + CH</a:t>
                      </a:r>
                      <a:r>
                        <a:rPr lang="pt-BR" sz="2400" baseline="-25000" dirty="0">
                          <a:latin typeface="Aptos" panose="020B0004020202020204" pitchFamily="34" charset="0"/>
                        </a:rPr>
                        <a:t>3</a:t>
                      </a:r>
                      <a:r>
                        <a:rPr lang="pt-BR" sz="2400" baseline="0" dirty="0">
                          <a:latin typeface="Aptos" panose="020B0004020202020204" pitchFamily="34" charset="0"/>
                        </a:rPr>
                        <a:t>COO</a:t>
                      </a:r>
                      <a:r>
                        <a:rPr lang="pt-BR" sz="2400" baseline="30000" dirty="0">
                          <a:latin typeface="Aptos" panose="020B0004020202020204" pitchFamily="34" charset="0"/>
                        </a:rPr>
                        <a:t>-</a:t>
                      </a:r>
                    </a:p>
                  </a:txBody>
                  <a:tcPr marL="91444" marR="91444" marT="45672" marB="45672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24717">
                <a:tc>
                  <a:txBody>
                    <a:bodyPr/>
                    <a:lstStyle/>
                    <a:p>
                      <a:pPr algn="ctr"/>
                      <a:r>
                        <a:rPr lang="pt-BR" sz="2400" dirty="0">
                          <a:latin typeface="Aptos" panose="020B0004020202020204" pitchFamily="34" charset="0"/>
                        </a:rPr>
                        <a:t>4) Formação de um íon complexo</a:t>
                      </a:r>
                    </a:p>
                  </a:txBody>
                  <a:tcPr marL="91444" marR="91444" marT="45672" marB="4567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400" dirty="0">
                          <a:latin typeface="Aptos" panose="020B0004020202020204" pitchFamily="34" charset="0"/>
                        </a:rPr>
                        <a:t>Constante de formação, </a:t>
                      </a:r>
                      <a:r>
                        <a:rPr lang="pt-BR" sz="2400" dirty="0" err="1">
                          <a:latin typeface="Aptos" panose="020B0004020202020204" pitchFamily="34" charset="0"/>
                        </a:rPr>
                        <a:t>K</a:t>
                      </a:r>
                      <a:r>
                        <a:rPr lang="pt-BR" sz="2400" baseline="-25000" dirty="0" err="1">
                          <a:latin typeface="Aptos" panose="020B0004020202020204" pitchFamily="34" charset="0"/>
                        </a:rPr>
                        <a:t>f</a:t>
                      </a:r>
                      <a:r>
                        <a:rPr lang="pt-BR" sz="2400" dirty="0">
                          <a:latin typeface="Aptos" panose="020B0004020202020204" pitchFamily="34" charset="0"/>
                        </a:rPr>
                        <a:t> </a:t>
                      </a:r>
                    </a:p>
                  </a:txBody>
                  <a:tcPr marL="91444" marR="91444" marT="45672" marB="45672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2400" baseline="0" dirty="0">
                          <a:latin typeface="Aptos" panose="020B0004020202020204" pitchFamily="34" charset="0"/>
                        </a:rPr>
                        <a:t> Ni</a:t>
                      </a:r>
                      <a:r>
                        <a:rPr lang="pt-BR" sz="2400" baseline="30000" dirty="0">
                          <a:latin typeface="Aptos" panose="020B0004020202020204" pitchFamily="34" charset="0"/>
                        </a:rPr>
                        <a:t>2+  </a:t>
                      </a:r>
                      <a:r>
                        <a:rPr lang="pt-BR" sz="2400" baseline="0" dirty="0">
                          <a:latin typeface="Aptos" panose="020B0004020202020204" pitchFamily="34" charset="0"/>
                        </a:rPr>
                        <a:t>+ 4 CN</a:t>
                      </a:r>
                      <a:r>
                        <a:rPr lang="pt-BR" sz="2400" baseline="30000" dirty="0">
                          <a:latin typeface="Aptos" panose="020B0004020202020204" pitchFamily="34" charset="0"/>
                        </a:rPr>
                        <a:t>-</a:t>
                      </a:r>
                      <a:r>
                        <a:rPr lang="pt-BR" sz="2400" baseline="0" dirty="0">
                          <a:latin typeface="Aptos" panose="020B0004020202020204" pitchFamily="34" charset="0"/>
                        </a:rPr>
                        <a:t>  ↔ </a:t>
                      </a:r>
                      <a:r>
                        <a:rPr lang="pt-BR" sz="2400" baseline="0" dirty="0" err="1">
                          <a:latin typeface="Aptos" panose="020B0004020202020204" pitchFamily="34" charset="0"/>
                        </a:rPr>
                        <a:t>Ni</a:t>
                      </a:r>
                      <a:r>
                        <a:rPr lang="pt-BR" sz="2400" baseline="0" dirty="0">
                          <a:latin typeface="Aptos" panose="020B0004020202020204" pitchFamily="34" charset="0"/>
                        </a:rPr>
                        <a:t>(CN)</a:t>
                      </a:r>
                      <a:r>
                        <a:rPr lang="pt-BR" sz="2400" baseline="-25000" dirty="0">
                          <a:latin typeface="Aptos" panose="020B0004020202020204" pitchFamily="34" charset="0"/>
                        </a:rPr>
                        <a:t>4</a:t>
                      </a:r>
                      <a:r>
                        <a:rPr lang="pt-BR" sz="2400" baseline="30000" dirty="0">
                          <a:latin typeface="Aptos" panose="020B0004020202020204" pitchFamily="34" charset="0"/>
                        </a:rPr>
                        <a:t>2-</a:t>
                      </a:r>
                    </a:p>
                    <a:p>
                      <a:pPr algn="ctr"/>
                      <a:endParaRPr lang="pt-BR" sz="2400" dirty="0">
                        <a:latin typeface="Aptos" panose="020B0004020202020204" pitchFamily="34" charset="0"/>
                      </a:endParaRPr>
                    </a:p>
                  </a:txBody>
                  <a:tcPr marL="91444" marR="91444" marT="45672" marB="45672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3292112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B0EBA0-E5DA-3D20-D4B7-C6B051FB29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2B3E185F-0C6B-A93A-0E48-0B3D7D7A5769}"/>
              </a:ext>
            </a:extLst>
          </p:cNvPr>
          <p:cNvSpPr txBox="1"/>
          <p:nvPr/>
        </p:nvSpPr>
        <p:spPr>
          <a:xfrm>
            <a:off x="0" y="16907"/>
            <a:ext cx="1219199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3200" b="1" dirty="0">
                <a:solidFill>
                  <a:schemeClr val="accent1">
                    <a:lumMod val="50000"/>
                  </a:schemeClr>
                </a:solidFill>
                <a:latin typeface="Aptos" panose="020B0004020202020204" pitchFamily="34" charset="0"/>
                <a:cs typeface="Arial" panose="020B0604020202020204" pitchFamily="34" charset="0"/>
              </a:rPr>
              <a:t>Equilíbrio Químico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Espaço Reservado para Conteúdo 2">
                <a:extLst>
                  <a:ext uri="{FF2B5EF4-FFF2-40B4-BE49-F238E27FC236}">
                    <a16:creationId xmlns:a16="http://schemas.microsoft.com/office/drawing/2014/main" id="{38789773-A5BC-C69A-6D64-5BF0D4F1C352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87166" y="677881"/>
                <a:ext cx="11617666" cy="5607380"/>
              </a:xfrm>
              <a:prstGeom prst="rect">
                <a:avLst/>
              </a:prstGeom>
            </p:spPr>
            <p:txBody>
              <a:bodyPr/>
              <a:lstStyle>
                <a:lvl1pPr marL="91440" indent="-91440" algn="l" defTabSz="914400" rtl="0" eaLnBrk="1" latinLnBrk="0" hangingPunct="1">
                  <a:lnSpc>
                    <a:spcPct val="90000"/>
                  </a:lnSpc>
                  <a:spcBef>
                    <a:spcPts val="1200"/>
                  </a:spcBef>
                  <a:spcAft>
                    <a:spcPts val="200"/>
                  </a:spcAft>
                  <a:buClr>
                    <a:schemeClr val="accent1"/>
                  </a:buClr>
                  <a:buSzPct val="100000"/>
                  <a:buFont typeface="Calibri" panose="020F0502020204030204" pitchFamily="34" charset="0"/>
                  <a:buChar char=" "/>
                  <a:defRPr sz="20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1pPr>
                <a:lvl2pPr marL="384048" indent="-18288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itchFamily="34" charset="0"/>
                  <a:buChar char="◦"/>
                  <a:defRPr sz="18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2pPr>
                <a:lvl3pPr marL="566928" indent="-18288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itchFamily="34" charset="0"/>
                  <a:buChar char="◦"/>
                  <a:defRPr sz="14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3pPr>
                <a:lvl4pPr marL="749808" indent="-18288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itchFamily="34" charset="0"/>
                  <a:buChar char="◦"/>
                  <a:defRPr sz="14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4pPr>
                <a:lvl5pPr marL="932688" indent="-18288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itchFamily="34" charset="0"/>
                  <a:buChar char="◦"/>
                  <a:defRPr sz="14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5pPr>
                <a:lvl6pPr marL="1100000" indent="-22860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itchFamily="34" charset="0"/>
                  <a:buChar char="◦"/>
                  <a:defRPr sz="14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6pPr>
                <a:lvl7pPr marL="1300000" indent="-22860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itchFamily="34" charset="0"/>
                  <a:buChar char="◦"/>
                  <a:defRPr sz="14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7pPr>
                <a:lvl8pPr marL="1500000" indent="-22860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itchFamily="34" charset="0"/>
                  <a:buChar char="◦"/>
                  <a:defRPr sz="14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8pPr>
                <a:lvl9pPr marL="1700000" indent="-22860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itchFamily="34" charset="0"/>
                  <a:buChar char="◦"/>
                  <a:defRPr sz="14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114300" indent="0" algn="ctr">
                  <a:buFont typeface="Arial" panose="020B0604020202020204" pitchFamily="34" charset="0"/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pt-BR" altLang="pt-BR" sz="2400" b="0" i="1" smtClean="0">
                          <a:latin typeface="Cambria Math" panose="02040503050406030204" pitchFamily="18" charset="0"/>
                        </a:rPr>
                        <m:t>𝐾</m:t>
                      </m:r>
                      <m:r>
                        <a:rPr lang="pt-BR" altLang="pt-BR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altLang="pt-BR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pt-BR" altLang="pt-BR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pt-BR" altLang="pt-BR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pt-BR" altLang="pt-BR" sz="2400" b="0" i="1" smtClean="0"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</m:e>
                              </m:d>
                            </m:e>
                            <m:sup>
                              <m:r>
                                <a:rPr lang="pt-BR" altLang="pt-BR" sz="2400" b="0" i="1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sup>
                          </m:sSup>
                          <m:sSup>
                            <m:sSupPr>
                              <m:ctrlPr>
                                <a:rPr lang="pt-BR" altLang="pt-BR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pt-BR" altLang="pt-BR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pt-BR" altLang="pt-BR" sz="2400" b="0" i="1" smtClean="0">
                                      <a:latin typeface="Cambria Math" panose="02040503050406030204" pitchFamily="18" charset="0"/>
                                    </a:rPr>
                                    <m:t>𝐷</m:t>
                                  </m:r>
                                </m:e>
                              </m:d>
                            </m:e>
                            <m:sup>
                              <m:r>
                                <a:rPr lang="pt-BR" altLang="pt-BR" sz="2400" b="0" i="1" smtClean="0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sup>
                          </m:sSup>
                        </m:num>
                        <m:den>
                          <m:sSup>
                            <m:sSupPr>
                              <m:ctrlPr>
                                <a:rPr lang="pt-BR" altLang="pt-BR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pt-BR" altLang="pt-BR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pt-BR" altLang="pt-BR" sz="2400" b="0" i="1" smtClean="0"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e>
                              </m:d>
                            </m:e>
                            <m:sup>
                              <m:r>
                                <a:rPr lang="pt-BR" altLang="pt-BR" sz="24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sup>
                          </m:sSup>
                          <m:sSup>
                            <m:sSupPr>
                              <m:ctrlPr>
                                <a:rPr lang="pt-BR" altLang="pt-BR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pt-BR" altLang="pt-BR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pt-BR" altLang="pt-BR" sz="2400" b="0" i="1" smtClean="0">
                                      <a:latin typeface="Cambria Math" panose="02040503050406030204" pitchFamily="18" charset="0"/>
                                    </a:rPr>
                                    <m:t>𝐵</m:t>
                                  </m:r>
                                </m:e>
                              </m:d>
                            </m:e>
                            <m:sup>
                              <m:r>
                                <a:rPr lang="pt-BR" altLang="pt-BR" sz="2400" b="0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pt-BR" altLang="pt-BR" sz="2400" b="1" dirty="0">
                  <a:solidFill>
                    <a:schemeClr val="accent1">
                      <a:lumMod val="50000"/>
                    </a:schemeClr>
                  </a:solidFill>
                  <a:latin typeface="Aptos" panose="020B0004020202020204" pitchFamily="34" charset="0"/>
                </a:endParaRPr>
              </a:p>
              <a:p>
                <a:pPr marL="114300" indent="0" algn="ctr">
                  <a:buFont typeface="Arial" panose="020B0604020202020204" pitchFamily="34" charset="0"/>
                  <a:buNone/>
                </a:pPr>
                <a:endParaRPr lang="pt-BR" altLang="pt-BR" sz="2400" b="1" dirty="0">
                  <a:solidFill>
                    <a:schemeClr val="accent1">
                      <a:lumMod val="50000"/>
                    </a:schemeClr>
                  </a:solidFill>
                  <a:latin typeface="Aptos" panose="020B0004020202020204" pitchFamily="34" charset="0"/>
                </a:endParaRPr>
              </a:p>
              <a:p>
                <a:pPr marL="457200" indent="-342900">
                  <a:buFont typeface="Wingdings" panose="05000000000000000000" pitchFamily="2" charset="2"/>
                  <a:buChar char="v"/>
                </a:pPr>
                <a:r>
                  <a:rPr lang="pt-BR" altLang="pt-BR" sz="2400" b="1" dirty="0">
                    <a:solidFill>
                      <a:schemeClr val="accent1">
                        <a:lumMod val="50000"/>
                      </a:schemeClr>
                    </a:solidFill>
                    <a:latin typeface="Aptos" panose="020B0004020202020204" pitchFamily="34" charset="0"/>
                  </a:rPr>
                  <a:t>Solução real: </a:t>
                </a:r>
                <a:r>
                  <a:rPr lang="pt-BR" altLang="pt-BR" sz="2400" dirty="0">
                    <a:solidFill>
                      <a:schemeClr val="tx1"/>
                    </a:solidFill>
                    <a:latin typeface="Aptos" panose="020B0004020202020204" pitchFamily="34" charset="0"/>
                  </a:rPr>
                  <a:t>As forças </a:t>
                </a:r>
                <a:r>
                  <a:rPr lang="pt-BR" altLang="pt-BR" sz="2400" dirty="0" err="1">
                    <a:solidFill>
                      <a:schemeClr val="tx1"/>
                    </a:solidFill>
                    <a:latin typeface="Aptos" panose="020B0004020202020204" pitchFamily="34" charset="0"/>
                  </a:rPr>
                  <a:t>interiônicas</a:t>
                </a:r>
                <a:r>
                  <a:rPr lang="pt-BR" altLang="pt-BR" sz="2400" dirty="0">
                    <a:solidFill>
                      <a:schemeClr val="tx1"/>
                    </a:solidFill>
                    <a:latin typeface="Aptos" panose="020B0004020202020204" pitchFamily="34" charset="0"/>
                  </a:rPr>
                  <a:t> devem ser consideradas</a:t>
                </a:r>
              </a:p>
              <a:p>
                <a:pPr marL="457200" indent="-342900">
                  <a:buFont typeface="Wingdings" panose="05000000000000000000" pitchFamily="2" charset="2"/>
                  <a:buChar char="v"/>
                </a:pPr>
                <a:r>
                  <a:rPr lang="pt-BR" altLang="pt-BR" sz="2400" b="1" dirty="0">
                    <a:solidFill>
                      <a:schemeClr val="tx1"/>
                    </a:solidFill>
                    <a:latin typeface="Aptos" panose="020B0004020202020204" pitchFamily="34" charset="0"/>
                  </a:rPr>
                  <a:t>G. N. Lewis</a:t>
                </a:r>
                <a:r>
                  <a:rPr lang="pt-BR" altLang="pt-BR" sz="2400" dirty="0">
                    <a:solidFill>
                      <a:schemeClr val="tx1"/>
                    </a:solidFill>
                    <a:latin typeface="Aptos" panose="020B0004020202020204" pitchFamily="34" charset="0"/>
                  </a:rPr>
                  <a:t> introduziu um novo conceito termodinâmico: </a:t>
                </a:r>
                <a:r>
                  <a:rPr lang="pt-BR" altLang="pt-BR" sz="2400" b="1" dirty="0">
                    <a:solidFill>
                      <a:srgbClr val="C00000"/>
                    </a:solidFill>
                    <a:latin typeface="Aptos" panose="020B0004020202020204" pitchFamily="34" charset="0"/>
                  </a:rPr>
                  <a:t>Atividade (a)</a:t>
                </a:r>
              </a:p>
              <a:p>
                <a:pPr marL="457200" indent="-342900">
                  <a:buFont typeface="Wingdings" panose="05000000000000000000" pitchFamily="2" charset="2"/>
                  <a:buChar char="v"/>
                </a:pPr>
                <a:endParaRPr lang="pt-BR" altLang="pt-BR" sz="2400" b="1" dirty="0">
                  <a:solidFill>
                    <a:srgbClr val="C00000"/>
                  </a:solidFill>
                  <a:latin typeface="Aptos" panose="020B0004020202020204" pitchFamily="34" charset="0"/>
                </a:endParaRPr>
              </a:p>
              <a:p>
                <a:pPr marL="114300" indent="0" algn="just">
                  <a:buNone/>
                </a:pPr>
                <a:r>
                  <a:rPr lang="pt-BR" altLang="pt-BR" sz="2400" dirty="0">
                    <a:solidFill>
                      <a:schemeClr val="tx1"/>
                    </a:solidFill>
                    <a:latin typeface="Aptos" panose="020B0004020202020204" pitchFamily="34" charset="0"/>
                  </a:rPr>
                  <a:t>Verificou-se experimentalmente que a solubilidade do </a:t>
                </a:r>
                <a:r>
                  <a:rPr lang="pt-BR" altLang="pt-BR" sz="2400" dirty="0" err="1">
                    <a:solidFill>
                      <a:schemeClr val="tx1"/>
                    </a:solidFill>
                    <a:latin typeface="Aptos" panose="020B0004020202020204" pitchFamily="34" charset="0"/>
                  </a:rPr>
                  <a:t>AgCl</a:t>
                </a:r>
                <a:r>
                  <a:rPr lang="pt-BR" altLang="pt-BR" sz="2400" dirty="0">
                    <a:solidFill>
                      <a:schemeClr val="tx1"/>
                    </a:solidFill>
                    <a:latin typeface="Aptos" panose="020B0004020202020204" pitchFamily="34" charset="0"/>
                  </a:rPr>
                  <a:t> aumentava quando a concentração de KNO</a:t>
                </a:r>
                <a:r>
                  <a:rPr lang="pt-BR" altLang="pt-BR" sz="2400" baseline="-25000" dirty="0">
                    <a:solidFill>
                      <a:schemeClr val="tx1"/>
                    </a:solidFill>
                    <a:latin typeface="Aptos" panose="020B0004020202020204" pitchFamily="34" charset="0"/>
                  </a:rPr>
                  <a:t>3</a:t>
                </a:r>
                <a:r>
                  <a:rPr lang="pt-BR" altLang="pt-BR" sz="2400" dirty="0">
                    <a:solidFill>
                      <a:schemeClr val="tx1"/>
                    </a:solidFill>
                    <a:latin typeface="Aptos" panose="020B0004020202020204" pitchFamily="34" charset="0"/>
                  </a:rPr>
                  <a:t> aumentava.</a:t>
                </a:r>
              </a:p>
              <a:p>
                <a:pPr marL="114300" indent="0" algn="ctr">
                  <a:buNone/>
                </a:pPr>
                <a:r>
                  <a:rPr lang="pt-BR" altLang="pt-BR" sz="2400" b="1" dirty="0" err="1">
                    <a:solidFill>
                      <a:schemeClr val="accent1">
                        <a:lumMod val="50000"/>
                      </a:schemeClr>
                    </a:solidFill>
                    <a:latin typeface="Aptos" panose="020B0004020202020204" pitchFamily="34" charset="0"/>
                  </a:rPr>
                  <a:t>AgCl</a:t>
                </a:r>
                <a:r>
                  <a:rPr lang="pt-BR" altLang="pt-BR" sz="2400" b="1" dirty="0">
                    <a:solidFill>
                      <a:schemeClr val="accent1">
                        <a:lumMod val="50000"/>
                      </a:schemeClr>
                    </a:solidFill>
                    <a:latin typeface="Aptos" panose="020B0004020202020204" pitchFamily="34" charset="0"/>
                  </a:rPr>
                  <a:t> (s) </a:t>
                </a:r>
                <a:r>
                  <a:rPr lang="pt-BR" sz="2400" b="1" i="0" dirty="0">
                    <a:solidFill>
                      <a:schemeClr val="accent1">
                        <a:lumMod val="50000"/>
                      </a:schemeClr>
                    </a:solidFill>
                    <a:effectLst/>
                    <a:latin typeface="Aptos" panose="020B0004020202020204" pitchFamily="34" charset="0"/>
                  </a:rPr>
                  <a:t>⇌</a:t>
                </a:r>
                <a:r>
                  <a:rPr lang="pt-BR" altLang="pt-BR" sz="2400" b="1" dirty="0">
                    <a:solidFill>
                      <a:schemeClr val="accent1">
                        <a:lumMod val="50000"/>
                      </a:schemeClr>
                    </a:solidFill>
                    <a:latin typeface="Aptos" panose="020B0004020202020204" pitchFamily="34" charset="0"/>
                  </a:rPr>
                  <a:t> Ag</a:t>
                </a:r>
                <a:r>
                  <a:rPr lang="pt-BR" altLang="pt-BR" sz="2400" b="1" baseline="30000" dirty="0">
                    <a:solidFill>
                      <a:schemeClr val="accent1">
                        <a:lumMod val="50000"/>
                      </a:schemeClr>
                    </a:solidFill>
                    <a:latin typeface="Aptos" panose="020B0004020202020204" pitchFamily="34" charset="0"/>
                  </a:rPr>
                  <a:t>+</a:t>
                </a:r>
                <a:r>
                  <a:rPr lang="pt-BR" altLang="pt-BR" sz="2400" b="1" dirty="0">
                    <a:solidFill>
                      <a:schemeClr val="accent1">
                        <a:lumMod val="50000"/>
                      </a:schemeClr>
                    </a:solidFill>
                    <a:latin typeface="Aptos" panose="020B0004020202020204" pitchFamily="34" charset="0"/>
                  </a:rPr>
                  <a:t> + Cl</a:t>
                </a:r>
                <a:r>
                  <a:rPr lang="pt-BR" altLang="pt-BR" sz="2400" b="1" baseline="30000" dirty="0">
                    <a:solidFill>
                      <a:schemeClr val="accent1">
                        <a:lumMod val="50000"/>
                      </a:schemeClr>
                    </a:solidFill>
                    <a:latin typeface="Aptos" panose="020B0004020202020204" pitchFamily="34" charset="0"/>
                  </a:rPr>
                  <a:t>-</a:t>
                </a:r>
              </a:p>
              <a:p>
                <a:pPr marL="114300" indent="0" algn="ctr">
                  <a:buNone/>
                </a:pPr>
                <a:r>
                  <a:rPr lang="pt-BR" sz="2400" b="1" i="0" dirty="0">
                    <a:solidFill>
                      <a:schemeClr val="accent1">
                        <a:lumMod val="50000"/>
                      </a:schemeClr>
                    </a:solidFill>
                    <a:effectLst/>
                    <a:latin typeface="Aptos" panose="020B0004020202020204" pitchFamily="34" charset="0"/>
                  </a:rPr>
                  <a:t>KNO</a:t>
                </a:r>
                <a:r>
                  <a:rPr lang="pt-BR" sz="2400" b="1" i="0" baseline="-25000" dirty="0">
                    <a:solidFill>
                      <a:schemeClr val="accent1">
                        <a:lumMod val="50000"/>
                      </a:schemeClr>
                    </a:solidFill>
                    <a:effectLst/>
                    <a:latin typeface="Aptos" panose="020B0004020202020204" pitchFamily="34" charset="0"/>
                  </a:rPr>
                  <a:t>3 </a:t>
                </a:r>
                <a:r>
                  <a:rPr lang="pt-BR" sz="2400" b="1" i="0" dirty="0">
                    <a:solidFill>
                      <a:schemeClr val="accent1">
                        <a:lumMod val="50000"/>
                      </a:schemeClr>
                    </a:solidFill>
                    <a:effectLst/>
                    <a:latin typeface="Aptos" panose="020B0004020202020204" pitchFamily="34" charset="0"/>
                  </a:rPr>
                  <a:t>⇌ K</a:t>
                </a:r>
                <a:r>
                  <a:rPr lang="pt-BR" sz="2400" b="1" i="0" baseline="30000" dirty="0">
                    <a:solidFill>
                      <a:schemeClr val="accent1">
                        <a:lumMod val="50000"/>
                      </a:schemeClr>
                    </a:solidFill>
                    <a:effectLst/>
                    <a:latin typeface="Aptos" panose="020B0004020202020204" pitchFamily="34" charset="0"/>
                  </a:rPr>
                  <a:t>+</a:t>
                </a:r>
                <a:r>
                  <a:rPr lang="pt-BR" sz="2400" b="1" i="0" dirty="0">
                    <a:solidFill>
                      <a:schemeClr val="accent1">
                        <a:lumMod val="50000"/>
                      </a:schemeClr>
                    </a:solidFill>
                    <a:effectLst/>
                    <a:latin typeface="Aptos" panose="020B0004020202020204" pitchFamily="34" charset="0"/>
                  </a:rPr>
                  <a:t> + NO</a:t>
                </a:r>
                <a:r>
                  <a:rPr lang="pt-BR" sz="2400" b="1" i="0" baseline="-25000" dirty="0">
                    <a:solidFill>
                      <a:schemeClr val="accent1">
                        <a:lumMod val="50000"/>
                      </a:schemeClr>
                    </a:solidFill>
                    <a:effectLst/>
                    <a:latin typeface="Aptos" panose="020B0004020202020204" pitchFamily="34" charset="0"/>
                  </a:rPr>
                  <a:t>3</a:t>
                </a:r>
                <a:r>
                  <a:rPr lang="pt-BR" sz="2400" b="1" i="0" baseline="30000" dirty="0">
                    <a:solidFill>
                      <a:schemeClr val="accent1">
                        <a:lumMod val="50000"/>
                      </a:schemeClr>
                    </a:solidFill>
                    <a:effectLst/>
                    <a:latin typeface="Aptos" panose="020B0004020202020204" pitchFamily="34" charset="0"/>
                  </a:rPr>
                  <a:t>-</a:t>
                </a:r>
              </a:p>
              <a:p>
                <a:pPr marL="114300" indent="0" algn="ctr">
                  <a:buNone/>
                </a:pPr>
                <a:endParaRPr lang="pt-BR" sz="2400" b="1" baseline="30000" dirty="0">
                  <a:solidFill>
                    <a:schemeClr val="accent1">
                      <a:lumMod val="50000"/>
                    </a:schemeClr>
                  </a:solidFill>
                  <a:latin typeface="Aptos" panose="020B0004020202020204" pitchFamily="34" charset="0"/>
                </a:endParaRPr>
              </a:p>
              <a:p>
                <a:pPr marL="11430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altLang="pt-BR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altLang="pt-BR" sz="2400" b="0" i="1" smtClean="0"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  <m:sub>
                          <m:r>
                            <a:rPr lang="pt-BR" altLang="pt-BR" sz="2400" b="0" i="1" smtClean="0">
                              <a:latin typeface="Cambria Math" panose="02040503050406030204" pitchFamily="18" charset="0"/>
                            </a:rPr>
                            <m:t>𝑝𝑠</m:t>
                          </m:r>
                        </m:sub>
                      </m:sSub>
                      <m:r>
                        <a:rPr lang="pt-BR" altLang="pt-BR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pt-BR" altLang="pt-BR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altLang="pt-BR" sz="24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sSup>
                            <m:sSupPr>
                              <m:ctrlPr>
                                <a:rPr lang="pt-BR" altLang="pt-BR" sz="240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pt-BR" altLang="pt-BR" sz="2400" b="0" i="1" smtClean="0">
                                  <a:latin typeface="Cambria Math" panose="02040503050406030204" pitchFamily="18" charset="0"/>
                                </a:rPr>
                                <m:t>𝐴𝑔</m:t>
                              </m:r>
                            </m:e>
                            <m:sup>
                              <m:r>
                                <a:rPr lang="pt-BR" altLang="pt-BR" sz="2400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</m:sup>
                          </m:sSup>
                        </m:sub>
                      </m:sSub>
                      <m:r>
                        <a:rPr lang="pt-BR" altLang="pt-BR" sz="2400" b="0" i="1" smtClean="0">
                          <a:latin typeface="Cambria Math" panose="02040503050406030204" pitchFamily="18" charset="0"/>
                        </a:rPr>
                        <m:t>.</m:t>
                      </m:r>
                      <m:sSub>
                        <m:sSubPr>
                          <m:ctrlPr>
                            <a:rPr lang="pt-BR" altLang="pt-BR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altLang="pt-BR" sz="2400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sSup>
                            <m:sSupPr>
                              <m:ctrlPr>
                                <a:rPr lang="pt-BR" altLang="pt-BR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pt-BR" altLang="pt-BR" sz="2400" b="0" i="1" smtClean="0">
                                  <a:latin typeface="Cambria Math" panose="02040503050406030204" pitchFamily="18" charset="0"/>
                                </a:rPr>
                                <m:t>𝐶𝑙</m:t>
                              </m:r>
                            </m:e>
                            <m:sup>
                              <m:r>
                                <a:rPr lang="pt-BR" altLang="pt-BR" sz="24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</m:sup>
                          </m:sSup>
                        </m:sub>
                      </m:sSub>
                    </m:oMath>
                  </m:oMathPara>
                </a14:m>
                <a:endParaRPr lang="pt-BR" sz="2400" b="1" baseline="30000" dirty="0">
                  <a:solidFill>
                    <a:schemeClr val="accent1">
                      <a:lumMod val="50000"/>
                    </a:schemeClr>
                  </a:solidFill>
                  <a:latin typeface="Aptos" panose="020B0004020202020204" pitchFamily="34" charset="0"/>
                </a:endParaRPr>
              </a:p>
              <a:p>
                <a:pPr marL="11430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sz="2400" b="1" i="1" baseline="30000" smtClean="0">
                              <a:solidFill>
                                <a:schemeClr val="accent1">
                                  <a:lumMod val="50000"/>
                                </a:schemeClr>
                              </a:solidFill>
                              <a:effectLst/>
                              <a:latin typeface="Cambria Math" panose="02040503050406030204" pitchFamily="18" charset="0"/>
                            </a:rPr>
                          </m:ctrlPr>
                        </m:sSubPr>
                        <m:e/>
                        <m:sub/>
                      </m:sSub>
                    </m:oMath>
                  </m:oMathPara>
                </a14:m>
                <a:endParaRPr lang="pt-BR" sz="2400" b="1" i="0" baseline="30000" dirty="0">
                  <a:solidFill>
                    <a:schemeClr val="accent1">
                      <a:lumMod val="50000"/>
                    </a:schemeClr>
                  </a:solidFill>
                  <a:effectLst/>
                  <a:latin typeface="Aptos" panose="020B0004020202020204" pitchFamily="34" charset="0"/>
                </a:endParaRPr>
              </a:p>
              <a:p>
                <a:pPr marL="114300" indent="0" algn="ctr">
                  <a:buNone/>
                </a:pPr>
                <a:endParaRPr lang="pt-BR" altLang="pt-BR" sz="2400" b="1" baseline="30000" dirty="0">
                  <a:solidFill>
                    <a:schemeClr val="accent1">
                      <a:lumMod val="50000"/>
                    </a:schemeClr>
                  </a:solidFill>
                  <a:latin typeface="Aptos" panose="020B0004020202020204" pitchFamily="34" charset="0"/>
                </a:endParaRPr>
              </a:p>
              <a:p>
                <a:pPr marL="11430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altLang="pt-BR" sz="2400" b="1" i="1" baseline="30000" smtClean="0">
                              <a:solidFill>
                                <a:schemeClr val="accent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/>
                        <m:sub/>
                      </m:sSub>
                    </m:oMath>
                  </m:oMathPara>
                </a14:m>
                <a:endParaRPr lang="pt-BR" altLang="pt-BR" sz="2400" b="1" baseline="30000" dirty="0">
                  <a:solidFill>
                    <a:schemeClr val="accent1">
                      <a:lumMod val="50000"/>
                    </a:schemeClr>
                  </a:solidFill>
                  <a:latin typeface="Aptos" panose="020B0004020202020204" pitchFamily="34" charset="0"/>
                </a:endParaRPr>
              </a:p>
              <a:p>
                <a:pPr marL="114300" indent="0" algn="just">
                  <a:buNone/>
                </a:pPr>
                <a:endParaRPr lang="pt-BR" altLang="pt-BR" sz="2400" dirty="0">
                  <a:solidFill>
                    <a:schemeClr val="tx1"/>
                  </a:solidFill>
                  <a:latin typeface="Aptos" panose="020B0004020202020204" pitchFamily="34" charset="0"/>
                </a:endParaRPr>
              </a:p>
              <a:p>
                <a:pPr marL="114300" indent="0" algn="just">
                  <a:buNone/>
                </a:pPr>
                <a:endParaRPr lang="pt-BR" altLang="pt-BR" sz="2400" dirty="0">
                  <a:solidFill>
                    <a:schemeClr val="tx1"/>
                  </a:solidFill>
                  <a:latin typeface="Aptos" panose="020B0004020202020204" pitchFamily="34" charset="0"/>
                </a:endParaRPr>
              </a:p>
              <a:p>
                <a:pPr marL="114300" indent="0" algn="just">
                  <a:buNone/>
                </a:pPr>
                <a:endParaRPr lang="pt-BR" altLang="pt-BR" sz="2400" dirty="0">
                  <a:solidFill>
                    <a:schemeClr val="tx1"/>
                  </a:solidFill>
                  <a:latin typeface="Aptos" panose="020B0004020202020204" pitchFamily="34" charset="0"/>
                </a:endParaRPr>
              </a:p>
              <a:p>
                <a:pPr marL="457200" indent="-342900">
                  <a:buFont typeface="Wingdings" panose="05000000000000000000" pitchFamily="2" charset="2"/>
                  <a:buChar char="v"/>
                </a:pPr>
                <a:endParaRPr lang="pt-BR" altLang="pt-BR" sz="2400" b="1" dirty="0">
                  <a:solidFill>
                    <a:srgbClr val="C00000"/>
                  </a:solidFill>
                  <a:latin typeface="Aptos" panose="020B0004020202020204" pitchFamily="34" charset="0"/>
                </a:endParaRPr>
              </a:p>
              <a:p>
                <a:pPr marL="457200" indent="-342900">
                  <a:buFont typeface="Wingdings" panose="05000000000000000000" pitchFamily="2" charset="2"/>
                  <a:buChar char="v"/>
                </a:pPr>
                <a:endParaRPr lang="pt-BR" altLang="pt-BR" sz="2400" dirty="0">
                  <a:solidFill>
                    <a:schemeClr val="tx1"/>
                  </a:solidFill>
                  <a:latin typeface="Aptos" panose="020B0004020202020204" pitchFamily="34" charset="0"/>
                </a:endParaRPr>
              </a:p>
              <a:p>
                <a:pPr marL="457200" indent="-342900">
                  <a:buFont typeface="Wingdings" panose="05000000000000000000" pitchFamily="2" charset="2"/>
                  <a:buChar char="v"/>
                </a:pPr>
                <a:endParaRPr lang="pt-BR" altLang="pt-BR" sz="2400" dirty="0">
                  <a:solidFill>
                    <a:schemeClr val="tx1"/>
                  </a:solidFill>
                  <a:latin typeface="Aptos" panose="020B0004020202020204" pitchFamily="34" charset="0"/>
                </a:endParaRPr>
              </a:p>
              <a:p>
                <a:pPr marL="114300" indent="0" algn="ctr">
                  <a:buFont typeface="Arial" panose="020B0604020202020204" pitchFamily="34" charset="0"/>
                  <a:buNone/>
                </a:pPr>
                <a:r>
                  <a:rPr lang="pt-BR" altLang="pt-BR" sz="2400" i="1" dirty="0">
                    <a:latin typeface="Cambria Math" panose="02040503050406030204" pitchFamily="18" charset="0"/>
                  </a:rPr>
                  <a:t> </a:t>
                </a:r>
              </a:p>
              <a:p>
                <a:pPr marL="114300" indent="0" algn="ctr">
                  <a:buFont typeface="Arial" panose="020B0604020202020204" pitchFamily="34" charset="0"/>
                  <a:buNone/>
                </a:pPr>
                <a:r>
                  <a:rPr lang="pt-BR" altLang="pt-BR" sz="2400" dirty="0">
                    <a:latin typeface="Aptos" panose="020B0004020202020204" pitchFamily="34" charset="0"/>
                  </a:rPr>
                  <a:t>   </a:t>
                </a:r>
              </a:p>
              <a:p>
                <a:pPr marL="114300" indent="0">
                  <a:buFont typeface="Arial" panose="020B0604020202020204" pitchFamily="34" charset="0"/>
                  <a:buNone/>
                </a:pPr>
                <a:endParaRPr lang="pt-BR" altLang="pt-BR" sz="2400" dirty="0">
                  <a:latin typeface="Aptos" panose="020B0004020202020204" pitchFamily="34" charset="0"/>
                </a:endParaRPr>
              </a:p>
            </p:txBody>
          </p:sp>
        </mc:Choice>
        <mc:Fallback xmlns="">
          <p:sp>
            <p:nvSpPr>
              <p:cNvPr id="3" name="Espaço Reservado para Conteúdo 2">
                <a:extLst>
                  <a:ext uri="{FF2B5EF4-FFF2-40B4-BE49-F238E27FC236}">
                    <a16:creationId xmlns:a16="http://schemas.microsoft.com/office/drawing/2014/main" id="{38789773-A5BC-C69A-6D64-5BF0D4F1C35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7166" y="677881"/>
                <a:ext cx="11617666" cy="5607380"/>
              </a:xfrm>
              <a:prstGeom prst="rect">
                <a:avLst/>
              </a:prstGeom>
              <a:blipFill>
                <a:blip r:embed="rId2"/>
                <a:stretch>
                  <a:fillRect r="-839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Retângulo 7">
            <a:extLst>
              <a:ext uri="{FF2B5EF4-FFF2-40B4-BE49-F238E27FC236}">
                <a16:creationId xmlns:a16="http://schemas.microsoft.com/office/drawing/2014/main" id="{3FBDFF2B-E7E7-0E90-0F20-AB84929AD905}"/>
              </a:ext>
            </a:extLst>
          </p:cNvPr>
          <p:cNvSpPr/>
          <p:nvPr/>
        </p:nvSpPr>
        <p:spPr>
          <a:xfrm>
            <a:off x="7358741" y="800991"/>
            <a:ext cx="4027715" cy="46166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pt-BR" altLang="pt-BR" sz="2400" b="1" kern="0" dirty="0">
                <a:solidFill>
                  <a:schemeClr val="accent1">
                    <a:lumMod val="50000"/>
                  </a:schemeClr>
                </a:solidFill>
                <a:latin typeface="Aptos" panose="020B0004020202020204" pitchFamily="34" charset="0"/>
                <a:sym typeface="Symbol" panose="05050102010706020507" pitchFamily="18" charset="2"/>
              </a:rPr>
              <a:t>Válida para soluções ideais</a:t>
            </a:r>
            <a:endParaRPr lang="pt-BR" altLang="pt-BR" sz="2400" b="1" dirty="0">
              <a:latin typeface="Aptos" panose="020B0004020202020204" pitchFamily="34" charset="0"/>
            </a:endParaRPr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3A87EBDE-3CE8-784F-E0DF-B568A8F239CE}"/>
              </a:ext>
            </a:extLst>
          </p:cNvPr>
          <p:cNvSpPr/>
          <p:nvPr/>
        </p:nvSpPr>
        <p:spPr>
          <a:xfrm>
            <a:off x="7877117" y="4487349"/>
            <a:ext cx="4027715" cy="156966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pt-BR" altLang="pt-BR" sz="2400" b="1" kern="0" dirty="0">
                <a:solidFill>
                  <a:schemeClr val="accent1">
                    <a:lumMod val="50000"/>
                  </a:schemeClr>
                </a:solidFill>
                <a:latin typeface="Aptos" panose="020B0004020202020204" pitchFamily="34" charset="0"/>
                <a:sym typeface="Symbol" panose="05050102010706020507" pitchFamily="18" charset="2"/>
              </a:rPr>
              <a:t>A formação de pares iônicos afeta a atividade de uma espécie em uma solução.</a:t>
            </a:r>
            <a:endParaRPr lang="pt-BR" altLang="pt-BR" sz="2400" b="1" dirty="0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7915925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B7F348-745F-C1E0-FE25-9730310755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C42E93D5-86FC-5983-F380-9FB5D86B121F}"/>
              </a:ext>
            </a:extLst>
          </p:cNvPr>
          <p:cNvSpPr txBox="1"/>
          <p:nvPr/>
        </p:nvSpPr>
        <p:spPr>
          <a:xfrm>
            <a:off x="0" y="16907"/>
            <a:ext cx="1219199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3200" b="1" dirty="0">
                <a:solidFill>
                  <a:schemeClr val="accent1">
                    <a:lumMod val="50000"/>
                  </a:schemeClr>
                </a:solidFill>
                <a:latin typeface="Aptos" panose="020B0004020202020204" pitchFamily="34" charset="0"/>
                <a:cs typeface="Arial" panose="020B0604020202020204" pitchFamily="34" charset="0"/>
              </a:rPr>
              <a:t>Equilíbrio Químico</a:t>
            </a:r>
          </a:p>
        </p:txBody>
      </p:sp>
      <p:grpSp>
        <p:nvGrpSpPr>
          <p:cNvPr id="5" name="Grupo 27">
            <a:extLst>
              <a:ext uri="{FF2B5EF4-FFF2-40B4-BE49-F238E27FC236}">
                <a16:creationId xmlns:a16="http://schemas.microsoft.com/office/drawing/2014/main" id="{A6F830E4-D7B6-E118-F56F-9065899A59F5}"/>
              </a:ext>
            </a:extLst>
          </p:cNvPr>
          <p:cNvGrpSpPr/>
          <p:nvPr/>
        </p:nvGrpSpPr>
        <p:grpSpPr>
          <a:xfrm>
            <a:off x="1758141" y="815132"/>
            <a:ext cx="4539141" cy="5631286"/>
            <a:chOff x="5987344" y="3267056"/>
            <a:chExt cx="2788617" cy="3459575"/>
          </a:xfrm>
        </p:grpSpPr>
        <p:sp>
          <p:nvSpPr>
            <p:cNvPr id="7" name="Text Box 13">
              <a:extLst>
                <a:ext uri="{FF2B5EF4-FFF2-40B4-BE49-F238E27FC236}">
                  <a16:creationId xmlns:a16="http://schemas.microsoft.com/office/drawing/2014/main" id="{9F3A7D49-0277-24D2-A47E-50934D5335D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004601" y="6426745"/>
              <a:ext cx="2771360" cy="29988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algn="ctr">
                <a:lnSpc>
                  <a:spcPts val="600"/>
                </a:lnSpc>
                <a:spcBef>
                  <a:spcPct val="50000"/>
                </a:spcBef>
              </a:pPr>
              <a:r>
                <a:rPr lang="pt-BR" altLang="pt-BR" sz="900" dirty="0">
                  <a:latin typeface="Arial" pitchFamily="34" charset="0"/>
                  <a:cs typeface="Arial" pitchFamily="34" charset="0"/>
                </a:rPr>
                <a:t>Fonte: Figura 10.2 - </a:t>
              </a:r>
              <a:r>
                <a:rPr lang="pt-BR" sz="900" dirty="0" err="1"/>
                <a:t>Skoog</a:t>
              </a:r>
              <a:r>
                <a:rPr lang="pt-BR" sz="900" dirty="0"/>
                <a:t>, 9</a:t>
              </a:r>
              <a:r>
                <a:rPr lang="pt-BR" sz="900" baseline="30000" dirty="0"/>
                <a:t>ª</a:t>
              </a:r>
              <a:r>
                <a:rPr lang="pt-BR" sz="900" dirty="0"/>
                <a:t> Edição, 2014</a:t>
              </a:r>
              <a:endParaRPr lang="pt-BR" altLang="pt-BR" sz="900" dirty="0">
                <a:latin typeface="Arial" pitchFamily="34" charset="0"/>
                <a:cs typeface="Arial" pitchFamily="34" charset="0"/>
              </a:endParaRPr>
            </a:p>
          </p:txBody>
        </p:sp>
        <p:grpSp>
          <p:nvGrpSpPr>
            <p:cNvPr id="8" name="Grupo 25">
              <a:extLst>
                <a:ext uri="{FF2B5EF4-FFF2-40B4-BE49-F238E27FC236}">
                  <a16:creationId xmlns:a16="http://schemas.microsoft.com/office/drawing/2014/main" id="{79D3E9B8-A644-7F3B-6105-9BD8FEACFBF5}"/>
                </a:ext>
              </a:extLst>
            </p:cNvPr>
            <p:cNvGrpSpPr/>
            <p:nvPr/>
          </p:nvGrpSpPr>
          <p:grpSpPr>
            <a:xfrm>
              <a:off x="5987344" y="3267056"/>
              <a:ext cx="2724150" cy="3114675"/>
              <a:chOff x="5987344" y="3267056"/>
              <a:chExt cx="2724150" cy="3114675"/>
            </a:xfrm>
          </p:grpSpPr>
          <p:pic>
            <p:nvPicPr>
              <p:cNvPr id="10" name="Imagem 9">
                <a:extLst>
                  <a:ext uri="{FF2B5EF4-FFF2-40B4-BE49-F238E27FC236}">
                    <a16:creationId xmlns:a16="http://schemas.microsoft.com/office/drawing/2014/main" id="{C12D2BAC-1E68-1BBE-EDE2-341789B3007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 cstate="print"/>
              <a:stretch>
                <a:fillRect/>
              </a:stretch>
            </p:blipFill>
            <p:spPr>
              <a:xfrm>
                <a:off x="5987344" y="3267056"/>
                <a:ext cx="2724150" cy="3114675"/>
              </a:xfrm>
              <a:prstGeom prst="rect">
                <a:avLst/>
              </a:prstGeom>
              <a:ln w="31750">
                <a:solidFill>
                  <a:schemeClr val="tx1"/>
                </a:solidFill>
                <a:prstDash val="sysDash"/>
              </a:ln>
            </p:spPr>
          </p:pic>
          <p:sp>
            <p:nvSpPr>
              <p:cNvPr id="11" name="Elipse 10">
                <a:extLst>
                  <a:ext uri="{FF2B5EF4-FFF2-40B4-BE49-F238E27FC236}">
                    <a16:creationId xmlns:a16="http://schemas.microsoft.com/office/drawing/2014/main" id="{3639424D-BBA9-BF59-D193-CE6999E04F01}"/>
                  </a:ext>
                </a:extLst>
              </p:cNvPr>
              <p:cNvSpPr/>
              <p:nvPr/>
            </p:nvSpPr>
            <p:spPr>
              <a:xfrm>
                <a:off x="7169399" y="5845000"/>
                <a:ext cx="360040" cy="248296"/>
              </a:xfrm>
              <a:prstGeom prst="ellipse">
                <a:avLst/>
              </a:prstGeom>
              <a:noFill/>
              <a:ln w="19050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cxnSp>
            <p:nvCxnSpPr>
              <p:cNvPr id="12" name="Conector reto 11">
                <a:extLst>
                  <a:ext uri="{FF2B5EF4-FFF2-40B4-BE49-F238E27FC236}">
                    <a16:creationId xmlns:a16="http://schemas.microsoft.com/office/drawing/2014/main" id="{9E05FC79-C926-63E1-0D63-03B4B9A5E67A}"/>
                  </a:ext>
                </a:extLst>
              </p:cNvPr>
              <p:cNvCxnSpPr/>
              <p:nvPr/>
            </p:nvCxnSpPr>
            <p:spPr>
              <a:xfrm>
                <a:off x="7308304" y="4221088"/>
                <a:ext cx="0" cy="1623912"/>
              </a:xfrm>
              <a:prstGeom prst="line">
                <a:avLst/>
              </a:prstGeom>
              <a:ln w="19050">
                <a:solidFill>
                  <a:srgbClr val="C00000"/>
                </a:solidFill>
                <a:prstDash val="sys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" name="Conector reto 12">
                <a:extLst>
                  <a:ext uri="{FF2B5EF4-FFF2-40B4-BE49-F238E27FC236}">
                    <a16:creationId xmlns:a16="http://schemas.microsoft.com/office/drawing/2014/main" id="{6CC8736C-9871-DD09-56AB-1B3D79F4216A}"/>
                  </a:ext>
                </a:extLst>
              </p:cNvPr>
              <p:cNvCxnSpPr/>
              <p:nvPr/>
            </p:nvCxnSpPr>
            <p:spPr>
              <a:xfrm flipH="1">
                <a:off x="6511814" y="4221088"/>
                <a:ext cx="764591" cy="0"/>
              </a:xfrm>
              <a:prstGeom prst="line">
                <a:avLst/>
              </a:prstGeom>
              <a:ln w="19050">
                <a:solidFill>
                  <a:srgbClr val="C00000"/>
                </a:solidFill>
                <a:prstDash val="sys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9" name="Retângulo 8">
              <a:extLst>
                <a:ext uri="{FF2B5EF4-FFF2-40B4-BE49-F238E27FC236}">
                  <a16:creationId xmlns:a16="http://schemas.microsoft.com/office/drawing/2014/main" id="{2071D7A7-4421-7CE8-01D7-C0F49B575F76}"/>
                </a:ext>
              </a:extLst>
            </p:cNvPr>
            <p:cNvSpPr/>
            <p:nvPr/>
          </p:nvSpPr>
          <p:spPr>
            <a:xfrm>
              <a:off x="7060381" y="3645024"/>
              <a:ext cx="576064" cy="288032"/>
            </a:xfrm>
            <a:prstGeom prst="rect">
              <a:avLst/>
            </a:prstGeom>
            <a:noFill/>
            <a:ln w="25400">
              <a:solidFill>
                <a:srgbClr val="002060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sp>
        <p:nvSpPr>
          <p:cNvPr id="16" name="Retângulo 15">
            <a:extLst>
              <a:ext uri="{FF2B5EF4-FFF2-40B4-BE49-F238E27FC236}">
                <a16:creationId xmlns:a16="http://schemas.microsoft.com/office/drawing/2014/main" id="{2F47EFC2-2710-A7B7-35F9-6084757751CE}"/>
              </a:ext>
            </a:extLst>
          </p:cNvPr>
          <p:cNvSpPr/>
          <p:nvPr/>
        </p:nvSpPr>
        <p:spPr>
          <a:xfrm>
            <a:off x="6642557" y="2695192"/>
            <a:ext cx="3791302" cy="1015663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pt-BR" altLang="pt-BR" sz="2000" b="1" kern="0" dirty="0">
                <a:solidFill>
                  <a:schemeClr val="accent1">
                    <a:lumMod val="50000"/>
                  </a:schemeClr>
                </a:solidFill>
                <a:latin typeface="Aptos" panose="020B0004020202020204" pitchFamily="34" charset="0"/>
                <a:sym typeface="Symbol" panose="05050102010706020507" pitchFamily="18" charset="2"/>
              </a:rPr>
              <a:t>A presença de um sal diverso aumenta a dissociação de um eletrólito fraco.</a:t>
            </a:r>
          </a:p>
        </p:txBody>
      </p:sp>
    </p:spTree>
    <p:extLst>
      <p:ext uri="{BB962C8B-B14F-4D97-AF65-F5344CB8AC3E}">
        <p14:creationId xmlns:p14="http://schemas.microsoft.com/office/powerpoint/2010/main" val="69568264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8FDF0E-FF34-3F69-22DF-8B2B467937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C41F4DCD-2AA7-9672-86E3-48222BAF74B7}"/>
              </a:ext>
            </a:extLst>
          </p:cNvPr>
          <p:cNvSpPr txBox="1"/>
          <p:nvPr/>
        </p:nvSpPr>
        <p:spPr>
          <a:xfrm>
            <a:off x="0" y="16907"/>
            <a:ext cx="1219199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3200" b="1" dirty="0">
                <a:solidFill>
                  <a:schemeClr val="accent1">
                    <a:lumMod val="50000"/>
                  </a:schemeClr>
                </a:solidFill>
                <a:latin typeface="Aptos" panose="020B0004020202020204" pitchFamily="34" charset="0"/>
                <a:cs typeface="Arial" panose="020B0604020202020204" pitchFamily="34" charset="0"/>
              </a:rPr>
              <a:t>Equilíbrio Químico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Espaço Reservado para Conteúdo 2">
                <a:extLst>
                  <a:ext uri="{FF2B5EF4-FFF2-40B4-BE49-F238E27FC236}">
                    <a16:creationId xmlns:a16="http://schemas.microsoft.com/office/drawing/2014/main" id="{09BAFE82-97D4-EBEA-1EC8-28C1553CFF87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87167" y="807025"/>
                <a:ext cx="11617666" cy="5713517"/>
              </a:xfrm>
              <a:prstGeom prst="rect">
                <a:avLst/>
              </a:prstGeom>
            </p:spPr>
            <p:txBody>
              <a:bodyPr/>
              <a:lstStyle>
                <a:lvl1pPr marL="91440" indent="-91440" algn="l" defTabSz="914400" rtl="0" eaLnBrk="1" latinLnBrk="0" hangingPunct="1">
                  <a:lnSpc>
                    <a:spcPct val="90000"/>
                  </a:lnSpc>
                  <a:spcBef>
                    <a:spcPts val="1200"/>
                  </a:spcBef>
                  <a:spcAft>
                    <a:spcPts val="200"/>
                  </a:spcAft>
                  <a:buClr>
                    <a:schemeClr val="accent1"/>
                  </a:buClr>
                  <a:buSzPct val="100000"/>
                  <a:buFont typeface="Calibri" panose="020F0502020204030204" pitchFamily="34" charset="0"/>
                  <a:buChar char=" "/>
                  <a:defRPr sz="20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1pPr>
                <a:lvl2pPr marL="384048" indent="-18288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itchFamily="34" charset="0"/>
                  <a:buChar char="◦"/>
                  <a:defRPr sz="18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2pPr>
                <a:lvl3pPr marL="566928" indent="-18288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itchFamily="34" charset="0"/>
                  <a:buChar char="◦"/>
                  <a:defRPr sz="14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3pPr>
                <a:lvl4pPr marL="749808" indent="-18288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itchFamily="34" charset="0"/>
                  <a:buChar char="◦"/>
                  <a:defRPr sz="14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4pPr>
                <a:lvl5pPr marL="932688" indent="-18288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itchFamily="34" charset="0"/>
                  <a:buChar char="◦"/>
                  <a:defRPr sz="14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5pPr>
                <a:lvl6pPr marL="1100000" indent="-22860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itchFamily="34" charset="0"/>
                  <a:buChar char="◦"/>
                  <a:defRPr sz="14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6pPr>
                <a:lvl7pPr marL="1300000" indent="-22860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itchFamily="34" charset="0"/>
                  <a:buChar char="◦"/>
                  <a:defRPr sz="14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7pPr>
                <a:lvl8pPr marL="1500000" indent="-22860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itchFamily="34" charset="0"/>
                  <a:buChar char="◦"/>
                  <a:defRPr sz="14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8pPr>
                <a:lvl9pPr marL="1700000" indent="-22860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itchFamily="34" charset="0"/>
                  <a:buChar char="◦"/>
                  <a:defRPr sz="14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457200" indent="-342900">
                  <a:buFont typeface="Wingdings" panose="05000000000000000000" pitchFamily="2" charset="2"/>
                  <a:buChar char="v"/>
                </a:pPr>
                <a:r>
                  <a:rPr lang="pt-BR" altLang="pt-BR" sz="2400" b="1" dirty="0">
                    <a:solidFill>
                      <a:schemeClr val="accent1">
                        <a:lumMod val="50000"/>
                      </a:schemeClr>
                    </a:solidFill>
                    <a:latin typeface="Aptos" panose="020B0004020202020204" pitchFamily="34" charset="0"/>
                  </a:rPr>
                  <a:t>Atividade (a)</a:t>
                </a:r>
                <a:r>
                  <a:rPr lang="pt-BR" altLang="pt-BR" sz="2400" dirty="0">
                    <a:solidFill>
                      <a:schemeClr val="tx1"/>
                    </a:solidFill>
                    <a:latin typeface="Aptos" panose="020B0004020202020204" pitchFamily="34" charset="0"/>
                  </a:rPr>
                  <a:t> → Solução Real → Concentração efetiva</a:t>
                </a:r>
              </a:p>
              <a:p>
                <a:pPr marL="114300" indent="0">
                  <a:buNone/>
                </a:pPr>
                <a:endParaRPr lang="pt-BR" altLang="pt-BR" sz="2400" b="1" dirty="0">
                  <a:solidFill>
                    <a:srgbClr val="C00000"/>
                  </a:solidFill>
                  <a:latin typeface="Aptos" panose="020B0004020202020204" pitchFamily="34" charset="0"/>
                </a:endParaRPr>
              </a:p>
              <a:p>
                <a:pPr marL="114300" indent="0" algn="just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pt-BR" altLang="pt-BR" sz="2400" b="0" i="1" smtClean="0">
                          <a:latin typeface="Cambria Math" panose="02040503050406030204" pitchFamily="18" charset="0"/>
                        </a:rPr>
                        <m:t>𝐾</m:t>
                      </m:r>
                      <m:r>
                        <a:rPr lang="pt-BR" altLang="pt-BR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altLang="pt-BR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Sup>
                            <m:sSubSupPr>
                              <m:ctrlPr>
                                <a:rPr lang="pt-BR" altLang="pt-BR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pt-BR" altLang="pt-BR" sz="24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pt-BR" altLang="pt-BR" sz="2400" b="0" i="1" smtClean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sub>
                            <m:sup>
                              <m:r>
                                <a:rPr lang="pt-BR" altLang="pt-BR" sz="2400" b="0" i="1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sup>
                          </m:sSubSup>
                          <m:sSubSup>
                            <m:sSubSupPr>
                              <m:ctrlPr>
                                <a:rPr lang="pt-BR" altLang="pt-BR" sz="240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pt-BR" altLang="pt-BR" sz="2400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pt-BR" altLang="pt-BR" sz="2400" b="0" i="1" smtClean="0"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</m:sub>
                            <m:sup>
                              <m:r>
                                <a:rPr lang="pt-BR" altLang="pt-BR" sz="2400" b="0" i="1" smtClean="0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sup>
                          </m:sSubSup>
                        </m:num>
                        <m:den>
                          <m:sSubSup>
                            <m:sSubSupPr>
                              <m:ctrlPr>
                                <a:rPr lang="pt-BR" altLang="pt-BR" sz="24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pt-BR" altLang="pt-BR" sz="2400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pt-BR" altLang="pt-BR" sz="2400" b="0" i="1" smtClean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sub>
                            <m:sup>
                              <m:r>
                                <a:rPr lang="pt-BR" altLang="pt-BR" sz="24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sup>
                          </m:sSubSup>
                          <m:sSubSup>
                            <m:sSubSupPr>
                              <m:ctrlPr>
                                <a:rPr lang="pt-BR" altLang="pt-BR" sz="24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pt-BR" altLang="pt-BR" sz="2400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pt-BR" altLang="pt-BR" sz="2400" b="0" i="1" smtClean="0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sub>
                            <m:sup>
                              <m:r>
                                <a:rPr lang="pt-BR" altLang="pt-BR" sz="2400" b="0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sup>
                          </m:sSubSup>
                        </m:den>
                      </m:f>
                    </m:oMath>
                  </m:oMathPara>
                </a14:m>
                <a:endParaRPr lang="pt-BR" sz="2400" b="1" baseline="30000" dirty="0">
                  <a:solidFill>
                    <a:schemeClr val="accent1">
                      <a:lumMod val="50000"/>
                    </a:schemeClr>
                  </a:solidFill>
                  <a:latin typeface="Aptos" panose="020B0004020202020204" pitchFamily="34" charset="0"/>
                </a:endParaRPr>
              </a:p>
              <a:p>
                <a:pPr marL="11430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sz="2400" b="1" i="1" baseline="30000" smtClean="0">
                              <a:solidFill>
                                <a:schemeClr val="accent1">
                                  <a:lumMod val="50000"/>
                                </a:schemeClr>
                              </a:solidFill>
                              <a:effectLst/>
                              <a:latin typeface="Cambria Math" panose="02040503050406030204" pitchFamily="18" charset="0"/>
                            </a:rPr>
                          </m:ctrlPr>
                        </m:sSubPr>
                        <m:e/>
                        <m:sub/>
                      </m:sSub>
                      <m:sSub>
                        <m:sSubPr>
                          <m:ctrlPr>
                            <a:rPr lang="pt-BR" altLang="pt-BR" sz="2400" b="1" i="1" baseline="30000" smtClean="0">
                              <a:solidFill>
                                <a:schemeClr val="accent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/>
                        <m:sub/>
                      </m:sSub>
                    </m:oMath>
                  </m:oMathPara>
                </a14:m>
                <a:endParaRPr lang="pt-BR" altLang="pt-BR" sz="2400" b="1" baseline="30000" dirty="0">
                  <a:solidFill>
                    <a:schemeClr val="accent1">
                      <a:lumMod val="50000"/>
                    </a:schemeClr>
                  </a:solidFill>
                  <a:latin typeface="Aptos" panose="020B0004020202020204" pitchFamily="34" charset="0"/>
                </a:endParaRPr>
              </a:p>
              <a:p>
                <a:pPr marL="114300" indent="0" algn="ctr">
                  <a:buNone/>
                </a:pPr>
                <a:r>
                  <a:rPr lang="pt-BR" altLang="pt-BR" sz="2400" b="1" dirty="0">
                    <a:solidFill>
                      <a:schemeClr val="accent1">
                        <a:lumMod val="50000"/>
                      </a:schemeClr>
                    </a:solidFill>
                    <a:latin typeface="Aptos" panose="020B0004020202020204" pitchFamily="34" charset="0"/>
                  </a:rPr>
                  <a:t>A força iônica (</a:t>
                </a:r>
                <a:r>
                  <a:rPr lang="el-GR" altLang="pt-BR" sz="2400" b="1" dirty="0">
                    <a:solidFill>
                      <a:schemeClr val="accent1">
                        <a:lumMod val="50000"/>
                      </a:schemeClr>
                    </a:solidFill>
                    <a:latin typeface="Aptos" panose="020B0004020202020204" pitchFamily="34" charset="0"/>
                  </a:rPr>
                  <a:t>μ</a:t>
                </a:r>
                <a:r>
                  <a:rPr lang="pt-BR" altLang="pt-BR" sz="2400" b="1" dirty="0">
                    <a:solidFill>
                      <a:schemeClr val="accent1">
                        <a:lumMod val="50000"/>
                      </a:schemeClr>
                    </a:solidFill>
                    <a:latin typeface="Aptos" panose="020B0004020202020204" pitchFamily="34" charset="0"/>
                  </a:rPr>
                  <a:t>) de uma solução é uma medida de sua concentração de íons</a:t>
                </a:r>
              </a:p>
              <a:p>
                <a:pPr marL="114300" indent="0" algn="ctr">
                  <a:buNone/>
                </a:pPr>
                <a:endParaRPr lang="pt-BR" altLang="pt-BR" sz="2400" b="1" dirty="0">
                  <a:solidFill>
                    <a:schemeClr val="accent1">
                      <a:lumMod val="50000"/>
                    </a:schemeClr>
                  </a:solidFill>
                  <a:latin typeface="Aptos" panose="020B0004020202020204" pitchFamily="34" charset="0"/>
                </a:endParaRPr>
              </a:p>
              <a:p>
                <a:pPr marL="11430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pt-BR" altLang="pt-BR" sz="24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𝜇</m:t>
                      </m:r>
                      <m:r>
                        <a:rPr lang="pt-BR" altLang="pt-BR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altLang="pt-BR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altLang="pt-BR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pt-BR" altLang="pt-BR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nary>
                        <m:naryPr>
                          <m:chr m:val="∑"/>
                          <m:subHide m:val="on"/>
                          <m:supHide m:val="on"/>
                          <m:ctrlPr>
                            <a:rPr lang="pt-BR" altLang="pt-BR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sSub>
                            <m:sSubPr>
                              <m:ctrlPr>
                                <a:rPr lang="pt-BR" altLang="pt-BR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altLang="pt-BR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pt-BR" altLang="pt-BR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sSubSup>
                            <m:sSubSupPr>
                              <m:ctrlPr>
                                <a:rPr lang="pt-BR" altLang="pt-BR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pt-BR" altLang="pt-BR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𝑍</m:t>
                              </m:r>
                            </m:e>
                            <m:sub>
                              <m:r>
                                <a:rPr lang="pt-BR" altLang="pt-BR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>
                              <m:r>
                                <a:rPr lang="pt-BR" altLang="pt-BR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e>
                      </m:nary>
                    </m:oMath>
                  </m:oMathPara>
                </a14:m>
                <a:endParaRPr lang="pt-BR" altLang="pt-BR" sz="2400" dirty="0">
                  <a:solidFill>
                    <a:schemeClr val="tx1"/>
                  </a:solidFill>
                  <a:latin typeface="Aptos" panose="020B0004020202020204" pitchFamily="34" charset="0"/>
                </a:endParaRPr>
              </a:p>
              <a:p>
                <a:pPr marL="114300" indent="0" algn="ctr">
                  <a:buNone/>
                </a:pPr>
                <a:endParaRPr lang="pt-BR" altLang="pt-BR" sz="2400" dirty="0">
                  <a:solidFill>
                    <a:schemeClr val="tx1"/>
                  </a:solidFill>
                  <a:latin typeface="Aptos" panose="020B0004020202020204" pitchFamily="34" charset="0"/>
                </a:endParaRPr>
              </a:p>
              <a:p>
                <a:pPr marL="114300" indent="0">
                  <a:buNone/>
                </a:pPr>
                <a:r>
                  <a:rPr lang="pt-BR" sz="2400" b="1" dirty="0">
                    <a:solidFill>
                      <a:schemeClr val="accent1">
                        <a:lumMod val="50000"/>
                      </a:schemeClr>
                    </a:solidFill>
                    <a:latin typeface="Aptos" panose="020B0004020202020204" pitchFamily="34" charset="0"/>
                    <a:cs typeface="Arial" panose="020B0604020202020204" pitchFamily="34" charset="0"/>
                  </a:rPr>
                  <a:t>Exemplo 1: </a:t>
                </a:r>
                <a:r>
                  <a:rPr lang="pt-BR" sz="2400" dirty="0">
                    <a:solidFill>
                      <a:schemeClr val="tx1"/>
                    </a:solidFill>
                    <a:latin typeface="Aptos" panose="020B0004020202020204" pitchFamily="34" charset="0"/>
                  </a:rPr>
                  <a:t>Calcule a força iônica de (a) uma solução de KNO</a:t>
                </a:r>
                <a:r>
                  <a:rPr lang="pt-BR" sz="2400" baseline="-25000" dirty="0">
                    <a:solidFill>
                      <a:schemeClr val="tx1"/>
                    </a:solidFill>
                    <a:latin typeface="Aptos" panose="020B0004020202020204" pitchFamily="34" charset="0"/>
                  </a:rPr>
                  <a:t>3</a:t>
                </a:r>
                <a:r>
                  <a:rPr lang="pt-BR" sz="2400" dirty="0">
                    <a:solidFill>
                      <a:schemeClr val="tx1"/>
                    </a:solidFill>
                    <a:latin typeface="Aptos" panose="020B0004020202020204" pitchFamily="34" charset="0"/>
                  </a:rPr>
                  <a:t> 0,1 mol.L</a:t>
                </a:r>
                <a:r>
                  <a:rPr lang="pt-BR" sz="2400" baseline="30000" dirty="0">
                    <a:solidFill>
                      <a:schemeClr val="tx1"/>
                    </a:solidFill>
                    <a:latin typeface="Aptos" panose="020B0004020202020204" pitchFamily="34" charset="0"/>
                  </a:rPr>
                  <a:t>-1</a:t>
                </a:r>
                <a:r>
                  <a:rPr lang="pt-BR" sz="2400" dirty="0">
                    <a:solidFill>
                      <a:schemeClr val="tx1"/>
                    </a:solidFill>
                    <a:latin typeface="Aptos" panose="020B0004020202020204" pitchFamily="34" charset="0"/>
                  </a:rPr>
                  <a:t> e (b) uma solução de Na</a:t>
                </a:r>
                <a:r>
                  <a:rPr lang="pt-BR" sz="2400" baseline="-25000" dirty="0">
                    <a:solidFill>
                      <a:schemeClr val="tx1"/>
                    </a:solidFill>
                    <a:latin typeface="Aptos" panose="020B0004020202020204" pitchFamily="34" charset="0"/>
                  </a:rPr>
                  <a:t>2</a:t>
                </a:r>
                <a:r>
                  <a:rPr lang="pt-BR" sz="2400" dirty="0">
                    <a:solidFill>
                      <a:schemeClr val="tx1"/>
                    </a:solidFill>
                    <a:latin typeface="Aptos" panose="020B0004020202020204" pitchFamily="34" charset="0"/>
                  </a:rPr>
                  <a:t>SO</a:t>
                </a:r>
                <a:r>
                  <a:rPr lang="pt-BR" sz="2400" baseline="-25000" dirty="0">
                    <a:solidFill>
                      <a:schemeClr val="tx1"/>
                    </a:solidFill>
                    <a:latin typeface="Aptos" panose="020B0004020202020204" pitchFamily="34" charset="0"/>
                  </a:rPr>
                  <a:t>4</a:t>
                </a:r>
                <a:r>
                  <a:rPr lang="pt-BR" sz="2400" dirty="0">
                    <a:solidFill>
                      <a:schemeClr val="tx1"/>
                    </a:solidFill>
                    <a:latin typeface="Aptos" panose="020B0004020202020204" pitchFamily="34" charset="0"/>
                  </a:rPr>
                  <a:t> 0,1 mol.L</a:t>
                </a:r>
                <a:r>
                  <a:rPr lang="pt-BR" sz="2400" baseline="30000" dirty="0">
                    <a:solidFill>
                      <a:schemeClr val="tx1"/>
                    </a:solidFill>
                    <a:latin typeface="Aptos" panose="020B0004020202020204" pitchFamily="34" charset="0"/>
                  </a:rPr>
                  <a:t>-1</a:t>
                </a:r>
                <a:r>
                  <a:rPr lang="pt-BR" sz="2400" dirty="0">
                    <a:solidFill>
                      <a:schemeClr val="tx1"/>
                    </a:solidFill>
                    <a:latin typeface="Aptos" panose="020B0004020202020204" pitchFamily="34" charset="0"/>
                  </a:rPr>
                  <a:t>.</a:t>
                </a:r>
                <a:endParaRPr lang="pt-BR" sz="2400" b="1" dirty="0">
                  <a:solidFill>
                    <a:schemeClr val="tx1"/>
                  </a:solidFill>
                  <a:latin typeface="Aptos" panose="020B0004020202020204" pitchFamily="34" charset="0"/>
                  <a:cs typeface="Arial" panose="020B0604020202020204" pitchFamily="34" charset="0"/>
                </a:endParaRPr>
              </a:p>
              <a:p>
                <a:pPr marL="114300" indent="0" algn="ctr">
                  <a:buNone/>
                </a:pPr>
                <a:endParaRPr lang="pt-BR" altLang="pt-BR" sz="2400" dirty="0">
                  <a:solidFill>
                    <a:schemeClr val="tx1"/>
                  </a:solidFill>
                  <a:latin typeface="Aptos" panose="020B0004020202020204" pitchFamily="34" charset="0"/>
                </a:endParaRPr>
              </a:p>
              <a:p>
                <a:pPr marL="457200" indent="-342900">
                  <a:buFont typeface="Wingdings" panose="05000000000000000000" pitchFamily="2" charset="2"/>
                  <a:buChar char="v"/>
                </a:pPr>
                <a:endParaRPr lang="pt-BR" altLang="pt-BR" sz="2400" dirty="0">
                  <a:solidFill>
                    <a:schemeClr val="tx1"/>
                  </a:solidFill>
                  <a:latin typeface="Aptos" panose="020B0004020202020204" pitchFamily="34" charset="0"/>
                </a:endParaRPr>
              </a:p>
              <a:p>
                <a:pPr marL="114300" indent="0" algn="ctr">
                  <a:buFont typeface="Arial" panose="020B0604020202020204" pitchFamily="34" charset="0"/>
                  <a:buNone/>
                </a:pPr>
                <a:r>
                  <a:rPr lang="pt-BR" altLang="pt-BR" sz="2400" i="1" dirty="0">
                    <a:latin typeface="Cambria Math" panose="02040503050406030204" pitchFamily="18" charset="0"/>
                  </a:rPr>
                  <a:t> </a:t>
                </a:r>
              </a:p>
              <a:p>
                <a:pPr marL="114300" indent="0" algn="ctr">
                  <a:buFont typeface="Arial" panose="020B0604020202020204" pitchFamily="34" charset="0"/>
                  <a:buNone/>
                </a:pPr>
                <a:r>
                  <a:rPr lang="pt-BR" altLang="pt-BR" sz="2400" dirty="0">
                    <a:latin typeface="Aptos" panose="020B0004020202020204" pitchFamily="34" charset="0"/>
                  </a:rPr>
                  <a:t>   </a:t>
                </a:r>
              </a:p>
              <a:p>
                <a:pPr marL="114300" indent="0">
                  <a:buFont typeface="Arial" panose="020B0604020202020204" pitchFamily="34" charset="0"/>
                  <a:buNone/>
                </a:pPr>
                <a:endParaRPr lang="pt-BR" altLang="pt-BR" sz="2400" dirty="0">
                  <a:latin typeface="Aptos" panose="020B0004020202020204" pitchFamily="34" charset="0"/>
                </a:endParaRPr>
              </a:p>
            </p:txBody>
          </p:sp>
        </mc:Choice>
        <mc:Fallback xmlns="">
          <p:sp>
            <p:nvSpPr>
              <p:cNvPr id="3" name="Espaço Reservado para Conteúdo 2">
                <a:extLst>
                  <a:ext uri="{FF2B5EF4-FFF2-40B4-BE49-F238E27FC236}">
                    <a16:creationId xmlns:a16="http://schemas.microsoft.com/office/drawing/2014/main" id="{09BAFE82-97D4-EBEA-1EC8-28C1553CFF8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7167" y="807025"/>
                <a:ext cx="11617666" cy="5713517"/>
              </a:xfrm>
              <a:prstGeom prst="rect">
                <a:avLst/>
              </a:prstGeom>
              <a:blipFill>
                <a:blip r:embed="rId2"/>
                <a:stretch>
                  <a:fillRect t="-1386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tângulo 3">
            <a:extLst>
              <a:ext uri="{FF2B5EF4-FFF2-40B4-BE49-F238E27FC236}">
                <a16:creationId xmlns:a16="http://schemas.microsoft.com/office/drawing/2014/main" id="{FFB36D73-1BAA-EA1D-2075-368232239F90}"/>
              </a:ext>
            </a:extLst>
          </p:cNvPr>
          <p:cNvSpPr/>
          <p:nvPr/>
        </p:nvSpPr>
        <p:spPr>
          <a:xfrm>
            <a:off x="7402283" y="1677044"/>
            <a:ext cx="4027715" cy="707886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pt-BR" altLang="pt-BR" sz="2000" b="1" kern="0" dirty="0">
                <a:solidFill>
                  <a:schemeClr val="accent1">
                    <a:lumMod val="50000"/>
                  </a:schemeClr>
                </a:solidFill>
                <a:latin typeface="Aptos" panose="020B0004020202020204" pitchFamily="34" charset="0"/>
                <a:sym typeface="Symbol" panose="05050102010706020507" pitchFamily="18" charset="2"/>
              </a:rPr>
              <a:t>a</a:t>
            </a:r>
            <a:r>
              <a:rPr lang="pt-BR" altLang="pt-BR" sz="2000" b="1" kern="0" baseline="-25000" dirty="0">
                <a:solidFill>
                  <a:schemeClr val="accent1">
                    <a:lumMod val="50000"/>
                  </a:schemeClr>
                </a:solidFill>
                <a:latin typeface="Aptos" panose="020B0004020202020204" pitchFamily="34" charset="0"/>
                <a:sym typeface="Symbol" panose="05050102010706020507" pitchFamily="18" charset="2"/>
              </a:rPr>
              <a:t>i</a:t>
            </a:r>
            <a:r>
              <a:rPr lang="pt-BR" altLang="pt-BR" sz="2000" b="1" kern="0" dirty="0">
                <a:solidFill>
                  <a:schemeClr val="accent1">
                    <a:lumMod val="50000"/>
                  </a:schemeClr>
                </a:solidFill>
                <a:latin typeface="Aptos" panose="020B0004020202020204" pitchFamily="34" charset="0"/>
                <a:sym typeface="Symbol" panose="05050102010706020507" pitchFamily="18" charset="2"/>
              </a:rPr>
              <a:t> → depende da força iônica do meio</a:t>
            </a:r>
            <a:endParaRPr lang="pt-BR" altLang="pt-BR" sz="2000" b="1" dirty="0">
              <a:latin typeface="Aptos" panose="020B0004020202020204" pitchFamily="34" charset="0"/>
            </a:endParaRP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279F5B12-795B-5F0D-24BF-86D0ADEE40E5}"/>
              </a:ext>
            </a:extLst>
          </p:cNvPr>
          <p:cNvSpPr/>
          <p:nvPr/>
        </p:nvSpPr>
        <p:spPr>
          <a:xfrm>
            <a:off x="7402283" y="3644856"/>
            <a:ext cx="4027715" cy="1015663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pt-BR" altLang="pt-BR" sz="2000" b="1" kern="0" dirty="0" err="1">
                <a:solidFill>
                  <a:schemeClr val="accent1">
                    <a:lumMod val="50000"/>
                  </a:schemeClr>
                </a:solidFill>
                <a:latin typeface="Aptos" panose="020B0004020202020204" pitchFamily="34" charset="0"/>
                <a:sym typeface="Symbol" panose="05050102010706020507" pitchFamily="18" charset="2"/>
              </a:rPr>
              <a:t>C</a:t>
            </a:r>
            <a:r>
              <a:rPr lang="pt-BR" altLang="pt-BR" sz="2000" b="1" kern="0" baseline="-25000" dirty="0" err="1">
                <a:solidFill>
                  <a:schemeClr val="accent1">
                    <a:lumMod val="50000"/>
                  </a:schemeClr>
                </a:solidFill>
                <a:latin typeface="Aptos" panose="020B0004020202020204" pitchFamily="34" charset="0"/>
                <a:sym typeface="Symbol" panose="05050102010706020507" pitchFamily="18" charset="2"/>
              </a:rPr>
              <a:t>i</a:t>
            </a:r>
            <a:r>
              <a:rPr lang="pt-BR" altLang="pt-BR" sz="2000" b="1" kern="0" dirty="0">
                <a:solidFill>
                  <a:schemeClr val="accent1">
                    <a:lumMod val="50000"/>
                  </a:schemeClr>
                </a:solidFill>
                <a:latin typeface="Aptos" panose="020B0004020202020204" pitchFamily="34" charset="0"/>
                <a:sym typeface="Symbol" panose="05050102010706020507" pitchFamily="18" charset="2"/>
              </a:rPr>
              <a:t> = concentração da espécie i, em mol.L</a:t>
            </a:r>
            <a:r>
              <a:rPr lang="pt-BR" altLang="pt-BR" sz="2000" b="1" kern="0" baseline="30000" dirty="0">
                <a:solidFill>
                  <a:schemeClr val="accent1">
                    <a:lumMod val="50000"/>
                  </a:schemeClr>
                </a:solidFill>
                <a:latin typeface="Aptos" panose="020B0004020202020204" pitchFamily="34" charset="0"/>
                <a:sym typeface="Symbol" panose="05050102010706020507" pitchFamily="18" charset="2"/>
              </a:rPr>
              <a:t>-1</a:t>
            </a:r>
          </a:p>
          <a:p>
            <a:pPr algn="ctr"/>
            <a:r>
              <a:rPr lang="pt-BR" altLang="pt-BR" sz="2000" b="1" kern="0" dirty="0">
                <a:solidFill>
                  <a:schemeClr val="accent1">
                    <a:lumMod val="50000"/>
                  </a:schemeClr>
                </a:solidFill>
                <a:latin typeface="Aptos" panose="020B0004020202020204" pitchFamily="34" charset="0"/>
                <a:sym typeface="Symbol" panose="05050102010706020507" pitchFamily="18" charset="2"/>
              </a:rPr>
              <a:t>Z</a:t>
            </a:r>
            <a:r>
              <a:rPr lang="pt-BR" altLang="pt-BR" sz="2000" b="1" kern="0" baseline="-25000" dirty="0">
                <a:solidFill>
                  <a:schemeClr val="accent1">
                    <a:lumMod val="50000"/>
                  </a:schemeClr>
                </a:solidFill>
                <a:latin typeface="Aptos" panose="020B0004020202020204" pitchFamily="34" charset="0"/>
                <a:sym typeface="Symbol" panose="05050102010706020507" pitchFamily="18" charset="2"/>
              </a:rPr>
              <a:t>i</a:t>
            </a:r>
            <a:r>
              <a:rPr lang="pt-BR" altLang="pt-BR" sz="2000" b="1" kern="0" dirty="0">
                <a:solidFill>
                  <a:schemeClr val="accent1">
                    <a:lumMod val="50000"/>
                  </a:schemeClr>
                </a:solidFill>
                <a:latin typeface="Aptos" panose="020B0004020202020204" pitchFamily="34" charset="0"/>
                <a:sym typeface="Symbol" panose="05050102010706020507" pitchFamily="18" charset="2"/>
              </a:rPr>
              <a:t> = NOX da espécie i</a:t>
            </a:r>
            <a:endParaRPr lang="pt-BR" altLang="pt-BR" sz="2000" b="1" dirty="0">
              <a:latin typeface="Aptos" panose="020B0004020202020204" pitchFamily="34" charset="0"/>
            </a:endParaRP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A1D55954-4899-A105-6CD1-B3B72EC81941}"/>
              </a:ext>
            </a:extLst>
          </p:cNvPr>
          <p:cNvSpPr/>
          <p:nvPr/>
        </p:nvSpPr>
        <p:spPr>
          <a:xfrm>
            <a:off x="4920341" y="5674967"/>
            <a:ext cx="6052459" cy="46166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pt-BR" altLang="pt-BR" sz="2400" b="1" kern="0" dirty="0">
                <a:solidFill>
                  <a:schemeClr val="accent1">
                    <a:lumMod val="50000"/>
                  </a:schemeClr>
                </a:solidFill>
                <a:latin typeface="Aptos" panose="020B0004020202020204" pitchFamily="34" charset="0"/>
                <a:sym typeface="Symbol" panose="05050102010706020507" pitchFamily="18" charset="2"/>
              </a:rPr>
              <a:t>Resposta: a) 0,1 mol.L</a:t>
            </a:r>
            <a:r>
              <a:rPr lang="pt-BR" altLang="pt-BR" sz="2400" b="1" kern="0" baseline="30000" dirty="0">
                <a:solidFill>
                  <a:schemeClr val="accent1">
                    <a:lumMod val="50000"/>
                  </a:schemeClr>
                </a:solidFill>
                <a:latin typeface="Aptos" panose="020B0004020202020204" pitchFamily="34" charset="0"/>
                <a:sym typeface="Symbol" panose="05050102010706020507" pitchFamily="18" charset="2"/>
              </a:rPr>
              <a:t>-1</a:t>
            </a:r>
            <a:r>
              <a:rPr lang="pt-BR" altLang="pt-BR" sz="2400" b="1" kern="0" dirty="0">
                <a:solidFill>
                  <a:schemeClr val="accent1">
                    <a:lumMod val="50000"/>
                  </a:schemeClr>
                </a:solidFill>
                <a:latin typeface="Aptos" panose="020B0004020202020204" pitchFamily="34" charset="0"/>
                <a:sym typeface="Symbol" panose="05050102010706020507" pitchFamily="18" charset="2"/>
              </a:rPr>
              <a:t>; b) 0,3 mol.L</a:t>
            </a:r>
            <a:r>
              <a:rPr lang="pt-BR" altLang="pt-BR" sz="2400" b="1" kern="0" baseline="30000" dirty="0">
                <a:solidFill>
                  <a:schemeClr val="accent1">
                    <a:lumMod val="50000"/>
                  </a:schemeClr>
                </a:solidFill>
                <a:latin typeface="Aptos" panose="020B0004020202020204" pitchFamily="34" charset="0"/>
                <a:sym typeface="Symbol" panose="05050102010706020507" pitchFamily="18" charset="2"/>
              </a:rPr>
              <a:t>-1</a:t>
            </a:r>
            <a:endParaRPr lang="pt-BR" altLang="pt-BR" sz="2400" b="1" baseline="30000" dirty="0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666768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AB5DD9-EDC2-3F9B-8EB2-3242BFCA59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B1EF2054-67D5-D263-EE35-B6C74DB5837E}"/>
              </a:ext>
            </a:extLst>
          </p:cNvPr>
          <p:cNvSpPr txBox="1"/>
          <p:nvPr/>
        </p:nvSpPr>
        <p:spPr>
          <a:xfrm>
            <a:off x="0" y="16907"/>
            <a:ext cx="1219199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3200" b="1" dirty="0">
                <a:solidFill>
                  <a:schemeClr val="accent1">
                    <a:lumMod val="50000"/>
                  </a:schemeClr>
                </a:solidFill>
                <a:latin typeface="Aptos" panose="020B0004020202020204" pitchFamily="34" charset="0"/>
                <a:cs typeface="Arial" panose="020B0604020202020204" pitchFamily="34" charset="0"/>
              </a:rPr>
              <a:t>Equilíbrio Químico</a:t>
            </a:r>
          </a:p>
        </p:txBody>
      </p:sp>
      <p:graphicFrame>
        <p:nvGraphicFramePr>
          <p:cNvPr id="7" name="Tabela 6">
            <a:extLst>
              <a:ext uri="{FF2B5EF4-FFF2-40B4-BE49-F238E27FC236}">
                <a16:creationId xmlns:a16="http://schemas.microsoft.com/office/drawing/2014/main" id="{55289887-E242-9928-3F8C-51E58C7216B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68139830"/>
              </p:ext>
            </p:extLst>
          </p:nvPr>
        </p:nvGraphicFramePr>
        <p:xfrm>
          <a:off x="2348589" y="1796812"/>
          <a:ext cx="7494819" cy="2279675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249827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9827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9827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5935">
                <a:tc>
                  <a:txBody>
                    <a:bodyPr/>
                    <a:lstStyle/>
                    <a:p>
                      <a:pPr algn="ctr"/>
                      <a:r>
                        <a:rPr lang="pt-BR" sz="2200" dirty="0"/>
                        <a:t>Tipo</a:t>
                      </a:r>
                      <a:r>
                        <a:rPr lang="pt-BR" sz="2200" baseline="0" dirty="0"/>
                        <a:t> de eletrólito</a:t>
                      </a:r>
                      <a:endParaRPr lang="pt-BR" sz="2200" dirty="0"/>
                    </a:p>
                  </a:txBody>
                  <a:tcPr marL="112422" marR="112422" marT="56211" marB="5621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200" dirty="0"/>
                        <a:t>Exemplo</a:t>
                      </a:r>
                    </a:p>
                  </a:txBody>
                  <a:tcPr marL="112422" marR="112422" marT="56211" marB="5621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200" dirty="0"/>
                        <a:t>Força iônica*</a:t>
                      </a:r>
                    </a:p>
                  </a:txBody>
                  <a:tcPr marL="112422" marR="112422" marT="56211" marB="56211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5935">
                <a:tc>
                  <a:txBody>
                    <a:bodyPr/>
                    <a:lstStyle/>
                    <a:p>
                      <a:pPr algn="ctr"/>
                      <a:r>
                        <a:rPr lang="pt-BR" sz="2200" dirty="0"/>
                        <a:t>1:1</a:t>
                      </a:r>
                    </a:p>
                  </a:txBody>
                  <a:tcPr marL="112422" marR="112422" marT="56211" marB="5621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200" dirty="0" err="1"/>
                        <a:t>NaCl</a:t>
                      </a:r>
                      <a:endParaRPr lang="pt-BR" sz="2200" dirty="0"/>
                    </a:p>
                  </a:txBody>
                  <a:tcPr marL="112422" marR="112422" marT="56211" marB="5621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200" dirty="0"/>
                        <a:t>C</a:t>
                      </a:r>
                    </a:p>
                  </a:txBody>
                  <a:tcPr marL="112422" marR="112422" marT="56211" marB="56211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5935">
                <a:tc>
                  <a:txBody>
                    <a:bodyPr/>
                    <a:lstStyle/>
                    <a:p>
                      <a:pPr algn="ctr"/>
                      <a:r>
                        <a:rPr lang="pt-BR" sz="2200" dirty="0"/>
                        <a:t>1:2</a:t>
                      </a:r>
                    </a:p>
                  </a:txBody>
                  <a:tcPr marL="112422" marR="112422" marT="56211" marB="5621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200" dirty="0"/>
                        <a:t>Ba(NO</a:t>
                      </a:r>
                      <a:r>
                        <a:rPr lang="pt-BR" sz="2200" baseline="-25000" dirty="0"/>
                        <a:t>3</a:t>
                      </a:r>
                      <a:r>
                        <a:rPr lang="pt-BR" sz="2200" dirty="0"/>
                        <a:t>)</a:t>
                      </a:r>
                      <a:r>
                        <a:rPr lang="pt-BR" sz="2200" baseline="-25000" dirty="0"/>
                        <a:t>2</a:t>
                      </a:r>
                      <a:r>
                        <a:rPr lang="pt-BR" sz="2200" dirty="0"/>
                        <a:t>,</a:t>
                      </a:r>
                      <a:r>
                        <a:rPr lang="pt-BR" sz="2200" baseline="0" dirty="0"/>
                        <a:t> Na</a:t>
                      </a:r>
                      <a:r>
                        <a:rPr lang="pt-BR" sz="2200" baseline="-25000" dirty="0"/>
                        <a:t>2</a:t>
                      </a:r>
                      <a:r>
                        <a:rPr lang="pt-BR" sz="2200" baseline="0" dirty="0"/>
                        <a:t>SO</a:t>
                      </a:r>
                      <a:r>
                        <a:rPr lang="pt-BR" sz="2200" baseline="-25000" dirty="0"/>
                        <a:t>4</a:t>
                      </a:r>
                    </a:p>
                  </a:txBody>
                  <a:tcPr marL="112422" marR="112422" marT="56211" marB="5621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200" dirty="0"/>
                        <a:t>3C</a:t>
                      </a:r>
                    </a:p>
                  </a:txBody>
                  <a:tcPr marL="112422" marR="112422" marT="56211" marB="56211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5935">
                <a:tc>
                  <a:txBody>
                    <a:bodyPr/>
                    <a:lstStyle/>
                    <a:p>
                      <a:pPr algn="ctr"/>
                      <a:r>
                        <a:rPr lang="pt-BR" sz="2200" dirty="0"/>
                        <a:t>1:3</a:t>
                      </a:r>
                    </a:p>
                  </a:txBody>
                  <a:tcPr marL="112422" marR="112422" marT="56211" marB="5621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200" dirty="0"/>
                        <a:t>Al(NO</a:t>
                      </a:r>
                      <a:r>
                        <a:rPr lang="pt-BR" sz="2200" baseline="-25000" dirty="0"/>
                        <a:t>3</a:t>
                      </a:r>
                      <a:r>
                        <a:rPr lang="pt-BR" sz="2200" dirty="0"/>
                        <a:t>)</a:t>
                      </a:r>
                      <a:r>
                        <a:rPr lang="pt-BR" sz="2200" baseline="-25000" dirty="0"/>
                        <a:t>3</a:t>
                      </a:r>
                      <a:r>
                        <a:rPr lang="pt-BR" sz="2200" dirty="0"/>
                        <a:t>, Na</a:t>
                      </a:r>
                      <a:r>
                        <a:rPr lang="pt-BR" sz="2200" baseline="-25000" dirty="0"/>
                        <a:t>3</a:t>
                      </a:r>
                      <a:r>
                        <a:rPr lang="pt-BR" sz="2200" dirty="0"/>
                        <a:t>PO</a:t>
                      </a:r>
                      <a:r>
                        <a:rPr lang="pt-BR" sz="2200" baseline="-25000" dirty="0"/>
                        <a:t>4</a:t>
                      </a:r>
                    </a:p>
                  </a:txBody>
                  <a:tcPr marL="112422" marR="112422" marT="56211" marB="5621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200" dirty="0"/>
                        <a:t>6C</a:t>
                      </a:r>
                    </a:p>
                  </a:txBody>
                  <a:tcPr marL="112422" marR="112422" marT="56211" marB="56211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5935">
                <a:tc>
                  <a:txBody>
                    <a:bodyPr/>
                    <a:lstStyle/>
                    <a:p>
                      <a:pPr algn="ctr"/>
                      <a:r>
                        <a:rPr lang="pt-BR" sz="2200" dirty="0"/>
                        <a:t>2:2</a:t>
                      </a:r>
                    </a:p>
                  </a:txBody>
                  <a:tcPr marL="112422" marR="112422" marT="56211" marB="5621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200" dirty="0"/>
                        <a:t>MgSO</a:t>
                      </a:r>
                      <a:r>
                        <a:rPr lang="pt-BR" sz="2200" baseline="-25000" dirty="0"/>
                        <a:t>4</a:t>
                      </a:r>
                    </a:p>
                  </a:txBody>
                  <a:tcPr marL="112422" marR="112422" marT="56211" marB="5621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200" dirty="0"/>
                        <a:t>4C</a:t>
                      </a:r>
                    </a:p>
                  </a:txBody>
                  <a:tcPr marL="112422" marR="112422" marT="56211" marB="56211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Espaço Reservado para Conteúdo 2">
            <a:extLst>
              <a:ext uri="{FF2B5EF4-FFF2-40B4-BE49-F238E27FC236}">
                <a16:creationId xmlns:a16="http://schemas.microsoft.com/office/drawing/2014/main" id="{98375735-FAE9-489D-290E-ABF73DCFFC1D}"/>
              </a:ext>
            </a:extLst>
          </p:cNvPr>
          <p:cNvSpPr txBox="1">
            <a:spLocks/>
          </p:cNvSpPr>
          <p:nvPr/>
        </p:nvSpPr>
        <p:spPr>
          <a:xfrm>
            <a:off x="145653" y="1053564"/>
            <a:ext cx="11617666" cy="4750873"/>
          </a:xfrm>
          <a:prstGeom prst="rect">
            <a:avLst/>
          </a:prstGeom>
        </p:spPr>
        <p:txBody>
          <a:bodyPr/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114300" indent="0">
              <a:buNone/>
            </a:pPr>
            <a:r>
              <a:rPr lang="pt-BR" altLang="pt-BR" sz="2400" b="1" dirty="0">
                <a:solidFill>
                  <a:schemeClr val="accent1">
                    <a:lumMod val="50000"/>
                  </a:schemeClr>
                </a:solidFill>
                <a:latin typeface="Aptos" panose="020B0004020202020204" pitchFamily="34" charset="0"/>
              </a:rPr>
              <a:t>Efeito da carga na força iônica (C – concentração em mol/L do sal):</a:t>
            </a:r>
          </a:p>
          <a:p>
            <a:pPr marL="114300" indent="0">
              <a:buNone/>
            </a:pPr>
            <a:endParaRPr lang="pt-BR" altLang="pt-BR" sz="2400" b="1" dirty="0">
              <a:solidFill>
                <a:schemeClr val="accent1">
                  <a:lumMod val="50000"/>
                </a:schemeClr>
              </a:solidFill>
              <a:latin typeface="Aptos" panose="020B0004020202020204" pitchFamily="34" charset="0"/>
            </a:endParaRPr>
          </a:p>
          <a:p>
            <a:pPr marL="114300" indent="0">
              <a:buNone/>
            </a:pPr>
            <a:endParaRPr lang="pt-BR" altLang="pt-BR" sz="2400" b="1" dirty="0">
              <a:solidFill>
                <a:schemeClr val="accent1">
                  <a:lumMod val="50000"/>
                </a:schemeClr>
              </a:solidFill>
              <a:latin typeface="Aptos" panose="020B0004020202020204" pitchFamily="34" charset="0"/>
            </a:endParaRPr>
          </a:p>
          <a:p>
            <a:pPr marL="114300" indent="0">
              <a:buNone/>
            </a:pPr>
            <a:endParaRPr lang="pt-BR" altLang="pt-BR" sz="2400" b="1" dirty="0">
              <a:solidFill>
                <a:schemeClr val="accent1">
                  <a:lumMod val="50000"/>
                </a:schemeClr>
              </a:solidFill>
              <a:latin typeface="Aptos" panose="020B0004020202020204" pitchFamily="34" charset="0"/>
            </a:endParaRPr>
          </a:p>
          <a:p>
            <a:pPr marL="114300" indent="0">
              <a:buNone/>
            </a:pPr>
            <a:endParaRPr lang="pt-BR" altLang="pt-BR" sz="2400" b="1" dirty="0">
              <a:solidFill>
                <a:schemeClr val="accent1">
                  <a:lumMod val="50000"/>
                </a:schemeClr>
              </a:solidFill>
              <a:latin typeface="Aptos" panose="020B0004020202020204" pitchFamily="34" charset="0"/>
            </a:endParaRPr>
          </a:p>
          <a:p>
            <a:pPr marL="114300" indent="0">
              <a:buNone/>
            </a:pPr>
            <a:endParaRPr lang="pt-BR" altLang="pt-BR" sz="2400" b="1" dirty="0">
              <a:solidFill>
                <a:schemeClr val="accent1">
                  <a:lumMod val="50000"/>
                </a:schemeClr>
              </a:solidFill>
              <a:latin typeface="Aptos" panose="020B0004020202020204" pitchFamily="34" charset="0"/>
            </a:endParaRPr>
          </a:p>
          <a:p>
            <a:pPr marL="114300" indent="0">
              <a:buNone/>
            </a:pPr>
            <a:endParaRPr lang="pt-BR" altLang="pt-BR" sz="2400" b="1" dirty="0">
              <a:solidFill>
                <a:schemeClr val="accent1">
                  <a:lumMod val="50000"/>
                </a:schemeClr>
              </a:solidFill>
              <a:latin typeface="Aptos" panose="020B0004020202020204" pitchFamily="34" charset="0"/>
            </a:endParaRPr>
          </a:p>
          <a:p>
            <a:pPr marL="114300" indent="0">
              <a:buNone/>
            </a:pPr>
            <a:r>
              <a:rPr lang="pt-BR" sz="2400" b="1" dirty="0">
                <a:solidFill>
                  <a:schemeClr val="accent1">
                    <a:lumMod val="50000"/>
                  </a:schemeClr>
                </a:solidFill>
                <a:latin typeface="Aptos" panose="020B0004020202020204" pitchFamily="34" charset="0"/>
                <a:cs typeface="Arial" panose="020B0604020202020204" pitchFamily="34" charset="0"/>
              </a:rPr>
              <a:t>Exemplo 2: </a:t>
            </a:r>
            <a:r>
              <a:rPr lang="pt-BR" sz="2400" dirty="0">
                <a:solidFill>
                  <a:schemeClr val="tx1"/>
                </a:solidFill>
                <a:latin typeface="Aptos" panose="020B0004020202020204" pitchFamily="34" charset="0"/>
              </a:rPr>
              <a:t>Qual é a força iônica de uma solução 0,05 mol.L</a:t>
            </a:r>
            <a:r>
              <a:rPr lang="pt-BR" sz="2400" baseline="30000" dirty="0">
                <a:solidFill>
                  <a:schemeClr val="tx1"/>
                </a:solidFill>
                <a:latin typeface="Aptos" panose="020B0004020202020204" pitchFamily="34" charset="0"/>
              </a:rPr>
              <a:t>-1</a:t>
            </a:r>
            <a:r>
              <a:rPr lang="pt-BR" sz="2400" dirty="0">
                <a:solidFill>
                  <a:schemeClr val="tx1"/>
                </a:solidFill>
                <a:latin typeface="Aptos" panose="020B0004020202020204" pitchFamily="34" charset="0"/>
              </a:rPr>
              <a:t> em KNO</a:t>
            </a:r>
            <a:r>
              <a:rPr lang="pt-BR" sz="2400" baseline="-25000" dirty="0">
                <a:solidFill>
                  <a:schemeClr val="tx1"/>
                </a:solidFill>
                <a:latin typeface="Aptos" panose="020B0004020202020204" pitchFamily="34" charset="0"/>
              </a:rPr>
              <a:t>3</a:t>
            </a:r>
            <a:r>
              <a:rPr lang="pt-BR" sz="2400" dirty="0">
                <a:solidFill>
                  <a:schemeClr val="tx1"/>
                </a:solidFill>
                <a:latin typeface="Aptos" panose="020B0004020202020204" pitchFamily="34" charset="0"/>
              </a:rPr>
              <a:t> e 0,1 mol.L</a:t>
            </a:r>
            <a:r>
              <a:rPr lang="pt-BR" sz="2400" baseline="30000" dirty="0">
                <a:solidFill>
                  <a:schemeClr val="tx1"/>
                </a:solidFill>
                <a:latin typeface="Aptos" panose="020B0004020202020204" pitchFamily="34" charset="0"/>
              </a:rPr>
              <a:t>-1</a:t>
            </a:r>
            <a:r>
              <a:rPr lang="pt-BR" sz="2400" dirty="0">
                <a:solidFill>
                  <a:schemeClr val="tx1"/>
                </a:solidFill>
                <a:latin typeface="Aptos" panose="020B0004020202020204" pitchFamily="34" charset="0"/>
              </a:rPr>
              <a:t> em K</a:t>
            </a:r>
            <a:r>
              <a:rPr lang="pt-BR" sz="2400" baseline="-25000" dirty="0">
                <a:solidFill>
                  <a:schemeClr val="tx1"/>
                </a:solidFill>
                <a:latin typeface="Aptos" panose="020B0004020202020204" pitchFamily="34" charset="0"/>
              </a:rPr>
              <a:t>2</a:t>
            </a:r>
            <a:r>
              <a:rPr lang="pt-BR" sz="2400" dirty="0">
                <a:solidFill>
                  <a:schemeClr val="tx1"/>
                </a:solidFill>
                <a:latin typeface="Aptos" panose="020B0004020202020204" pitchFamily="34" charset="0"/>
              </a:rPr>
              <a:t>SO</a:t>
            </a:r>
            <a:r>
              <a:rPr lang="pt-BR" sz="2400" baseline="-25000" dirty="0">
                <a:solidFill>
                  <a:schemeClr val="tx1"/>
                </a:solidFill>
                <a:latin typeface="Aptos" panose="020B0004020202020204" pitchFamily="34" charset="0"/>
              </a:rPr>
              <a:t>4</a:t>
            </a:r>
            <a:r>
              <a:rPr lang="pt-BR" sz="2400" dirty="0">
                <a:solidFill>
                  <a:schemeClr val="tx1"/>
                </a:solidFill>
                <a:latin typeface="Aptos" panose="020B0004020202020204" pitchFamily="34" charset="0"/>
              </a:rPr>
              <a:t>?</a:t>
            </a:r>
            <a:endParaRPr lang="pt-BR" altLang="pt-BR" sz="2400" dirty="0">
              <a:solidFill>
                <a:schemeClr val="tx1"/>
              </a:solidFill>
              <a:latin typeface="Aptos" panose="020B0004020202020204" pitchFamily="34" charset="0"/>
            </a:endParaRPr>
          </a:p>
          <a:p>
            <a:pPr marL="457200" indent="-342900">
              <a:buFont typeface="Wingdings" panose="05000000000000000000" pitchFamily="2" charset="2"/>
              <a:buChar char="v"/>
            </a:pPr>
            <a:endParaRPr lang="pt-BR" altLang="pt-BR" sz="2400" dirty="0">
              <a:solidFill>
                <a:schemeClr val="tx1"/>
              </a:solidFill>
              <a:latin typeface="Aptos" panose="020B0004020202020204" pitchFamily="34" charset="0"/>
            </a:endParaRPr>
          </a:p>
          <a:p>
            <a:pPr marL="114300" indent="0" algn="ctr">
              <a:buFont typeface="Arial" panose="020B0604020202020204" pitchFamily="34" charset="0"/>
              <a:buNone/>
            </a:pPr>
            <a:r>
              <a:rPr lang="pt-BR" altLang="pt-BR" sz="2400" i="1" dirty="0">
                <a:latin typeface="Cambria Math" panose="02040503050406030204" pitchFamily="18" charset="0"/>
              </a:rPr>
              <a:t> </a:t>
            </a:r>
          </a:p>
          <a:p>
            <a:pPr marL="114300" indent="0" algn="ctr">
              <a:buFont typeface="Arial" panose="020B0604020202020204" pitchFamily="34" charset="0"/>
              <a:buNone/>
            </a:pPr>
            <a:r>
              <a:rPr lang="pt-BR" altLang="pt-BR" sz="2400" dirty="0">
                <a:latin typeface="Aptos" panose="020B0004020202020204" pitchFamily="34" charset="0"/>
              </a:rPr>
              <a:t>   </a:t>
            </a:r>
          </a:p>
          <a:p>
            <a:pPr marL="114300" indent="0">
              <a:buFont typeface="Arial" panose="020B0604020202020204" pitchFamily="34" charset="0"/>
              <a:buNone/>
            </a:pPr>
            <a:endParaRPr lang="pt-BR" altLang="pt-BR" sz="2400" dirty="0">
              <a:latin typeface="Aptos" panose="020B0004020202020204" pitchFamily="34" charset="0"/>
            </a:endParaRPr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34689867-EC92-D2C2-CEAF-7A805F5CBB03}"/>
              </a:ext>
            </a:extLst>
          </p:cNvPr>
          <p:cNvSpPr/>
          <p:nvPr/>
        </p:nvSpPr>
        <p:spPr>
          <a:xfrm>
            <a:off x="3940627" y="5061188"/>
            <a:ext cx="6052459" cy="46166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pt-BR" altLang="pt-BR" sz="2400" b="1" kern="0" dirty="0">
                <a:solidFill>
                  <a:schemeClr val="accent1">
                    <a:lumMod val="50000"/>
                  </a:schemeClr>
                </a:solidFill>
                <a:latin typeface="Aptos" panose="020B0004020202020204" pitchFamily="34" charset="0"/>
                <a:sym typeface="Symbol" panose="05050102010706020507" pitchFamily="18" charset="2"/>
              </a:rPr>
              <a:t>Resposta: 0,35 mol.L</a:t>
            </a:r>
            <a:r>
              <a:rPr lang="pt-BR" altLang="pt-BR" sz="2400" b="1" kern="0" baseline="30000" dirty="0">
                <a:solidFill>
                  <a:schemeClr val="accent1">
                    <a:lumMod val="50000"/>
                  </a:schemeClr>
                </a:solidFill>
                <a:latin typeface="Aptos" panose="020B0004020202020204" pitchFamily="34" charset="0"/>
                <a:sym typeface="Symbol" panose="05050102010706020507" pitchFamily="18" charset="2"/>
              </a:rPr>
              <a:t>-1</a:t>
            </a:r>
            <a:endParaRPr lang="pt-BR" altLang="pt-BR" sz="2400" b="1" baseline="30000" dirty="0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944250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0CB049-CD92-027C-C918-BAE6D27D07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0BF106D2-5B47-A729-B99B-C8D80DA3CEBF}"/>
              </a:ext>
            </a:extLst>
          </p:cNvPr>
          <p:cNvSpPr txBox="1"/>
          <p:nvPr/>
        </p:nvSpPr>
        <p:spPr>
          <a:xfrm>
            <a:off x="0" y="16907"/>
            <a:ext cx="1219199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3200" b="1" dirty="0">
                <a:solidFill>
                  <a:schemeClr val="accent1">
                    <a:lumMod val="50000"/>
                  </a:schemeClr>
                </a:solidFill>
                <a:latin typeface="Aptos" panose="020B0004020202020204" pitchFamily="34" charset="0"/>
                <a:cs typeface="Arial" panose="020B0604020202020204" pitchFamily="34" charset="0"/>
              </a:rPr>
              <a:t>Equilíbrio Químico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Espaço Reservado para Conteúdo 2">
                <a:extLst>
                  <a:ext uri="{FF2B5EF4-FFF2-40B4-BE49-F238E27FC236}">
                    <a16:creationId xmlns:a16="http://schemas.microsoft.com/office/drawing/2014/main" id="{707D2A43-AFD1-FB1E-36B3-ABB2D550C543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87166" y="590799"/>
                <a:ext cx="11617666" cy="5713517"/>
              </a:xfrm>
              <a:prstGeom prst="rect">
                <a:avLst/>
              </a:prstGeom>
            </p:spPr>
            <p:txBody>
              <a:bodyPr numCol="1"/>
              <a:lstStyle>
                <a:lvl1pPr marL="91440" indent="-91440" algn="l" defTabSz="914400" rtl="0" eaLnBrk="1" latinLnBrk="0" hangingPunct="1">
                  <a:lnSpc>
                    <a:spcPct val="90000"/>
                  </a:lnSpc>
                  <a:spcBef>
                    <a:spcPts val="1200"/>
                  </a:spcBef>
                  <a:spcAft>
                    <a:spcPts val="200"/>
                  </a:spcAft>
                  <a:buClr>
                    <a:schemeClr val="accent1"/>
                  </a:buClr>
                  <a:buSzPct val="100000"/>
                  <a:buFont typeface="Calibri" panose="020F0502020204030204" pitchFamily="34" charset="0"/>
                  <a:buChar char=" "/>
                  <a:defRPr sz="20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1pPr>
                <a:lvl2pPr marL="384048" indent="-18288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itchFamily="34" charset="0"/>
                  <a:buChar char="◦"/>
                  <a:defRPr sz="18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2pPr>
                <a:lvl3pPr marL="566928" indent="-18288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itchFamily="34" charset="0"/>
                  <a:buChar char="◦"/>
                  <a:defRPr sz="14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3pPr>
                <a:lvl4pPr marL="749808" indent="-18288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itchFamily="34" charset="0"/>
                  <a:buChar char="◦"/>
                  <a:defRPr sz="14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4pPr>
                <a:lvl5pPr marL="932688" indent="-18288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itchFamily="34" charset="0"/>
                  <a:buChar char="◦"/>
                  <a:defRPr sz="14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5pPr>
                <a:lvl6pPr marL="1100000" indent="-22860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itchFamily="34" charset="0"/>
                  <a:buChar char="◦"/>
                  <a:defRPr sz="14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6pPr>
                <a:lvl7pPr marL="1300000" indent="-22860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itchFamily="34" charset="0"/>
                  <a:buChar char="◦"/>
                  <a:defRPr sz="14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7pPr>
                <a:lvl8pPr marL="1500000" indent="-22860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itchFamily="34" charset="0"/>
                  <a:buChar char="◦"/>
                  <a:defRPr sz="14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8pPr>
                <a:lvl9pPr marL="1700000" indent="-22860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itchFamily="34" charset="0"/>
                  <a:buChar char="◦"/>
                  <a:defRPr sz="14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114300" indent="0">
                  <a:buNone/>
                </a:pPr>
                <a:r>
                  <a:rPr lang="pt-BR" altLang="pt-BR" sz="2400" b="1" dirty="0">
                    <a:solidFill>
                      <a:schemeClr val="accent1">
                        <a:lumMod val="50000"/>
                      </a:schemeClr>
                    </a:solidFill>
                    <a:latin typeface="Aptos" panose="020B0004020202020204" pitchFamily="34" charset="0"/>
                  </a:rPr>
                  <a:t>Relação entre concentração e atividade:</a:t>
                </a:r>
                <a:endParaRPr lang="pt-BR" altLang="pt-BR" sz="2400" dirty="0">
                  <a:solidFill>
                    <a:schemeClr val="tx1"/>
                  </a:solidFill>
                  <a:latin typeface="Aptos" panose="020B0004020202020204" pitchFamily="34" charset="0"/>
                </a:endParaRPr>
              </a:p>
              <a:p>
                <a:pPr marL="114300" indent="0">
                  <a:buNone/>
                </a:pPr>
                <a:endParaRPr lang="pt-BR" altLang="pt-BR" sz="2400" b="1" dirty="0">
                  <a:solidFill>
                    <a:srgbClr val="C00000"/>
                  </a:solidFill>
                  <a:latin typeface="Aptos" panose="020B0004020202020204" pitchFamily="34" charset="0"/>
                </a:endParaRPr>
              </a:p>
              <a:p>
                <a:pPr marL="114300" indent="0" algn="just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altLang="pt-BR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altLang="pt-BR" sz="24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pt-BR" altLang="pt-BR" sz="2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pt-BR" altLang="pt-BR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pt-BR" altLang="pt-BR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altLang="pt-BR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𝛾</m:t>
                          </m:r>
                        </m:e>
                        <m:sub>
                          <m:r>
                            <a:rPr lang="pt-BR" altLang="pt-BR" sz="2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pt-BR" altLang="pt-BR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altLang="pt-BR" sz="2400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</m:d>
                    </m:oMath>
                  </m:oMathPara>
                </a14:m>
                <a:endParaRPr lang="pt-BR" sz="2400" b="1" baseline="30000" dirty="0">
                  <a:solidFill>
                    <a:schemeClr val="accent1">
                      <a:lumMod val="50000"/>
                    </a:schemeClr>
                  </a:solidFill>
                  <a:latin typeface="Aptos" panose="020B0004020202020204" pitchFamily="34" charset="0"/>
                </a:endParaRPr>
              </a:p>
              <a:p>
                <a:pPr marL="11430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sz="2400" b="1" i="1" baseline="30000" smtClean="0">
                              <a:solidFill>
                                <a:schemeClr val="accent1">
                                  <a:lumMod val="50000"/>
                                </a:schemeClr>
                              </a:solidFill>
                              <a:effectLst/>
                              <a:latin typeface="Cambria Math" panose="02040503050406030204" pitchFamily="18" charset="0"/>
                            </a:rPr>
                          </m:ctrlPr>
                        </m:sSubPr>
                        <m:e/>
                        <m:sub/>
                      </m:sSub>
                      <m:sSub>
                        <m:sSubPr>
                          <m:ctrlPr>
                            <a:rPr lang="pt-BR" altLang="pt-BR" sz="2400" b="1" i="1" baseline="30000" smtClean="0">
                              <a:solidFill>
                                <a:schemeClr val="accent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/>
                        <m:sub/>
                      </m:sSub>
                    </m:oMath>
                  </m:oMathPara>
                </a14:m>
                <a:endParaRPr lang="pt-BR" altLang="pt-BR" sz="2400" b="1" baseline="30000" dirty="0">
                  <a:solidFill>
                    <a:schemeClr val="accent1">
                      <a:lumMod val="50000"/>
                    </a:schemeClr>
                  </a:solidFill>
                  <a:latin typeface="Aptos" panose="020B0004020202020204" pitchFamily="34" charset="0"/>
                </a:endParaRPr>
              </a:p>
              <a:p>
                <a:pPr marL="114300" indent="0">
                  <a:buNone/>
                </a:pPr>
                <a:r>
                  <a:rPr lang="pt-BR" altLang="pt-BR" sz="2400" b="1" dirty="0">
                    <a:solidFill>
                      <a:schemeClr val="accent1">
                        <a:lumMod val="50000"/>
                      </a:schemeClr>
                    </a:solidFill>
                    <a:latin typeface="Aptos" panose="020B0004020202020204" pitchFamily="34" charset="0"/>
                  </a:rPr>
                  <a:t>Coeficiente de atividade (</a:t>
                </a:r>
                <a:r>
                  <a:rPr lang="el-GR" altLang="pt-BR" sz="2400" b="1" kern="0" dirty="0">
                    <a:solidFill>
                      <a:schemeClr val="accent1">
                        <a:lumMod val="50000"/>
                      </a:schemeClr>
                    </a:solidFill>
                    <a:latin typeface="Aptos" panose="020B0004020202020204" pitchFamily="34" charset="0"/>
                    <a:sym typeface="Symbol" panose="05050102010706020507" pitchFamily="18" charset="2"/>
                  </a:rPr>
                  <a:t>γ</a:t>
                </a:r>
                <a:r>
                  <a:rPr lang="pt-BR" altLang="pt-BR" sz="2400" b="1" baseline="-25000" dirty="0">
                    <a:solidFill>
                      <a:schemeClr val="accent1">
                        <a:lumMod val="50000"/>
                      </a:schemeClr>
                    </a:solidFill>
                    <a:latin typeface="Aptos" panose="020B0004020202020204" pitchFamily="34" charset="0"/>
                  </a:rPr>
                  <a:t>i</a:t>
                </a:r>
                <a:r>
                  <a:rPr lang="pt-BR" altLang="pt-BR" sz="2400" b="1" dirty="0">
                    <a:solidFill>
                      <a:schemeClr val="accent1">
                        <a:lumMod val="50000"/>
                      </a:schemeClr>
                    </a:solidFill>
                    <a:latin typeface="Aptos" panose="020B0004020202020204" pitchFamily="34" charset="0"/>
                  </a:rPr>
                  <a:t>):</a:t>
                </a:r>
              </a:p>
              <a:p>
                <a:pPr marL="457200" indent="-342900">
                  <a:buFont typeface="Wingdings" panose="05000000000000000000" pitchFamily="2" charset="2"/>
                  <a:buChar char="v"/>
                </a:pPr>
                <a:r>
                  <a:rPr lang="pt-BR" altLang="pt-BR" sz="2400" dirty="0">
                    <a:solidFill>
                      <a:schemeClr val="tx1"/>
                    </a:solidFill>
                    <a:latin typeface="Aptos" panose="020B0004020202020204" pitchFamily="34" charset="0"/>
                  </a:rPr>
                  <a:t>Em 1923, Debye e </a:t>
                </a:r>
                <a:r>
                  <a:rPr lang="pt-BR" altLang="pt-BR" sz="2400" dirty="0" err="1">
                    <a:solidFill>
                      <a:schemeClr val="tx1"/>
                    </a:solidFill>
                    <a:latin typeface="Aptos" panose="020B0004020202020204" pitchFamily="34" charset="0"/>
                  </a:rPr>
                  <a:t>HücKel</a:t>
                </a:r>
                <a:r>
                  <a:rPr lang="pt-BR" altLang="pt-BR" sz="2400" dirty="0">
                    <a:solidFill>
                      <a:schemeClr val="tx1"/>
                    </a:solidFill>
                    <a:latin typeface="Aptos" panose="020B0004020202020204" pitchFamily="34" charset="0"/>
                  </a:rPr>
                  <a:t> empregaram o modelo do ambiente iônico para desenvolver uma equação que permitisse o cálculo do coeficiente de atividade (</a:t>
                </a:r>
                <a:r>
                  <a:rPr lang="el-GR" altLang="pt-BR" sz="2400" dirty="0">
                    <a:solidFill>
                      <a:schemeClr val="tx1"/>
                    </a:solidFill>
                    <a:latin typeface="Aptos" panose="020B0004020202020204" pitchFamily="34" charset="0"/>
                  </a:rPr>
                  <a:t>γ</a:t>
                </a:r>
                <a:r>
                  <a:rPr lang="pt-BR" altLang="pt-BR" sz="2400" baseline="-25000" dirty="0">
                    <a:solidFill>
                      <a:schemeClr val="tx1"/>
                    </a:solidFill>
                    <a:latin typeface="Aptos" panose="020B0004020202020204" pitchFamily="34" charset="0"/>
                  </a:rPr>
                  <a:t>i</a:t>
                </a:r>
                <a:r>
                  <a:rPr lang="pt-BR" altLang="pt-BR" sz="2400" dirty="0">
                    <a:solidFill>
                      <a:schemeClr val="tx1"/>
                    </a:solidFill>
                    <a:latin typeface="Aptos" panose="020B0004020202020204" pitchFamily="34" charset="0"/>
                  </a:rPr>
                  <a:t>) dos íons a partir de suas cargas (Zi) e de seus diâmetros efetivos (</a:t>
                </a:r>
                <a:r>
                  <a:rPr lang="el-GR" altLang="pt-BR" sz="2400" dirty="0">
                    <a:solidFill>
                      <a:schemeClr val="tx1"/>
                    </a:solidFill>
                    <a:latin typeface="Aptos" panose="020B0004020202020204" pitchFamily="34" charset="0"/>
                  </a:rPr>
                  <a:t>α</a:t>
                </a:r>
                <a:r>
                  <a:rPr lang="pt-BR" altLang="pt-BR" sz="2400" baseline="-25000" dirty="0">
                    <a:solidFill>
                      <a:schemeClr val="tx1"/>
                    </a:solidFill>
                    <a:latin typeface="Aptos" panose="020B0004020202020204" pitchFamily="34" charset="0"/>
                  </a:rPr>
                  <a:t>i</a:t>
                </a:r>
                <a:r>
                  <a:rPr lang="pt-BR" altLang="pt-BR" sz="2400" dirty="0">
                    <a:solidFill>
                      <a:schemeClr val="tx1"/>
                    </a:solidFill>
                    <a:latin typeface="Aptos" panose="020B0004020202020204" pitchFamily="34" charset="0"/>
                  </a:rPr>
                  <a:t>).</a:t>
                </a:r>
              </a:p>
              <a:p>
                <a:pPr marL="114300" indent="0" algn="ctr">
                  <a:buNone/>
                </a:pPr>
                <a:endParaRPr lang="pt-BR" altLang="pt-BR" sz="2400" b="1" dirty="0">
                  <a:solidFill>
                    <a:schemeClr val="accent1">
                      <a:lumMod val="50000"/>
                    </a:schemeClr>
                  </a:solidFill>
                  <a:latin typeface="Aptos" panose="020B0004020202020204" pitchFamily="34" charset="0"/>
                </a:endParaRPr>
              </a:p>
              <a:p>
                <a:pPr marL="11430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pt-BR" sz="2400" b="0" i="1" smtClean="0">
                          <a:latin typeface="Cambria Math" panose="02040503050406030204" pitchFamily="18" charset="0"/>
                        </a:rPr>
                        <m:t>𝑙</m:t>
                      </m:r>
                      <m:r>
                        <a:rPr lang="pt-BR" sz="2400" i="1">
                          <a:latin typeface="Cambria Math" panose="02040503050406030204" pitchFamily="18" charset="0"/>
                        </a:rPr>
                        <m:t>𝑜𝑔</m:t>
                      </m:r>
                      <m:sSub>
                        <m:sSubPr>
                          <m:ctrlPr>
                            <a:rPr lang="pt-BR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𝛾</m:t>
                          </m:r>
                        </m:e>
                        <m:sub>
                          <m:r>
                            <a:rPr lang="pt-BR" sz="24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pt-BR" sz="2400" i="1">
                          <a:latin typeface="Cambria Math" panose="02040503050406030204" pitchFamily="18" charset="0"/>
                        </a:rPr>
                        <m:t>=−</m:t>
                      </m:r>
                      <m:f>
                        <m:fPr>
                          <m:ctrlPr>
                            <a:rPr lang="pt-BR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2400" i="1">
                              <a:latin typeface="Cambria Math" panose="02040503050406030204" pitchFamily="18" charset="0"/>
                            </a:rPr>
                            <m:t>0,51</m:t>
                          </m:r>
                          <m:sSubSup>
                            <m:sSubSupPr>
                              <m:ctrlPr>
                                <a:rPr lang="pt-BR" sz="24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pt-BR" sz="2400" i="1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b>
                              <m:r>
                                <a:rPr lang="pt-BR" sz="2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>
                              <m:r>
                                <a:rPr lang="pt-BR" sz="24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  <m:rad>
                            <m:radPr>
                              <m:degHide m:val="on"/>
                              <m:ctrlPr>
                                <a:rPr lang="pt-BR" sz="2400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pt-BR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𝜇</m:t>
                              </m:r>
                            </m:e>
                          </m:rad>
                        </m:num>
                        <m:den>
                          <m:r>
                            <a:rPr lang="pt-BR" sz="2400" i="1">
                              <a:latin typeface="Cambria Math" panose="02040503050406030204" pitchFamily="18" charset="0"/>
                            </a:rPr>
                            <m:t>1+0,33</m:t>
                          </m:r>
                          <m:sSub>
                            <m:sSubPr>
                              <m:ctrlPr>
                                <a:rPr lang="pt-BR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𝛼</m:t>
                              </m:r>
                            </m:e>
                            <m:sub>
                              <m:r>
                                <a:rPr lang="pt-BR" sz="2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ad>
                            <m:radPr>
                              <m:degHide m:val="on"/>
                              <m:ctrlPr>
                                <a:rPr lang="pt-BR" sz="2400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pt-BR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𝜇</m:t>
                              </m:r>
                            </m:e>
                          </m:rad>
                        </m:den>
                      </m:f>
                      <m:r>
                        <a:rPr lang="pt-BR" sz="24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                              </m:t>
                      </m:r>
                      <m:r>
                        <a:rPr lang="pt-BR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𝑙</m:t>
                      </m:r>
                      <m:r>
                        <a:rPr lang="pt-BR" sz="2400" i="1" smtClean="0">
                          <a:latin typeface="Cambria Math" panose="02040503050406030204" pitchFamily="18" charset="0"/>
                        </a:rPr>
                        <m:t>𝑜𝑔</m:t>
                      </m:r>
                      <m:sSub>
                        <m:sSubPr>
                          <m:ctrlPr>
                            <a:rPr lang="pt-BR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𝛾</m:t>
                          </m:r>
                        </m:e>
                        <m:sub>
                          <m:r>
                            <a:rPr lang="pt-BR" sz="24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pt-BR" sz="2400" i="1">
                          <a:latin typeface="Cambria Math" panose="02040503050406030204" pitchFamily="18" charset="0"/>
                        </a:rPr>
                        <m:t>=−</m:t>
                      </m:r>
                      <m:f>
                        <m:fPr>
                          <m:ctrlPr>
                            <a:rPr lang="pt-BR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2400" i="1">
                              <a:latin typeface="Cambria Math" panose="02040503050406030204" pitchFamily="18" charset="0"/>
                            </a:rPr>
                            <m:t>0,51</m:t>
                          </m:r>
                          <m:sSubSup>
                            <m:sSubSupPr>
                              <m:ctrlPr>
                                <a:rPr lang="pt-BR" sz="24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pt-BR" sz="2400" i="1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b>
                              <m:r>
                                <a:rPr lang="pt-BR" sz="2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>
                              <m:r>
                                <a:rPr lang="pt-BR" sz="24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  <m:rad>
                            <m:radPr>
                              <m:degHide m:val="on"/>
                              <m:ctrlPr>
                                <a:rPr lang="pt-BR" sz="2400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pt-BR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𝜇</m:t>
                              </m:r>
                            </m:e>
                          </m:rad>
                        </m:num>
                        <m:den>
                          <m:r>
                            <a:rPr lang="pt-BR" sz="2400" i="1">
                              <a:latin typeface="Cambria Math" panose="02040503050406030204" pitchFamily="18" charset="0"/>
                            </a:rPr>
                            <m:t>1+3</m:t>
                          </m:r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,3</m:t>
                          </m:r>
                          <m:sSub>
                            <m:sSubPr>
                              <m:ctrlPr>
                                <a:rPr lang="pt-BR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𝛼</m:t>
                              </m:r>
                            </m:e>
                            <m:sub>
                              <m:r>
                                <a:rPr lang="pt-BR" sz="2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ad>
                            <m:radPr>
                              <m:degHide m:val="on"/>
                              <m:ctrlPr>
                                <a:rPr lang="pt-BR" sz="2400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pt-BR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𝜇</m:t>
                              </m:r>
                            </m:e>
                          </m:rad>
                        </m:den>
                      </m:f>
                    </m:oMath>
                  </m:oMathPara>
                </a14:m>
                <a:endParaRPr lang="pt-BR" altLang="pt-BR" sz="2400" dirty="0">
                  <a:solidFill>
                    <a:schemeClr val="tx1"/>
                  </a:solidFill>
                  <a:latin typeface="Aptos" panose="020B0004020202020204" pitchFamily="34" charset="0"/>
                </a:endParaRPr>
              </a:p>
              <a:p>
                <a:pPr marL="114300" indent="0" algn="ctr">
                  <a:buNone/>
                </a:pPr>
                <a:endParaRPr lang="pt-BR" altLang="pt-BR" sz="2400" dirty="0">
                  <a:solidFill>
                    <a:schemeClr val="tx1"/>
                  </a:solidFill>
                  <a:latin typeface="Aptos" panose="020B0004020202020204" pitchFamily="34" charset="0"/>
                </a:endParaRPr>
              </a:p>
              <a:p>
                <a:pPr marL="114300" indent="0" algn="ctr">
                  <a:buNone/>
                </a:pPr>
                <a:endParaRPr lang="pt-BR" altLang="pt-BR" sz="2400" dirty="0">
                  <a:solidFill>
                    <a:schemeClr val="tx1"/>
                  </a:solidFill>
                  <a:latin typeface="Aptos" panose="020B0004020202020204" pitchFamily="34" charset="0"/>
                </a:endParaRPr>
              </a:p>
              <a:p>
                <a:pPr marL="457200" indent="-342900">
                  <a:buFont typeface="Wingdings" panose="05000000000000000000" pitchFamily="2" charset="2"/>
                  <a:buChar char="v"/>
                </a:pPr>
                <a:endParaRPr lang="pt-BR" altLang="pt-BR" sz="2400" dirty="0">
                  <a:solidFill>
                    <a:schemeClr val="tx1"/>
                  </a:solidFill>
                  <a:latin typeface="Aptos" panose="020B0004020202020204" pitchFamily="34" charset="0"/>
                </a:endParaRPr>
              </a:p>
              <a:p>
                <a:pPr marL="114300" indent="0" algn="ctr">
                  <a:buFont typeface="Arial" panose="020B0604020202020204" pitchFamily="34" charset="0"/>
                  <a:buNone/>
                </a:pPr>
                <a:r>
                  <a:rPr lang="pt-BR" altLang="pt-BR" sz="2400" i="1" dirty="0">
                    <a:latin typeface="Cambria Math" panose="02040503050406030204" pitchFamily="18" charset="0"/>
                  </a:rPr>
                  <a:t> </a:t>
                </a:r>
              </a:p>
              <a:p>
                <a:pPr marL="114300" indent="0" algn="ctr">
                  <a:buFont typeface="Arial" panose="020B0604020202020204" pitchFamily="34" charset="0"/>
                  <a:buNone/>
                </a:pPr>
                <a:r>
                  <a:rPr lang="pt-BR" altLang="pt-BR" sz="2400" dirty="0">
                    <a:latin typeface="Aptos" panose="020B0004020202020204" pitchFamily="34" charset="0"/>
                  </a:rPr>
                  <a:t>   </a:t>
                </a:r>
              </a:p>
              <a:p>
                <a:pPr marL="114300" indent="0">
                  <a:buFont typeface="Arial" panose="020B0604020202020204" pitchFamily="34" charset="0"/>
                  <a:buNone/>
                </a:pPr>
                <a:endParaRPr lang="pt-BR" altLang="pt-BR" sz="2400" dirty="0">
                  <a:latin typeface="Aptos" panose="020B0004020202020204" pitchFamily="34" charset="0"/>
                </a:endParaRPr>
              </a:p>
            </p:txBody>
          </p:sp>
        </mc:Choice>
        <mc:Fallback>
          <p:sp>
            <p:nvSpPr>
              <p:cNvPr id="3" name="Espaço Reservado para Conteúdo 2">
                <a:extLst>
                  <a:ext uri="{FF2B5EF4-FFF2-40B4-BE49-F238E27FC236}">
                    <a16:creationId xmlns:a16="http://schemas.microsoft.com/office/drawing/2014/main" id="{707D2A43-AFD1-FB1E-36B3-ABB2D550C54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7166" y="590799"/>
                <a:ext cx="11617666" cy="5713517"/>
              </a:xfrm>
              <a:prstGeom prst="rect">
                <a:avLst/>
              </a:prstGeom>
              <a:blipFill>
                <a:blip r:embed="rId2"/>
                <a:stretch>
                  <a:fillRect t="-1387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tângulo 3">
            <a:extLst>
              <a:ext uri="{FF2B5EF4-FFF2-40B4-BE49-F238E27FC236}">
                <a16:creationId xmlns:a16="http://schemas.microsoft.com/office/drawing/2014/main" id="{3FFB47AD-A6FA-8DAB-B7B8-B524A3BB8935}"/>
              </a:ext>
            </a:extLst>
          </p:cNvPr>
          <p:cNvSpPr/>
          <p:nvPr/>
        </p:nvSpPr>
        <p:spPr>
          <a:xfrm>
            <a:off x="2362200" y="1314860"/>
            <a:ext cx="9542632" cy="707886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pt-BR" altLang="pt-BR" sz="2000" b="1" kern="0" dirty="0">
                <a:solidFill>
                  <a:schemeClr val="accent1">
                    <a:lumMod val="50000"/>
                  </a:schemeClr>
                </a:solidFill>
                <a:latin typeface="Aptos" panose="020B0004020202020204" pitchFamily="34" charset="0"/>
                <a:sym typeface="Symbol" panose="05050102010706020507" pitchFamily="18" charset="2"/>
              </a:rPr>
              <a:t>Onde </a:t>
            </a:r>
            <a:r>
              <a:rPr lang="el-GR" altLang="pt-BR" sz="2000" b="1" kern="0" dirty="0">
                <a:solidFill>
                  <a:schemeClr val="accent1">
                    <a:lumMod val="50000"/>
                  </a:schemeClr>
                </a:solidFill>
                <a:latin typeface="Aptos" panose="020B0004020202020204" pitchFamily="34" charset="0"/>
                <a:sym typeface="Symbol" panose="05050102010706020507" pitchFamily="18" charset="2"/>
              </a:rPr>
              <a:t>γ</a:t>
            </a:r>
            <a:r>
              <a:rPr lang="pt-BR" altLang="pt-BR" sz="2000" b="1" kern="0" baseline="-25000" dirty="0">
                <a:solidFill>
                  <a:schemeClr val="accent1">
                    <a:lumMod val="50000"/>
                  </a:schemeClr>
                </a:solidFill>
                <a:latin typeface="Aptos" panose="020B0004020202020204" pitchFamily="34" charset="0"/>
                <a:sym typeface="Symbol" panose="05050102010706020507" pitchFamily="18" charset="2"/>
              </a:rPr>
              <a:t>i</a:t>
            </a:r>
            <a:r>
              <a:rPr lang="pt-BR" altLang="pt-BR" sz="2000" b="1" kern="0" dirty="0">
                <a:solidFill>
                  <a:schemeClr val="accent1">
                    <a:lumMod val="50000"/>
                  </a:schemeClr>
                </a:solidFill>
                <a:latin typeface="Aptos" panose="020B0004020202020204" pitchFamily="34" charset="0"/>
                <a:sym typeface="Symbol" panose="05050102010706020507" pitchFamily="18" charset="2"/>
              </a:rPr>
              <a:t> é o coeficiente de atividade, que representa a medida da efetividade com que uma espécie influencia um equilíbrio no qual ela é participante</a:t>
            </a:r>
            <a:endParaRPr lang="pt-BR" altLang="pt-BR" sz="2000" b="1" dirty="0">
              <a:latin typeface="Aptos" panose="020B0004020202020204" pitchFamily="34" charset="0"/>
            </a:endParaRP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7674A1FB-C8D0-8F87-37E1-BDD64955E3E1}"/>
              </a:ext>
            </a:extLst>
          </p:cNvPr>
          <p:cNvSpPr/>
          <p:nvPr/>
        </p:nvSpPr>
        <p:spPr>
          <a:xfrm>
            <a:off x="1307587" y="5449204"/>
            <a:ext cx="4619684" cy="707886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pt-BR" altLang="pt-BR" sz="2000" b="1" kern="0" dirty="0">
                <a:solidFill>
                  <a:schemeClr val="accent1">
                    <a:lumMod val="50000"/>
                  </a:schemeClr>
                </a:solidFill>
                <a:latin typeface="Aptos" panose="020B0004020202020204" pitchFamily="34" charset="0"/>
                <a:sym typeface="Symbol" panose="05050102010706020507" pitchFamily="18" charset="2"/>
              </a:rPr>
              <a:t>Onde </a:t>
            </a:r>
            <a:r>
              <a:rPr lang="el-GR" altLang="pt-BR" sz="2000" b="1" kern="0" dirty="0">
                <a:solidFill>
                  <a:schemeClr val="accent1">
                    <a:lumMod val="50000"/>
                  </a:schemeClr>
                </a:solidFill>
                <a:latin typeface="Aptos" panose="020B0004020202020204" pitchFamily="34" charset="0"/>
                <a:sym typeface="Symbol" panose="05050102010706020507" pitchFamily="18" charset="2"/>
              </a:rPr>
              <a:t>α</a:t>
            </a:r>
            <a:r>
              <a:rPr lang="pt-BR" altLang="pt-BR" sz="2000" b="1" kern="0" baseline="-25000" dirty="0">
                <a:solidFill>
                  <a:schemeClr val="accent1">
                    <a:lumMod val="50000"/>
                  </a:schemeClr>
                </a:solidFill>
                <a:latin typeface="Aptos" panose="020B0004020202020204" pitchFamily="34" charset="0"/>
                <a:sym typeface="Symbol" panose="05050102010706020507" pitchFamily="18" charset="2"/>
              </a:rPr>
              <a:t>i</a:t>
            </a:r>
            <a:r>
              <a:rPr lang="pt-BR" altLang="pt-BR" sz="2000" b="1" kern="0" dirty="0">
                <a:solidFill>
                  <a:schemeClr val="accent1">
                    <a:lumMod val="50000"/>
                  </a:schemeClr>
                </a:solidFill>
                <a:latin typeface="Aptos" panose="020B0004020202020204" pitchFamily="34" charset="0"/>
                <a:sym typeface="Symbol" panose="05050102010706020507" pitchFamily="18" charset="2"/>
              </a:rPr>
              <a:t> é o diâmetro efetivo em </a:t>
            </a:r>
            <a:r>
              <a:rPr lang="pt-BR" altLang="pt-BR" sz="2000" b="1" kern="0" dirty="0" err="1">
                <a:solidFill>
                  <a:schemeClr val="accent1">
                    <a:lumMod val="50000"/>
                  </a:schemeClr>
                </a:solidFill>
                <a:latin typeface="Aptos" panose="020B0004020202020204" pitchFamily="34" charset="0"/>
                <a:sym typeface="Symbol" panose="05050102010706020507" pitchFamily="18" charset="2"/>
              </a:rPr>
              <a:t>Ångström</a:t>
            </a:r>
            <a:r>
              <a:rPr lang="pt-BR" altLang="pt-BR" sz="2000" b="1" kern="0" dirty="0">
                <a:solidFill>
                  <a:schemeClr val="accent1">
                    <a:lumMod val="50000"/>
                  </a:schemeClr>
                </a:solidFill>
                <a:latin typeface="Aptos" panose="020B0004020202020204" pitchFamily="34" charset="0"/>
                <a:sym typeface="Symbol" panose="05050102010706020507" pitchFamily="18" charset="2"/>
              </a:rPr>
              <a:t>(Å)</a:t>
            </a:r>
            <a:endParaRPr lang="pt-BR" altLang="pt-BR" sz="2000" b="1" dirty="0">
              <a:latin typeface="Aptos" panose="020B0004020202020204" pitchFamily="34" charset="0"/>
            </a:endParaRPr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C4079934-0264-6738-D5D3-4033BD2832CF}"/>
              </a:ext>
            </a:extLst>
          </p:cNvPr>
          <p:cNvSpPr/>
          <p:nvPr/>
        </p:nvSpPr>
        <p:spPr>
          <a:xfrm>
            <a:off x="6606209" y="5449204"/>
            <a:ext cx="4619684" cy="707886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pt-BR" altLang="pt-BR" sz="2000" b="1" kern="0" dirty="0">
                <a:solidFill>
                  <a:schemeClr val="accent1">
                    <a:lumMod val="50000"/>
                  </a:schemeClr>
                </a:solidFill>
                <a:latin typeface="Aptos" panose="020B0004020202020204" pitchFamily="34" charset="0"/>
                <a:sym typeface="Symbol" panose="05050102010706020507" pitchFamily="18" charset="2"/>
              </a:rPr>
              <a:t>Onde </a:t>
            </a:r>
            <a:r>
              <a:rPr lang="el-GR" altLang="pt-BR" sz="2000" b="1" kern="0" dirty="0">
                <a:solidFill>
                  <a:schemeClr val="accent1">
                    <a:lumMod val="50000"/>
                  </a:schemeClr>
                </a:solidFill>
                <a:latin typeface="Aptos" panose="020B0004020202020204" pitchFamily="34" charset="0"/>
                <a:sym typeface="Symbol" panose="05050102010706020507" pitchFamily="18" charset="2"/>
              </a:rPr>
              <a:t>α</a:t>
            </a:r>
            <a:r>
              <a:rPr lang="pt-BR" altLang="pt-BR" sz="2000" b="1" kern="0" baseline="-25000" dirty="0">
                <a:solidFill>
                  <a:schemeClr val="accent1">
                    <a:lumMod val="50000"/>
                  </a:schemeClr>
                </a:solidFill>
                <a:latin typeface="Aptos" panose="020B0004020202020204" pitchFamily="34" charset="0"/>
                <a:sym typeface="Symbol" panose="05050102010706020507" pitchFamily="18" charset="2"/>
              </a:rPr>
              <a:t>i</a:t>
            </a:r>
            <a:r>
              <a:rPr lang="pt-BR" altLang="pt-BR" sz="2000" b="1" kern="0" dirty="0">
                <a:solidFill>
                  <a:schemeClr val="accent1">
                    <a:lumMod val="50000"/>
                  </a:schemeClr>
                </a:solidFill>
                <a:latin typeface="Aptos" panose="020B0004020202020204" pitchFamily="34" charset="0"/>
                <a:sym typeface="Symbol" panose="05050102010706020507" pitchFamily="18" charset="2"/>
              </a:rPr>
              <a:t> é o diâmetro efetivo em nanômetros (</a:t>
            </a:r>
            <a:r>
              <a:rPr lang="pt-BR" altLang="pt-BR" sz="2000" b="1" kern="0" dirty="0" err="1">
                <a:solidFill>
                  <a:schemeClr val="accent1">
                    <a:lumMod val="50000"/>
                  </a:schemeClr>
                </a:solidFill>
                <a:latin typeface="Aptos" panose="020B0004020202020204" pitchFamily="34" charset="0"/>
                <a:sym typeface="Symbol" panose="05050102010706020507" pitchFamily="18" charset="2"/>
              </a:rPr>
              <a:t>nm</a:t>
            </a:r>
            <a:r>
              <a:rPr lang="pt-BR" altLang="pt-BR" sz="2000" b="1" kern="0" dirty="0">
                <a:solidFill>
                  <a:schemeClr val="accent1">
                    <a:lumMod val="50000"/>
                  </a:schemeClr>
                </a:solidFill>
                <a:latin typeface="Aptos" panose="020B0004020202020204" pitchFamily="34" charset="0"/>
                <a:sym typeface="Symbol" panose="05050102010706020507" pitchFamily="18" charset="2"/>
              </a:rPr>
              <a:t>)</a:t>
            </a:r>
            <a:endParaRPr lang="pt-BR" altLang="pt-BR" sz="2000" b="1" dirty="0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8416861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B05DEB-5214-D62A-E1AC-8E5CD31B07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27C128B9-4BD1-22E0-F0AB-9F0B31D40FFE}"/>
              </a:ext>
            </a:extLst>
          </p:cNvPr>
          <p:cNvSpPr txBox="1"/>
          <p:nvPr/>
        </p:nvSpPr>
        <p:spPr>
          <a:xfrm>
            <a:off x="0" y="16907"/>
            <a:ext cx="1219199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3200" b="1" dirty="0">
                <a:solidFill>
                  <a:schemeClr val="accent1">
                    <a:lumMod val="50000"/>
                  </a:schemeClr>
                </a:solidFill>
                <a:latin typeface="Aptos" panose="020B0004020202020204" pitchFamily="34" charset="0"/>
                <a:cs typeface="Arial" panose="020B0604020202020204" pitchFamily="34" charset="0"/>
              </a:rPr>
              <a:t>Equilíbrio Químico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EE3DA6C-10C4-53E6-5A1D-89DE2D85D2F6}"/>
              </a:ext>
            </a:extLst>
          </p:cNvPr>
          <p:cNvSpPr txBox="1">
            <a:spLocks/>
          </p:cNvSpPr>
          <p:nvPr/>
        </p:nvSpPr>
        <p:spPr>
          <a:xfrm>
            <a:off x="287166" y="2180111"/>
            <a:ext cx="11617666" cy="1248889"/>
          </a:xfrm>
          <a:prstGeom prst="rect">
            <a:avLst/>
          </a:prstGeom>
        </p:spPr>
        <p:txBody>
          <a:bodyPr/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114300" indent="0" algn="ctr">
              <a:buNone/>
            </a:pPr>
            <a:endParaRPr lang="pt-BR" altLang="pt-BR" sz="2400" dirty="0">
              <a:solidFill>
                <a:schemeClr val="tx1"/>
              </a:solidFill>
              <a:latin typeface="Aptos" panose="020B0004020202020204" pitchFamily="34" charset="0"/>
            </a:endParaRPr>
          </a:p>
          <a:p>
            <a:pPr algn="just" eaLnBrk="1" hangingPunct="1">
              <a:spcBef>
                <a:spcPct val="0"/>
              </a:spcBef>
              <a:buClrTx/>
              <a:buFontTx/>
              <a:buNone/>
            </a:pPr>
            <a:r>
              <a:rPr lang="pt-BR" sz="2400" b="1" dirty="0">
                <a:solidFill>
                  <a:schemeClr val="accent1">
                    <a:lumMod val="50000"/>
                  </a:schemeClr>
                </a:solidFill>
                <a:latin typeface="Aptos" panose="020B0004020202020204" pitchFamily="34" charset="0"/>
                <a:cs typeface="Arial" panose="020B0604020202020204" pitchFamily="34" charset="0"/>
              </a:rPr>
              <a:t>Exemplo 3: </a:t>
            </a:r>
            <a:r>
              <a:rPr lang="pt-BR" altLang="pt-BR" sz="2400" dirty="0">
                <a:solidFill>
                  <a:schemeClr val="tx1"/>
                </a:solidFill>
                <a:latin typeface="Aptos" panose="020B0004020202020204" pitchFamily="34" charset="0"/>
              </a:rPr>
              <a:t>Calcular o coeficiente de atividade e a atividade para K</a:t>
            </a:r>
            <a:r>
              <a:rPr lang="pt-BR" altLang="pt-BR" sz="2400" baseline="30000" dirty="0">
                <a:solidFill>
                  <a:schemeClr val="tx1"/>
                </a:solidFill>
                <a:latin typeface="Aptos" panose="020B0004020202020204" pitchFamily="34" charset="0"/>
              </a:rPr>
              <a:t>+</a:t>
            </a:r>
            <a:r>
              <a:rPr lang="pt-BR" altLang="pt-BR" sz="2400" dirty="0">
                <a:solidFill>
                  <a:schemeClr val="tx1"/>
                </a:solidFill>
                <a:latin typeface="Aptos" panose="020B0004020202020204" pitchFamily="34" charset="0"/>
              </a:rPr>
              <a:t> e SO</a:t>
            </a:r>
            <a:r>
              <a:rPr lang="pt-BR" altLang="pt-BR" sz="2400" baseline="-25000" dirty="0">
                <a:solidFill>
                  <a:schemeClr val="tx1"/>
                </a:solidFill>
                <a:latin typeface="Aptos" panose="020B0004020202020204" pitchFamily="34" charset="0"/>
              </a:rPr>
              <a:t>4</a:t>
            </a:r>
            <a:r>
              <a:rPr lang="pt-BR" altLang="pt-BR" sz="2400" baseline="30000" dirty="0">
                <a:solidFill>
                  <a:schemeClr val="tx1"/>
                </a:solidFill>
                <a:latin typeface="Aptos" panose="020B0004020202020204" pitchFamily="34" charset="0"/>
              </a:rPr>
              <a:t>2-</a:t>
            </a:r>
            <a:r>
              <a:rPr lang="pt-BR" altLang="pt-BR" sz="2400" dirty="0">
                <a:solidFill>
                  <a:schemeClr val="tx1"/>
                </a:solidFill>
                <a:latin typeface="Aptos" panose="020B0004020202020204" pitchFamily="34" charset="0"/>
              </a:rPr>
              <a:t> em um solução de K</a:t>
            </a:r>
            <a:r>
              <a:rPr lang="pt-BR" altLang="pt-BR" sz="2400" baseline="-25000" dirty="0">
                <a:solidFill>
                  <a:schemeClr val="tx1"/>
                </a:solidFill>
                <a:latin typeface="Aptos" panose="020B0004020202020204" pitchFamily="34" charset="0"/>
              </a:rPr>
              <a:t>2</a:t>
            </a:r>
            <a:r>
              <a:rPr lang="pt-BR" altLang="pt-BR" sz="2400" dirty="0">
                <a:solidFill>
                  <a:schemeClr val="tx1"/>
                </a:solidFill>
                <a:latin typeface="Aptos" panose="020B0004020202020204" pitchFamily="34" charset="0"/>
              </a:rPr>
              <a:t>SO</a:t>
            </a:r>
            <a:r>
              <a:rPr lang="pt-BR" altLang="pt-BR" sz="2400" baseline="-25000" dirty="0">
                <a:solidFill>
                  <a:schemeClr val="tx1"/>
                </a:solidFill>
                <a:latin typeface="Aptos" panose="020B0004020202020204" pitchFamily="34" charset="0"/>
              </a:rPr>
              <a:t>4</a:t>
            </a:r>
            <a:r>
              <a:rPr lang="pt-BR" altLang="pt-BR" sz="2400" dirty="0">
                <a:solidFill>
                  <a:schemeClr val="tx1"/>
                </a:solidFill>
                <a:latin typeface="Aptos" panose="020B0004020202020204" pitchFamily="34" charset="0"/>
              </a:rPr>
              <a:t> 0,02 mol L</a:t>
            </a:r>
            <a:r>
              <a:rPr lang="pt-BR" altLang="pt-BR" sz="2400" baseline="30000" dirty="0">
                <a:solidFill>
                  <a:schemeClr val="tx1"/>
                </a:solidFill>
                <a:latin typeface="Aptos" panose="020B0004020202020204" pitchFamily="34" charset="0"/>
              </a:rPr>
              <a:t>-1</a:t>
            </a:r>
            <a:r>
              <a:rPr lang="pt-BR" altLang="pt-BR" sz="2400" dirty="0">
                <a:solidFill>
                  <a:schemeClr val="tx1"/>
                </a:solidFill>
                <a:latin typeface="Aptos" panose="020B0004020202020204" pitchFamily="34" charset="0"/>
              </a:rPr>
              <a:t> (</a:t>
            </a:r>
            <a:r>
              <a:rPr lang="pt-BR" altLang="pt-BR" sz="2400" dirty="0">
                <a:solidFill>
                  <a:schemeClr val="tx1"/>
                </a:solidFill>
                <a:latin typeface="Aptos" panose="020B0004020202020204" pitchFamily="34" charset="0"/>
                <a:sym typeface="Symbol" panose="05050102010706020507" pitchFamily="18" charset="2"/>
              </a:rPr>
              <a:t></a:t>
            </a:r>
            <a:r>
              <a:rPr lang="pt-BR" altLang="pt-BR" sz="2400" baseline="-25000" dirty="0">
                <a:solidFill>
                  <a:schemeClr val="tx1"/>
                </a:solidFill>
                <a:latin typeface="Aptos" panose="020B0004020202020204" pitchFamily="34" charset="0"/>
                <a:sym typeface="Symbol" panose="05050102010706020507" pitchFamily="18" charset="2"/>
              </a:rPr>
              <a:t>K+</a:t>
            </a:r>
            <a:r>
              <a:rPr lang="pt-BR" altLang="pt-BR" sz="2400" dirty="0">
                <a:solidFill>
                  <a:schemeClr val="tx1"/>
                </a:solidFill>
                <a:latin typeface="Aptos" panose="020B0004020202020204" pitchFamily="34" charset="0"/>
                <a:sym typeface="Symbol" panose="05050102010706020507" pitchFamily="18" charset="2"/>
              </a:rPr>
              <a:t> = 3Å, </a:t>
            </a:r>
            <a:r>
              <a:rPr lang="pt-BR" altLang="pt-BR" sz="2400" baseline="-25000" dirty="0">
                <a:solidFill>
                  <a:schemeClr val="tx1"/>
                </a:solidFill>
                <a:latin typeface="Aptos" panose="020B0004020202020204" pitchFamily="34" charset="0"/>
                <a:sym typeface="Symbol" panose="05050102010706020507" pitchFamily="18" charset="2"/>
              </a:rPr>
              <a:t>SO4(2-)</a:t>
            </a:r>
            <a:r>
              <a:rPr lang="pt-BR" altLang="pt-BR" sz="2400" dirty="0">
                <a:solidFill>
                  <a:schemeClr val="tx1"/>
                </a:solidFill>
                <a:latin typeface="Aptos" panose="020B0004020202020204" pitchFamily="34" charset="0"/>
                <a:sym typeface="Symbol" panose="05050102010706020507" pitchFamily="18" charset="2"/>
              </a:rPr>
              <a:t> = 4 Å)</a:t>
            </a:r>
            <a:r>
              <a:rPr lang="pt-BR" altLang="pt-BR" sz="2400" dirty="0">
                <a:latin typeface="Aptos" panose="020B0004020202020204" pitchFamily="34" charset="0"/>
              </a:rPr>
              <a:t>   </a:t>
            </a:r>
          </a:p>
          <a:p>
            <a:pPr marL="114300" indent="0">
              <a:buFont typeface="Arial" panose="020B0604020202020204" pitchFamily="34" charset="0"/>
              <a:buNone/>
            </a:pPr>
            <a:endParaRPr lang="pt-BR" altLang="pt-BR" sz="2400" dirty="0">
              <a:latin typeface="Aptos" panose="020B0004020202020204" pitchFamily="34" charset="0"/>
            </a:endParaRP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B0AE2E34-181C-162C-1573-302366A0F6FB}"/>
              </a:ext>
            </a:extLst>
          </p:cNvPr>
          <p:cNvSpPr/>
          <p:nvPr/>
        </p:nvSpPr>
        <p:spPr>
          <a:xfrm>
            <a:off x="359228" y="3516086"/>
            <a:ext cx="11473543" cy="46166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pt-BR" altLang="pt-BR" sz="2400" b="1" kern="0" dirty="0">
                <a:solidFill>
                  <a:schemeClr val="accent1">
                    <a:lumMod val="50000"/>
                  </a:schemeClr>
                </a:solidFill>
                <a:latin typeface="Aptos" panose="020B0004020202020204" pitchFamily="34" charset="0"/>
                <a:sym typeface="Symbol" panose="05050102010706020507" pitchFamily="18" charset="2"/>
              </a:rPr>
              <a:t>Resposta: 𝛾</a:t>
            </a:r>
            <a:r>
              <a:rPr lang="pt-BR" altLang="pt-BR" sz="2400" b="1" kern="0" baseline="-25000" dirty="0">
                <a:solidFill>
                  <a:schemeClr val="accent1">
                    <a:lumMod val="50000"/>
                  </a:schemeClr>
                </a:solidFill>
                <a:latin typeface="Aptos" panose="020B0004020202020204" pitchFamily="34" charset="0"/>
                <a:sym typeface="Symbol" panose="05050102010706020507" pitchFamily="18" charset="2"/>
              </a:rPr>
              <a:t>𝐾+ </a:t>
            </a:r>
            <a:r>
              <a:rPr lang="pt-BR" altLang="pt-BR" sz="2400" b="1" kern="0" dirty="0">
                <a:solidFill>
                  <a:schemeClr val="accent1">
                    <a:lumMod val="50000"/>
                  </a:schemeClr>
                </a:solidFill>
                <a:latin typeface="Aptos" panose="020B0004020202020204" pitchFamily="34" charset="0"/>
                <a:sym typeface="Symbol" panose="05050102010706020507" pitchFamily="18" charset="2"/>
              </a:rPr>
              <a:t>= 0,793; </a:t>
            </a:r>
            <a:r>
              <a:rPr lang="pt-BR" altLang="pt-BR" sz="2400" b="1" kern="0" dirty="0" err="1">
                <a:solidFill>
                  <a:schemeClr val="accent1">
                    <a:lumMod val="50000"/>
                  </a:schemeClr>
                </a:solidFill>
                <a:latin typeface="Aptos" panose="020B0004020202020204" pitchFamily="34" charset="0"/>
                <a:sym typeface="Symbol" panose="05050102010706020507" pitchFamily="18" charset="2"/>
              </a:rPr>
              <a:t>a</a:t>
            </a:r>
            <a:r>
              <a:rPr lang="pt-BR" altLang="pt-BR" sz="2400" b="1" kern="0" baseline="-25000" dirty="0" err="1">
                <a:solidFill>
                  <a:schemeClr val="accent1">
                    <a:lumMod val="50000"/>
                  </a:schemeClr>
                </a:solidFill>
                <a:latin typeface="Aptos" panose="020B0004020202020204" pitchFamily="34" charset="0"/>
                <a:sym typeface="Symbol" panose="05050102010706020507" pitchFamily="18" charset="2"/>
              </a:rPr>
              <a:t>K</a:t>
            </a:r>
            <a:r>
              <a:rPr lang="pt-BR" altLang="pt-BR" sz="2400" b="1" kern="0" baseline="-25000" dirty="0">
                <a:solidFill>
                  <a:schemeClr val="accent1">
                    <a:lumMod val="50000"/>
                  </a:schemeClr>
                </a:solidFill>
                <a:latin typeface="Aptos" panose="020B0004020202020204" pitchFamily="34" charset="0"/>
                <a:sym typeface="Symbol" panose="05050102010706020507" pitchFamily="18" charset="2"/>
              </a:rPr>
              <a:t>+</a:t>
            </a:r>
            <a:r>
              <a:rPr lang="pt-BR" altLang="pt-BR" sz="2400" b="1" kern="0" dirty="0">
                <a:solidFill>
                  <a:schemeClr val="accent1">
                    <a:lumMod val="50000"/>
                  </a:schemeClr>
                </a:solidFill>
                <a:latin typeface="Aptos" panose="020B0004020202020204" pitchFamily="34" charset="0"/>
                <a:sym typeface="Symbol" panose="05050102010706020507" pitchFamily="18" charset="2"/>
              </a:rPr>
              <a:t> = 0,032 mol.L</a:t>
            </a:r>
            <a:r>
              <a:rPr lang="pt-BR" altLang="pt-BR" sz="2400" b="1" kern="0" baseline="30000" dirty="0">
                <a:solidFill>
                  <a:schemeClr val="accent1">
                    <a:lumMod val="50000"/>
                  </a:schemeClr>
                </a:solidFill>
                <a:latin typeface="Aptos" panose="020B0004020202020204" pitchFamily="34" charset="0"/>
                <a:sym typeface="Symbol" panose="05050102010706020507" pitchFamily="18" charset="2"/>
              </a:rPr>
              <a:t>-1</a:t>
            </a:r>
            <a:r>
              <a:rPr lang="pt-BR" altLang="pt-BR" sz="2400" b="1" kern="0" dirty="0">
                <a:solidFill>
                  <a:schemeClr val="accent1">
                    <a:lumMod val="50000"/>
                  </a:schemeClr>
                </a:solidFill>
                <a:latin typeface="Aptos" panose="020B0004020202020204" pitchFamily="34" charset="0"/>
                <a:sym typeface="Symbol" panose="05050102010706020507" pitchFamily="18" charset="2"/>
              </a:rPr>
              <a:t>; 𝛾</a:t>
            </a:r>
            <a:r>
              <a:rPr lang="pt-BR" altLang="pt-BR" sz="2400" b="1" kern="0" baseline="-25000" dirty="0">
                <a:solidFill>
                  <a:schemeClr val="accent1">
                    <a:lumMod val="50000"/>
                  </a:schemeClr>
                </a:solidFill>
                <a:latin typeface="Aptos" panose="020B0004020202020204" pitchFamily="34" charset="0"/>
                <a:sym typeface="Symbol" panose="05050102010706020507" pitchFamily="18" charset="2"/>
              </a:rPr>
              <a:t>SO42- </a:t>
            </a:r>
            <a:r>
              <a:rPr lang="pt-BR" altLang="pt-BR" sz="2400" b="1" kern="0" dirty="0">
                <a:solidFill>
                  <a:schemeClr val="accent1">
                    <a:lumMod val="50000"/>
                  </a:schemeClr>
                </a:solidFill>
                <a:latin typeface="Aptos" panose="020B0004020202020204" pitchFamily="34" charset="0"/>
                <a:sym typeface="Symbol" panose="05050102010706020507" pitchFamily="18" charset="2"/>
              </a:rPr>
              <a:t>= 0,419; a</a:t>
            </a:r>
            <a:r>
              <a:rPr lang="pt-BR" altLang="pt-BR" sz="2400" b="1" kern="0" baseline="-25000" dirty="0">
                <a:solidFill>
                  <a:schemeClr val="accent1">
                    <a:lumMod val="50000"/>
                  </a:schemeClr>
                </a:solidFill>
                <a:latin typeface="Aptos" panose="020B0004020202020204" pitchFamily="34" charset="0"/>
                <a:sym typeface="Symbol" panose="05050102010706020507" pitchFamily="18" charset="2"/>
              </a:rPr>
              <a:t> SO42- </a:t>
            </a:r>
            <a:r>
              <a:rPr lang="pt-BR" altLang="pt-BR" sz="2400" b="1" kern="0" dirty="0">
                <a:solidFill>
                  <a:schemeClr val="accent1">
                    <a:lumMod val="50000"/>
                  </a:schemeClr>
                </a:solidFill>
                <a:latin typeface="Aptos" panose="020B0004020202020204" pitchFamily="34" charset="0"/>
                <a:sym typeface="Symbol" panose="05050102010706020507" pitchFamily="18" charset="2"/>
              </a:rPr>
              <a:t>= 0,0084 mol.L</a:t>
            </a:r>
            <a:r>
              <a:rPr lang="pt-BR" altLang="pt-BR" sz="2400" b="1" kern="0" baseline="30000" dirty="0">
                <a:solidFill>
                  <a:schemeClr val="accent1">
                    <a:lumMod val="50000"/>
                  </a:schemeClr>
                </a:solidFill>
                <a:latin typeface="Aptos" panose="020B0004020202020204" pitchFamily="34" charset="0"/>
                <a:sym typeface="Symbol" panose="05050102010706020507" pitchFamily="18" charset="2"/>
              </a:rPr>
              <a:t>-1</a:t>
            </a:r>
            <a:r>
              <a:rPr lang="pt-BR" altLang="pt-BR" sz="2400" b="1" kern="0" dirty="0">
                <a:solidFill>
                  <a:schemeClr val="accent1">
                    <a:lumMod val="50000"/>
                  </a:schemeClr>
                </a:solidFill>
                <a:latin typeface="Aptos" panose="020B0004020202020204" pitchFamily="34" charset="0"/>
                <a:sym typeface="Symbol" panose="05050102010706020507" pitchFamily="18" charset="2"/>
              </a:rPr>
              <a:t>;</a:t>
            </a:r>
            <a:endParaRPr lang="pt-BR" altLang="pt-BR" sz="2400" b="1" kern="0" baseline="30000" dirty="0">
              <a:solidFill>
                <a:schemeClr val="accent1">
                  <a:lumMod val="50000"/>
                </a:schemeClr>
              </a:solidFill>
              <a:latin typeface="Aptos" panose="020B0004020202020204" pitchFamily="34" charset="0"/>
              <a:sym typeface="Symbol" panose="05050102010706020507" pitchFamily="18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28754874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7719C0-D3B8-954D-DCDE-4341353729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685C500B-2A2D-3E41-5B41-DF9943C40471}"/>
              </a:ext>
            </a:extLst>
          </p:cNvPr>
          <p:cNvSpPr txBox="1"/>
          <p:nvPr/>
        </p:nvSpPr>
        <p:spPr>
          <a:xfrm>
            <a:off x="0" y="16907"/>
            <a:ext cx="1219199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3200" b="1" dirty="0">
                <a:solidFill>
                  <a:schemeClr val="accent1">
                    <a:lumMod val="50000"/>
                  </a:schemeClr>
                </a:solidFill>
                <a:latin typeface="Aptos" panose="020B0004020202020204" pitchFamily="34" charset="0"/>
                <a:cs typeface="Arial" panose="020B0604020202020204" pitchFamily="34" charset="0"/>
              </a:rPr>
              <a:t>Equilíbrio Químico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Espaço Reservado para Conteúdo 2">
                <a:extLst>
                  <a:ext uri="{FF2B5EF4-FFF2-40B4-BE49-F238E27FC236}">
                    <a16:creationId xmlns:a16="http://schemas.microsoft.com/office/drawing/2014/main" id="{F6965908-4353-2E1F-03DB-43F1CFEEE058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87166" y="590799"/>
                <a:ext cx="11617666" cy="5713517"/>
              </a:xfrm>
              <a:prstGeom prst="rect">
                <a:avLst/>
              </a:prstGeom>
            </p:spPr>
            <p:txBody>
              <a:bodyPr numCol="1"/>
              <a:lstStyle>
                <a:lvl1pPr marL="91440" indent="-91440" algn="l" defTabSz="914400" rtl="0" eaLnBrk="1" latinLnBrk="0" hangingPunct="1">
                  <a:lnSpc>
                    <a:spcPct val="90000"/>
                  </a:lnSpc>
                  <a:spcBef>
                    <a:spcPts val="1200"/>
                  </a:spcBef>
                  <a:spcAft>
                    <a:spcPts val="200"/>
                  </a:spcAft>
                  <a:buClr>
                    <a:schemeClr val="accent1"/>
                  </a:buClr>
                  <a:buSzPct val="100000"/>
                  <a:buFont typeface="Calibri" panose="020F0502020204030204" pitchFamily="34" charset="0"/>
                  <a:buChar char=" "/>
                  <a:defRPr sz="20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1pPr>
                <a:lvl2pPr marL="384048" indent="-18288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itchFamily="34" charset="0"/>
                  <a:buChar char="◦"/>
                  <a:defRPr sz="18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2pPr>
                <a:lvl3pPr marL="566928" indent="-18288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itchFamily="34" charset="0"/>
                  <a:buChar char="◦"/>
                  <a:defRPr sz="14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3pPr>
                <a:lvl4pPr marL="749808" indent="-18288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itchFamily="34" charset="0"/>
                  <a:buChar char="◦"/>
                  <a:defRPr sz="14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4pPr>
                <a:lvl5pPr marL="932688" indent="-18288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itchFamily="34" charset="0"/>
                  <a:buChar char="◦"/>
                  <a:defRPr sz="14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5pPr>
                <a:lvl6pPr marL="1100000" indent="-22860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itchFamily="34" charset="0"/>
                  <a:buChar char="◦"/>
                  <a:defRPr sz="14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6pPr>
                <a:lvl7pPr marL="1300000" indent="-22860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itchFamily="34" charset="0"/>
                  <a:buChar char="◦"/>
                  <a:defRPr sz="14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7pPr>
                <a:lvl8pPr marL="1500000" indent="-22860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itchFamily="34" charset="0"/>
                  <a:buChar char="◦"/>
                  <a:defRPr sz="14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8pPr>
                <a:lvl9pPr marL="1700000" indent="-22860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itchFamily="34" charset="0"/>
                  <a:buChar char="◦"/>
                  <a:defRPr sz="14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114300" indent="0">
                  <a:buNone/>
                </a:pPr>
                <a:r>
                  <a:rPr lang="pt-BR" altLang="pt-BR" sz="2400" b="1" dirty="0">
                    <a:solidFill>
                      <a:schemeClr val="accent1">
                        <a:lumMod val="50000"/>
                      </a:schemeClr>
                    </a:solidFill>
                    <a:latin typeface="Aptos" panose="020B0004020202020204" pitchFamily="34" charset="0"/>
                  </a:rPr>
                  <a:t>Constante de equilíbrio termodinâmica:</a:t>
                </a:r>
              </a:p>
              <a:p>
                <a:pPr marL="114300" indent="0">
                  <a:buNone/>
                </a:pPr>
                <a:endParaRPr lang="pt-BR" altLang="pt-BR" sz="2400" b="1" dirty="0">
                  <a:solidFill>
                    <a:schemeClr val="accent1">
                      <a:lumMod val="50000"/>
                    </a:schemeClr>
                  </a:solidFill>
                  <a:latin typeface="Aptos" panose="020B0004020202020204" pitchFamily="34" charset="0"/>
                </a:endParaRPr>
              </a:p>
              <a:p>
                <a:pPr marL="114300" indent="0" algn="ctr">
                  <a:buNone/>
                </a:pPr>
                <a:r>
                  <a:rPr lang="pt-BR" altLang="pt-BR" sz="2400" b="1" dirty="0">
                    <a:solidFill>
                      <a:schemeClr val="tx1"/>
                    </a:solidFill>
                    <a:latin typeface="Aptos" panose="020B0004020202020204" pitchFamily="34" charset="0"/>
                  </a:rPr>
                  <a:t> AB </a:t>
                </a:r>
                <a:r>
                  <a:rPr lang="pt-BR" altLang="pt-BR" sz="2400" b="1" baseline="-25000" dirty="0">
                    <a:solidFill>
                      <a:schemeClr val="tx1"/>
                    </a:solidFill>
                    <a:latin typeface="Aptos" panose="020B0004020202020204" pitchFamily="34" charset="0"/>
                  </a:rPr>
                  <a:t>(</a:t>
                </a:r>
                <a:r>
                  <a:rPr lang="pt-BR" altLang="pt-BR" sz="2400" b="1" baseline="-25000" dirty="0" err="1">
                    <a:solidFill>
                      <a:schemeClr val="tx1"/>
                    </a:solidFill>
                    <a:latin typeface="Aptos" panose="020B0004020202020204" pitchFamily="34" charset="0"/>
                  </a:rPr>
                  <a:t>aq</a:t>
                </a:r>
                <a:r>
                  <a:rPr lang="pt-BR" altLang="pt-BR" sz="2400" b="1" baseline="-25000" dirty="0">
                    <a:solidFill>
                      <a:schemeClr val="tx1"/>
                    </a:solidFill>
                    <a:latin typeface="Aptos" panose="020B0004020202020204" pitchFamily="34" charset="0"/>
                  </a:rPr>
                  <a:t>)</a:t>
                </a:r>
                <a:r>
                  <a:rPr lang="pt-BR" altLang="pt-BR" sz="2400" b="1" dirty="0">
                    <a:solidFill>
                      <a:schemeClr val="tx1"/>
                    </a:solidFill>
                    <a:latin typeface="Aptos" panose="020B0004020202020204" pitchFamily="34" charset="0"/>
                  </a:rPr>
                  <a:t> </a:t>
                </a:r>
                <a:r>
                  <a:rPr lang="pt-BR" sz="2400" b="1" i="0" dirty="0">
                    <a:solidFill>
                      <a:schemeClr val="tx1"/>
                    </a:solidFill>
                    <a:effectLst/>
                    <a:latin typeface="Aptos" panose="020B0004020202020204" pitchFamily="34" charset="0"/>
                  </a:rPr>
                  <a:t>⇌ A</a:t>
                </a:r>
                <a:r>
                  <a:rPr lang="pt-BR" sz="2400" b="1" i="0" baseline="30000" dirty="0">
                    <a:solidFill>
                      <a:schemeClr val="tx1"/>
                    </a:solidFill>
                    <a:effectLst/>
                    <a:latin typeface="Aptos" panose="020B0004020202020204" pitchFamily="34" charset="0"/>
                  </a:rPr>
                  <a:t>+</a:t>
                </a:r>
                <a:r>
                  <a:rPr lang="pt-BR" sz="2400" b="1" i="0" baseline="-25000" dirty="0">
                    <a:solidFill>
                      <a:schemeClr val="tx1"/>
                    </a:solidFill>
                    <a:effectLst/>
                    <a:latin typeface="Aptos" panose="020B0004020202020204" pitchFamily="34" charset="0"/>
                  </a:rPr>
                  <a:t>(</a:t>
                </a:r>
                <a:r>
                  <a:rPr lang="pt-BR" sz="2400" b="1" i="0" baseline="-25000" dirty="0" err="1">
                    <a:solidFill>
                      <a:schemeClr val="tx1"/>
                    </a:solidFill>
                    <a:effectLst/>
                    <a:latin typeface="Aptos" panose="020B0004020202020204" pitchFamily="34" charset="0"/>
                  </a:rPr>
                  <a:t>aq</a:t>
                </a:r>
                <a:r>
                  <a:rPr lang="pt-BR" sz="2400" b="1" i="0" baseline="-25000" dirty="0">
                    <a:solidFill>
                      <a:schemeClr val="tx1"/>
                    </a:solidFill>
                    <a:effectLst/>
                    <a:latin typeface="Aptos" panose="020B0004020202020204" pitchFamily="34" charset="0"/>
                  </a:rPr>
                  <a:t>)</a:t>
                </a:r>
                <a:r>
                  <a:rPr lang="pt-BR" altLang="pt-BR" sz="2400" b="1" dirty="0">
                    <a:solidFill>
                      <a:schemeClr val="tx1"/>
                    </a:solidFill>
                    <a:latin typeface="Aptos" panose="020B0004020202020204" pitchFamily="34" charset="0"/>
                  </a:rPr>
                  <a:t> + B</a:t>
                </a:r>
                <a:r>
                  <a:rPr lang="pt-BR" altLang="pt-BR" sz="2400" b="1" baseline="30000" dirty="0">
                    <a:solidFill>
                      <a:schemeClr val="tx1"/>
                    </a:solidFill>
                    <a:latin typeface="Aptos" panose="020B0004020202020204" pitchFamily="34" charset="0"/>
                  </a:rPr>
                  <a:t>-</a:t>
                </a:r>
                <a:r>
                  <a:rPr lang="pt-BR" altLang="pt-BR" sz="2400" b="1" baseline="-25000" dirty="0">
                    <a:solidFill>
                      <a:schemeClr val="tx1"/>
                    </a:solidFill>
                    <a:latin typeface="Aptos" panose="020B0004020202020204" pitchFamily="34" charset="0"/>
                  </a:rPr>
                  <a:t>(</a:t>
                </a:r>
                <a:r>
                  <a:rPr lang="pt-BR" altLang="pt-BR" sz="2400" b="1" baseline="-25000" dirty="0" err="1">
                    <a:solidFill>
                      <a:schemeClr val="tx1"/>
                    </a:solidFill>
                    <a:latin typeface="Aptos" panose="020B0004020202020204" pitchFamily="34" charset="0"/>
                  </a:rPr>
                  <a:t>aq</a:t>
                </a:r>
                <a:r>
                  <a:rPr lang="pt-BR" altLang="pt-BR" sz="2400" b="1" baseline="-25000" dirty="0">
                    <a:solidFill>
                      <a:schemeClr val="tx1"/>
                    </a:solidFill>
                    <a:latin typeface="Aptos" panose="020B0004020202020204" pitchFamily="34" charset="0"/>
                  </a:rPr>
                  <a:t>)</a:t>
                </a:r>
                <a:endParaRPr lang="pt-BR" altLang="pt-BR" sz="2400" b="1" dirty="0">
                  <a:solidFill>
                    <a:srgbClr val="C00000"/>
                  </a:solidFill>
                  <a:latin typeface="Aptos" panose="020B0004020202020204" pitchFamily="34" charset="0"/>
                </a:endParaRPr>
              </a:p>
              <a:p>
                <a:pPr marL="114300" indent="0" algn="just">
                  <a:buNone/>
                </a:pPr>
                <a:endParaRPr lang="pt-BR" altLang="pt-BR" sz="2400" i="1" dirty="0">
                  <a:latin typeface="Cambria Math" panose="02040503050406030204" pitchFamily="18" charset="0"/>
                </a:endParaRPr>
              </a:p>
              <a:p>
                <a:pPr marL="114300" indent="0" algn="just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altLang="pt-BR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altLang="pt-BR" sz="2400" i="1"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  <m:sub>
                          <m:r>
                            <a:rPr lang="pt-BR" altLang="pt-BR" sz="2400" b="0" i="1" smtClean="0">
                              <a:latin typeface="Cambria Math" panose="02040503050406030204" pitchFamily="18" charset="0"/>
                            </a:rPr>
                            <m:t>𝑒𝑞</m:t>
                          </m:r>
                        </m:sub>
                      </m:sSub>
                      <m:r>
                        <a:rPr lang="pt-BR" altLang="pt-BR" sz="24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altLang="pt-BR" sz="24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pt-BR" altLang="pt-BR" sz="24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altLang="pt-BR" sz="24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sSup>
                                <m:sSupPr>
                                  <m:ctrlPr>
                                    <a:rPr lang="pt-BR" altLang="pt-BR" sz="24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pt-BR" altLang="pt-BR" sz="2400" b="0" i="1" smtClean="0"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e>
                                <m:sup>
                                  <m:r>
                                    <a:rPr lang="pt-BR" altLang="pt-BR" sz="2400" b="0" i="1" smtClean="0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</m:sup>
                              </m:sSup>
                            </m:sub>
                          </m:sSub>
                          <m:sSub>
                            <m:sSubPr>
                              <m:ctrlPr>
                                <a:rPr lang="pt-BR" altLang="pt-BR" sz="24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altLang="pt-BR" sz="24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sSup>
                                <m:sSupPr>
                                  <m:ctrlPr>
                                    <a:rPr lang="pt-BR" altLang="pt-BR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pt-BR" altLang="pt-BR" sz="2400" b="0" i="1" smtClean="0">
                                      <a:latin typeface="Cambria Math" panose="02040503050406030204" pitchFamily="18" charset="0"/>
                                    </a:rPr>
                                    <m:t>𝐵</m:t>
                                  </m:r>
                                </m:e>
                                <m:sup>
                                  <m:r>
                                    <a:rPr lang="pt-BR" altLang="pt-BR" sz="2400" b="0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</m:sup>
                              </m:sSup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pt-BR" altLang="pt-BR" sz="24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altLang="pt-BR" sz="24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pt-BR" altLang="pt-BR" sz="2400" b="0" i="1" smtClean="0">
                                  <a:latin typeface="Cambria Math" panose="02040503050406030204" pitchFamily="18" charset="0"/>
                                </a:rPr>
                                <m:t>𝐴𝐵</m:t>
                              </m:r>
                            </m:sub>
                          </m:sSub>
                        </m:den>
                      </m:f>
                      <m:r>
                        <a:rPr lang="pt-BR" altLang="pt-BR" sz="2400" b="1" i="0" smtClean="0">
                          <a:latin typeface="Cambria Math" panose="02040503050406030204" pitchFamily="18" charset="0"/>
                        </a:rPr>
                        <m:t>                  </m:t>
                      </m:r>
                      <m:sSub>
                        <m:sSubPr>
                          <m:ctrlPr>
                            <a:rPr lang="pt-BR" altLang="pt-BR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altLang="pt-BR" sz="24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pt-BR" altLang="pt-BR" sz="2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pt-BR" altLang="pt-BR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pt-BR" altLang="pt-BR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altLang="pt-BR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𝛾</m:t>
                          </m:r>
                        </m:e>
                        <m:sub>
                          <m:r>
                            <a:rPr lang="pt-BR" altLang="pt-BR" sz="2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pt-BR" altLang="pt-BR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altLang="pt-BR" sz="2400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</m:d>
                    </m:oMath>
                  </m:oMathPara>
                </a14:m>
                <a:endParaRPr lang="pt-BR" sz="2400" b="1" baseline="30000" dirty="0">
                  <a:solidFill>
                    <a:schemeClr val="accent1">
                      <a:lumMod val="50000"/>
                    </a:schemeClr>
                  </a:solidFill>
                  <a:latin typeface="Aptos" panose="020B0004020202020204" pitchFamily="34" charset="0"/>
                </a:endParaRPr>
              </a:p>
              <a:p>
                <a:pPr marL="114300" indent="0" algn="just">
                  <a:buNone/>
                </a:pPr>
                <a:endParaRPr lang="pt-BR" sz="2400" b="1" baseline="30000" dirty="0">
                  <a:solidFill>
                    <a:schemeClr val="accent1">
                      <a:lumMod val="50000"/>
                    </a:schemeClr>
                  </a:solidFill>
                  <a:latin typeface="Aptos" panose="020B0004020202020204" pitchFamily="34" charset="0"/>
                </a:endParaRPr>
              </a:p>
              <a:p>
                <a:pPr marL="114300" indent="0" algn="just">
                  <a:buNone/>
                </a:pPr>
                <a:endParaRPr lang="pt-BR" sz="2400" b="1" baseline="30000" dirty="0">
                  <a:solidFill>
                    <a:schemeClr val="accent1">
                      <a:lumMod val="50000"/>
                    </a:schemeClr>
                  </a:solidFill>
                  <a:latin typeface="Aptos" panose="020B0004020202020204" pitchFamily="34" charset="0"/>
                </a:endParaRPr>
              </a:p>
              <a:p>
                <a:pPr marL="114300" indent="0" algn="just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altLang="pt-BR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altLang="pt-BR" sz="2400" i="1"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  <m:sub>
                          <m:r>
                            <a:rPr lang="pt-BR" altLang="pt-BR" sz="2400" b="0" i="1" smtClean="0">
                              <a:latin typeface="Cambria Math" panose="02040503050406030204" pitchFamily="18" charset="0"/>
                            </a:rPr>
                            <m:t>𝑒𝑞</m:t>
                          </m:r>
                        </m:sub>
                      </m:sSub>
                      <m:r>
                        <a:rPr lang="pt-BR" altLang="pt-BR" sz="24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altLang="pt-BR" sz="24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d>
                            <m:dPr>
                              <m:ctrlPr>
                                <a:rPr lang="pt-BR" altLang="pt-BR" sz="240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pt-BR" altLang="pt-BR" sz="24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pt-BR" altLang="pt-BR" sz="240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pt-BR" altLang="pt-BR" sz="2400" b="0" i="1" smtClean="0">
                                          <a:latin typeface="Cambria Math" panose="02040503050406030204" pitchFamily="18" charset="0"/>
                                        </a:rPr>
                                        <m:t>𝐴</m:t>
                                      </m:r>
                                    </m:e>
                                    <m:sup>
                                      <m:r>
                                        <a:rPr lang="pt-BR" altLang="pt-BR" sz="2400" b="0" i="1" smtClean="0">
                                          <a:latin typeface="Cambria Math" panose="02040503050406030204" pitchFamily="18" charset="0"/>
                                        </a:rPr>
                                        <m:t>+</m:t>
                                      </m:r>
                                    </m:sup>
                                  </m:sSup>
                                </m:e>
                              </m:d>
                              <m:sSub>
                                <m:sSubPr>
                                  <m:ctrlPr>
                                    <a:rPr lang="pt-BR" altLang="pt-BR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pt-BR" altLang="pt-BR" sz="240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𝛾</m:t>
                                  </m:r>
                                </m:e>
                                <m:sub>
                                  <m:sSup>
                                    <m:sSupPr>
                                      <m:ctrlPr>
                                        <a:rPr lang="pt-BR" altLang="pt-BR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pt-BR" altLang="pt-BR" sz="2400" i="1">
                                          <a:latin typeface="Cambria Math" panose="02040503050406030204" pitchFamily="18" charset="0"/>
                                        </a:rPr>
                                        <m:t>𝐴</m:t>
                                      </m:r>
                                    </m:e>
                                    <m:sup>
                                      <m:r>
                                        <a:rPr lang="pt-BR" altLang="pt-BR" sz="2400" i="1">
                                          <a:latin typeface="Cambria Math" panose="02040503050406030204" pitchFamily="18" charset="0"/>
                                        </a:rPr>
                                        <m:t>+</m:t>
                                      </m:r>
                                    </m:sup>
                                  </m:sSup>
                                </m:sub>
                              </m:sSub>
                            </m:e>
                          </m:d>
                          <m:d>
                            <m:dPr>
                              <m:ctrlPr>
                                <a:rPr lang="pt-BR" altLang="pt-BR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pt-BR" altLang="pt-BR" sz="2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pt-BR" altLang="pt-BR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pt-BR" altLang="pt-BR" sz="2400" b="0" i="1" smtClean="0">
                                          <a:latin typeface="Cambria Math" panose="02040503050406030204" pitchFamily="18" charset="0"/>
                                        </a:rPr>
                                        <m:t>𝐵</m:t>
                                      </m:r>
                                    </m:e>
                                    <m:sup>
                                      <m:r>
                                        <a:rPr lang="pt-BR" altLang="pt-BR" sz="2400" b="0" i="1" smtClean="0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</m:sup>
                                  </m:sSup>
                                </m:e>
                              </m:d>
                              <m:sSub>
                                <m:sSubPr>
                                  <m:ctrlPr>
                                    <a:rPr lang="pt-BR" altLang="pt-BR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pt-BR" altLang="pt-BR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𝛾</m:t>
                                  </m:r>
                                </m:e>
                                <m:sub>
                                  <m:sSup>
                                    <m:sSupPr>
                                      <m:ctrlPr>
                                        <a:rPr lang="pt-BR" altLang="pt-BR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pt-BR" altLang="pt-BR" sz="2400" b="0" i="1" smtClean="0">
                                          <a:latin typeface="Cambria Math" panose="02040503050406030204" pitchFamily="18" charset="0"/>
                                        </a:rPr>
                                        <m:t>𝐵</m:t>
                                      </m:r>
                                    </m:e>
                                    <m:sup>
                                      <m:r>
                                        <a:rPr lang="pt-BR" altLang="pt-BR" sz="2400" b="0" i="1" smtClean="0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</m:sup>
                                  </m:sSup>
                                </m:sub>
                              </m:sSub>
                            </m:e>
                          </m:d>
                        </m:num>
                        <m:den>
                          <m:d>
                            <m:dPr>
                              <m:ctrlPr>
                                <a:rPr lang="pt-BR" altLang="pt-BR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pt-BR" altLang="pt-BR" sz="2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pt-BR" altLang="pt-BR" sz="2400" b="0" i="1" smtClean="0">
                                      <a:latin typeface="Cambria Math" panose="02040503050406030204" pitchFamily="18" charset="0"/>
                                    </a:rPr>
                                    <m:t>𝐴𝐵</m:t>
                                  </m:r>
                                </m:e>
                              </m:d>
                              <m:sSub>
                                <m:sSubPr>
                                  <m:ctrlPr>
                                    <a:rPr lang="pt-BR" altLang="pt-BR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pt-BR" altLang="pt-BR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𝛾</m:t>
                                  </m:r>
                                </m:e>
                                <m:sub>
                                  <m:r>
                                    <a:rPr lang="pt-BR" altLang="pt-BR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𝐴𝐵</m:t>
                                  </m:r>
                                </m:sub>
                              </m:sSub>
                            </m:e>
                          </m:d>
                        </m:den>
                      </m:f>
                      <m:r>
                        <a:rPr lang="pt-BR" altLang="pt-BR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altLang="pt-BR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d>
                            <m:dPr>
                              <m:begChr m:val="["/>
                              <m:endChr m:val="]"/>
                              <m:ctrlPr>
                                <a:rPr lang="pt-BR" altLang="pt-BR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pt-BR" altLang="pt-BR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pt-BR" altLang="pt-BR" sz="2400" i="1"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e>
                                <m:sup>
                                  <m:r>
                                    <a:rPr lang="pt-BR" altLang="pt-BR" sz="2400" i="1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</m:sup>
                              </m:sSup>
                            </m:e>
                          </m:d>
                          <m:d>
                            <m:dPr>
                              <m:begChr m:val="["/>
                              <m:endChr m:val="]"/>
                              <m:ctrlPr>
                                <a:rPr lang="pt-BR" altLang="pt-BR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pt-BR" altLang="pt-BR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pt-BR" altLang="pt-BR" sz="2400" i="1">
                                      <a:latin typeface="Cambria Math" panose="02040503050406030204" pitchFamily="18" charset="0"/>
                                    </a:rPr>
                                    <m:t>𝐵</m:t>
                                  </m:r>
                                </m:e>
                                <m:sup>
                                  <m:r>
                                    <a:rPr lang="pt-BR" altLang="pt-BR" sz="2400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</m:sup>
                              </m:sSup>
                            </m:e>
                          </m:d>
                        </m:num>
                        <m:den>
                          <m:d>
                            <m:dPr>
                              <m:begChr m:val="["/>
                              <m:endChr m:val="]"/>
                              <m:ctrlPr>
                                <a:rPr lang="pt-BR" altLang="pt-BR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pt-BR" altLang="pt-BR" sz="2400" i="1">
                                  <a:latin typeface="Cambria Math" panose="02040503050406030204" pitchFamily="18" charset="0"/>
                                </a:rPr>
                                <m:t>𝐴𝐵</m:t>
                              </m:r>
                            </m:e>
                          </m:d>
                        </m:den>
                      </m:f>
                      <m:f>
                        <m:fPr>
                          <m:ctrlPr>
                            <a:rPr lang="pt-BR" altLang="pt-BR" sz="24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d>
                            <m:dPr>
                              <m:ctrlPr>
                                <a:rPr lang="pt-BR" altLang="pt-BR" sz="24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pt-BR" altLang="pt-BR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pt-BR" altLang="pt-BR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𝛾</m:t>
                                  </m:r>
                                </m:e>
                                <m:sub>
                                  <m:sSup>
                                    <m:sSupPr>
                                      <m:ctrlPr>
                                        <a:rPr lang="pt-BR" altLang="pt-BR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pt-BR" altLang="pt-BR" sz="2400" i="1">
                                          <a:latin typeface="Cambria Math" panose="02040503050406030204" pitchFamily="18" charset="0"/>
                                        </a:rPr>
                                        <m:t>𝐴</m:t>
                                      </m:r>
                                    </m:e>
                                    <m:sup>
                                      <m:r>
                                        <a:rPr lang="pt-BR" altLang="pt-BR" sz="2400" i="1">
                                          <a:latin typeface="Cambria Math" panose="02040503050406030204" pitchFamily="18" charset="0"/>
                                        </a:rPr>
                                        <m:t>+</m:t>
                                      </m:r>
                                    </m:sup>
                                  </m:sSup>
                                </m:sub>
                              </m:sSub>
                            </m:e>
                          </m:d>
                          <m:d>
                            <m:dPr>
                              <m:ctrlPr>
                                <a:rPr lang="pt-BR" altLang="pt-BR" sz="24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pt-BR" altLang="pt-BR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pt-BR" altLang="pt-BR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𝛾</m:t>
                                  </m:r>
                                </m:e>
                                <m:sub>
                                  <m:sSup>
                                    <m:sSupPr>
                                      <m:ctrlPr>
                                        <a:rPr lang="pt-BR" altLang="pt-BR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pt-BR" altLang="pt-BR" sz="2400" i="1">
                                          <a:latin typeface="Cambria Math" panose="02040503050406030204" pitchFamily="18" charset="0"/>
                                        </a:rPr>
                                        <m:t>𝐵</m:t>
                                      </m:r>
                                    </m:e>
                                    <m:sup>
                                      <m:r>
                                        <a:rPr lang="pt-BR" altLang="pt-BR" sz="2400" i="1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</m:sup>
                                  </m:sSup>
                                </m:sub>
                              </m:sSub>
                            </m:e>
                          </m:d>
                        </m:num>
                        <m:den>
                          <m:d>
                            <m:dPr>
                              <m:ctrlPr>
                                <a:rPr lang="pt-BR" altLang="pt-BR" sz="24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pt-BR" altLang="pt-BR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pt-BR" altLang="pt-BR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𝛾</m:t>
                                  </m:r>
                                </m:e>
                                <m:sub>
                                  <m:r>
                                    <a:rPr lang="pt-BR" altLang="pt-BR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𝐴𝐵</m:t>
                                  </m:r>
                                </m:sub>
                              </m:sSub>
                            </m:e>
                          </m:d>
                        </m:den>
                      </m:f>
                    </m:oMath>
                  </m:oMathPara>
                </a14:m>
                <a:endParaRPr lang="pt-BR" sz="2400" b="1" baseline="30000" dirty="0">
                  <a:solidFill>
                    <a:schemeClr val="accent1">
                      <a:lumMod val="50000"/>
                    </a:schemeClr>
                  </a:solidFill>
                  <a:latin typeface="Aptos" panose="020B0004020202020204" pitchFamily="34" charset="0"/>
                </a:endParaRPr>
              </a:p>
              <a:p>
                <a:pPr marL="11430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sz="2400" b="1" i="1" baseline="30000" smtClean="0">
                              <a:solidFill>
                                <a:schemeClr val="accent1">
                                  <a:lumMod val="50000"/>
                                </a:schemeClr>
                              </a:solidFill>
                              <a:effectLst/>
                              <a:latin typeface="Cambria Math" panose="02040503050406030204" pitchFamily="18" charset="0"/>
                            </a:rPr>
                          </m:ctrlPr>
                        </m:sSubPr>
                        <m:e/>
                        <m:sub/>
                      </m:sSub>
                      <m:sSub>
                        <m:sSubPr>
                          <m:ctrlPr>
                            <a:rPr lang="pt-BR" altLang="pt-BR" sz="2400" b="1" i="1" baseline="30000" smtClean="0">
                              <a:solidFill>
                                <a:schemeClr val="accent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/>
                        <m:sub/>
                      </m:sSub>
                    </m:oMath>
                  </m:oMathPara>
                </a14:m>
                <a:endParaRPr lang="pt-BR" altLang="pt-BR" sz="2400" b="1" baseline="30000" dirty="0">
                  <a:solidFill>
                    <a:schemeClr val="accent1">
                      <a:lumMod val="50000"/>
                    </a:schemeClr>
                  </a:solidFill>
                  <a:latin typeface="Aptos" panose="020B0004020202020204" pitchFamily="34" charset="0"/>
                </a:endParaRPr>
              </a:p>
              <a:p>
                <a:pPr marL="114300" indent="0" algn="ctr">
                  <a:buNone/>
                </a:pPr>
                <a:endParaRPr lang="pt-BR" altLang="pt-BR" sz="2400" i="1" dirty="0">
                  <a:latin typeface="Cambria Math" panose="02040503050406030204" pitchFamily="18" charset="0"/>
                </a:endParaRPr>
              </a:p>
              <a:p>
                <a:pPr marL="11430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altLang="pt-BR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altLang="pt-BR" sz="2400" i="1"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  <m:sub>
                          <m:r>
                            <a:rPr lang="pt-BR" altLang="pt-BR" sz="2400" b="0" i="1" smtClean="0">
                              <a:latin typeface="Cambria Math" panose="02040503050406030204" pitchFamily="18" charset="0"/>
                            </a:rPr>
                            <m:t>𝑒𝑞</m:t>
                          </m:r>
                        </m:sub>
                      </m:sSub>
                      <m:r>
                        <a:rPr lang="pt-BR" altLang="pt-BR" sz="2400" i="1">
                          <a:latin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pt-BR" altLang="pt-BR" sz="240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pt-BR" altLang="pt-BR" sz="2400" b="0" i="1" smtClean="0"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  <m:sub>
                          <m:r>
                            <a:rPr lang="pt-BR" altLang="pt-BR" sz="2400" b="0" i="1" smtClean="0">
                              <a:latin typeface="Cambria Math" panose="02040503050406030204" pitchFamily="18" charset="0"/>
                            </a:rPr>
                            <m:t>𝑒𝑞</m:t>
                          </m:r>
                        </m:sub>
                        <m:sup>
                          <m:r>
                            <a:rPr lang="pt-BR" altLang="pt-BR" sz="2400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bSup>
                      <m:d>
                        <m:dPr>
                          <m:ctrlPr>
                            <a:rPr lang="pt-BR" altLang="pt-BR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pt-BR" altLang="pt-BR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altLang="pt-BR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𝛾</m:t>
                              </m:r>
                            </m:e>
                            <m:sub>
                              <m:sSup>
                                <m:sSupPr>
                                  <m:ctrlPr>
                                    <a:rPr lang="pt-BR" altLang="pt-BR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pt-BR" altLang="pt-BR" sz="2400" i="1"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e>
                                <m:sup>
                                  <m:r>
                                    <a:rPr lang="pt-BR" altLang="pt-BR" sz="2400" i="1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</m:sup>
                              </m:sSup>
                            </m:sub>
                          </m:sSub>
                        </m:e>
                      </m:d>
                      <m:d>
                        <m:dPr>
                          <m:ctrlPr>
                            <a:rPr lang="pt-BR" altLang="pt-BR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pt-BR" altLang="pt-BR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altLang="pt-BR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𝛾</m:t>
                              </m:r>
                            </m:e>
                            <m:sub>
                              <m:sSup>
                                <m:sSupPr>
                                  <m:ctrlPr>
                                    <a:rPr lang="pt-BR" altLang="pt-BR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pt-BR" altLang="pt-BR" sz="2400" i="1">
                                      <a:latin typeface="Cambria Math" panose="02040503050406030204" pitchFamily="18" charset="0"/>
                                    </a:rPr>
                                    <m:t>𝐵</m:t>
                                  </m:r>
                                </m:e>
                                <m:sup>
                                  <m:r>
                                    <a:rPr lang="pt-BR" altLang="pt-BR" sz="2400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</m:sup>
                              </m:sSup>
                            </m:sub>
                          </m:sSub>
                        </m:e>
                      </m:d>
                    </m:oMath>
                  </m:oMathPara>
                </a14:m>
                <a:endParaRPr lang="pt-BR" altLang="pt-BR" sz="2400" dirty="0">
                  <a:solidFill>
                    <a:schemeClr val="tx1"/>
                  </a:solidFill>
                  <a:latin typeface="Aptos" panose="020B0004020202020204" pitchFamily="34" charset="0"/>
                </a:endParaRPr>
              </a:p>
              <a:p>
                <a:pPr marL="114300" indent="0" algn="ctr">
                  <a:buNone/>
                </a:pPr>
                <a:endParaRPr lang="pt-BR" altLang="pt-BR" sz="2400" dirty="0">
                  <a:solidFill>
                    <a:schemeClr val="tx1"/>
                  </a:solidFill>
                  <a:latin typeface="Aptos" panose="020B0004020202020204" pitchFamily="34" charset="0"/>
                </a:endParaRPr>
              </a:p>
              <a:p>
                <a:pPr marL="457200" indent="-342900">
                  <a:buFont typeface="Wingdings" panose="05000000000000000000" pitchFamily="2" charset="2"/>
                  <a:buChar char="v"/>
                </a:pPr>
                <a:endParaRPr lang="pt-BR" altLang="pt-BR" sz="2400" dirty="0">
                  <a:solidFill>
                    <a:schemeClr val="tx1"/>
                  </a:solidFill>
                  <a:latin typeface="Aptos" panose="020B0004020202020204" pitchFamily="34" charset="0"/>
                </a:endParaRPr>
              </a:p>
              <a:p>
                <a:pPr marL="114300" indent="0" algn="ctr">
                  <a:buFont typeface="Arial" panose="020B0604020202020204" pitchFamily="34" charset="0"/>
                  <a:buNone/>
                </a:pPr>
                <a:r>
                  <a:rPr lang="pt-BR" altLang="pt-BR" sz="2400" i="1" dirty="0">
                    <a:latin typeface="Cambria Math" panose="02040503050406030204" pitchFamily="18" charset="0"/>
                  </a:rPr>
                  <a:t> </a:t>
                </a:r>
              </a:p>
              <a:p>
                <a:pPr marL="114300" indent="0" algn="ctr">
                  <a:buFont typeface="Arial" panose="020B0604020202020204" pitchFamily="34" charset="0"/>
                  <a:buNone/>
                </a:pPr>
                <a:r>
                  <a:rPr lang="pt-BR" altLang="pt-BR" sz="2400" dirty="0">
                    <a:latin typeface="Aptos" panose="020B0004020202020204" pitchFamily="34" charset="0"/>
                  </a:rPr>
                  <a:t>   </a:t>
                </a:r>
              </a:p>
              <a:p>
                <a:pPr marL="114300" indent="0">
                  <a:buFont typeface="Arial" panose="020B0604020202020204" pitchFamily="34" charset="0"/>
                  <a:buNone/>
                </a:pPr>
                <a:endParaRPr lang="pt-BR" altLang="pt-BR" sz="2400" dirty="0">
                  <a:latin typeface="Aptos" panose="020B0004020202020204" pitchFamily="34" charset="0"/>
                </a:endParaRPr>
              </a:p>
            </p:txBody>
          </p:sp>
        </mc:Choice>
        <mc:Fallback xmlns="">
          <p:sp>
            <p:nvSpPr>
              <p:cNvPr id="3" name="Espaço Reservado para Conteúdo 2">
                <a:extLst>
                  <a:ext uri="{FF2B5EF4-FFF2-40B4-BE49-F238E27FC236}">
                    <a16:creationId xmlns:a16="http://schemas.microsoft.com/office/drawing/2014/main" id="{F6965908-4353-2E1F-03DB-43F1CFEEE05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7166" y="590799"/>
                <a:ext cx="11617666" cy="5713517"/>
              </a:xfrm>
              <a:prstGeom prst="rect">
                <a:avLst/>
              </a:prstGeom>
              <a:blipFill>
                <a:blip r:embed="rId2"/>
                <a:stretch>
                  <a:fillRect t="-1387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Retângulo 4">
            <a:extLst>
              <a:ext uri="{FF2B5EF4-FFF2-40B4-BE49-F238E27FC236}">
                <a16:creationId xmlns:a16="http://schemas.microsoft.com/office/drawing/2014/main" id="{499926B0-E78E-7A77-5889-3C4C03039457}"/>
              </a:ext>
            </a:extLst>
          </p:cNvPr>
          <p:cNvSpPr/>
          <p:nvPr/>
        </p:nvSpPr>
        <p:spPr>
          <a:xfrm>
            <a:off x="417794" y="2543570"/>
            <a:ext cx="3326891" cy="707886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pt-BR" altLang="pt-BR" sz="2000" b="1" kern="0" dirty="0">
                <a:solidFill>
                  <a:schemeClr val="accent1">
                    <a:lumMod val="50000"/>
                  </a:schemeClr>
                </a:solidFill>
                <a:latin typeface="Aptos" panose="020B0004020202020204" pitchFamily="34" charset="0"/>
                <a:sym typeface="Symbol" panose="05050102010706020507" pitchFamily="18" charset="2"/>
              </a:rPr>
              <a:t>Onde </a:t>
            </a:r>
            <a:r>
              <a:rPr lang="pt-BR" altLang="pt-BR" sz="2000" b="1" kern="0" dirty="0" err="1">
                <a:solidFill>
                  <a:schemeClr val="accent1">
                    <a:lumMod val="50000"/>
                  </a:schemeClr>
                </a:solidFill>
                <a:latin typeface="Aptos" panose="020B0004020202020204" pitchFamily="34" charset="0"/>
                <a:sym typeface="Symbol" panose="05050102010706020507" pitchFamily="18" charset="2"/>
              </a:rPr>
              <a:t>K</a:t>
            </a:r>
            <a:r>
              <a:rPr lang="pt-BR" altLang="pt-BR" sz="2000" b="1" kern="0" baseline="-25000" dirty="0" err="1">
                <a:solidFill>
                  <a:schemeClr val="accent1">
                    <a:lumMod val="50000"/>
                  </a:schemeClr>
                </a:solidFill>
                <a:latin typeface="Aptos" panose="020B0004020202020204" pitchFamily="34" charset="0"/>
                <a:sym typeface="Symbol" panose="05050102010706020507" pitchFamily="18" charset="2"/>
              </a:rPr>
              <a:t>eq</a:t>
            </a:r>
            <a:r>
              <a:rPr lang="pt-BR" altLang="pt-BR" sz="2000" b="1" kern="0" dirty="0">
                <a:solidFill>
                  <a:schemeClr val="accent1">
                    <a:lumMod val="50000"/>
                  </a:schemeClr>
                </a:solidFill>
                <a:latin typeface="Aptos" panose="020B0004020202020204" pitchFamily="34" charset="0"/>
                <a:sym typeface="Symbol" panose="05050102010706020507" pitchFamily="18" charset="2"/>
              </a:rPr>
              <a:t> é a constante de equilíbrio termodinâmica</a:t>
            </a:r>
            <a:endParaRPr lang="pt-BR" altLang="pt-BR" sz="2000" b="1" dirty="0">
              <a:latin typeface="Aptos" panose="020B0004020202020204" pitchFamily="34" charset="0"/>
            </a:endParaRPr>
          </a:p>
        </p:txBody>
      </p:sp>
      <p:cxnSp>
        <p:nvCxnSpPr>
          <p:cNvPr id="9" name="Conector de Seta Reta 8">
            <a:extLst>
              <a:ext uri="{FF2B5EF4-FFF2-40B4-BE49-F238E27FC236}">
                <a16:creationId xmlns:a16="http://schemas.microsoft.com/office/drawing/2014/main" id="{7D2EE920-FCA2-44BF-7D3B-58006DF33B12}"/>
              </a:ext>
            </a:extLst>
          </p:cNvPr>
          <p:cNvCxnSpPr/>
          <p:nvPr/>
        </p:nvCxnSpPr>
        <p:spPr>
          <a:xfrm>
            <a:off x="8055429" y="4506686"/>
            <a:ext cx="1023257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CaixaDeTexto 9">
            <a:extLst>
              <a:ext uri="{FF2B5EF4-FFF2-40B4-BE49-F238E27FC236}">
                <a16:creationId xmlns:a16="http://schemas.microsoft.com/office/drawing/2014/main" id="{4019ACCC-47E2-E474-7E8C-817F8E6AB281}"/>
              </a:ext>
            </a:extLst>
          </p:cNvPr>
          <p:cNvSpPr txBox="1"/>
          <p:nvPr/>
        </p:nvSpPr>
        <p:spPr>
          <a:xfrm>
            <a:off x="9126367" y="432202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b="1" dirty="0"/>
              <a:t>1</a:t>
            </a:r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5D9FA7A7-0A63-0B6E-1FE9-C8EC735F6DC2}"/>
              </a:ext>
            </a:extLst>
          </p:cNvPr>
          <p:cNvSpPr/>
          <p:nvPr/>
        </p:nvSpPr>
        <p:spPr>
          <a:xfrm>
            <a:off x="6572902" y="3831386"/>
            <a:ext cx="1284515" cy="957932"/>
          </a:xfrm>
          <a:prstGeom prst="rect">
            <a:avLst/>
          </a:prstGeom>
          <a:noFill/>
          <a:ln w="3810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//</a:t>
            </a: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E2DF458B-95D6-F590-A5B2-0A6D98EF3483}"/>
              </a:ext>
            </a:extLst>
          </p:cNvPr>
          <p:cNvSpPr txBox="1"/>
          <p:nvPr/>
        </p:nvSpPr>
        <p:spPr>
          <a:xfrm>
            <a:off x="6891993" y="4789318"/>
            <a:ext cx="64633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400" dirty="0" err="1">
                <a:latin typeface="Aptos" panose="020B0004020202020204" pitchFamily="34" charset="0"/>
              </a:rPr>
              <a:t>K’</a:t>
            </a:r>
            <a:r>
              <a:rPr lang="pt-BR" sz="2400" baseline="-25000" dirty="0" err="1">
                <a:latin typeface="Aptos" panose="020B0004020202020204" pitchFamily="34" charset="0"/>
              </a:rPr>
              <a:t>eq</a:t>
            </a:r>
            <a:endParaRPr lang="pt-BR" sz="2400" baseline="30000" dirty="0">
              <a:latin typeface="Aptos" panose="020B0004020202020204" pitchFamily="34" charset="0"/>
            </a:endParaRPr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798F2B69-4A34-C7E9-7B27-7F92881427C5}"/>
              </a:ext>
            </a:extLst>
          </p:cNvPr>
          <p:cNvSpPr/>
          <p:nvPr/>
        </p:nvSpPr>
        <p:spPr>
          <a:xfrm>
            <a:off x="1795410" y="4820095"/>
            <a:ext cx="4626428" cy="40011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pt-BR" altLang="pt-BR" sz="2000" b="1" kern="0" dirty="0">
                <a:solidFill>
                  <a:schemeClr val="accent1">
                    <a:lumMod val="50000"/>
                  </a:schemeClr>
                </a:solidFill>
                <a:latin typeface="Aptos" panose="020B0004020202020204" pitchFamily="34" charset="0"/>
                <a:sym typeface="Symbol" panose="05050102010706020507" pitchFamily="18" charset="2"/>
              </a:rPr>
              <a:t>Onde </a:t>
            </a:r>
            <a:r>
              <a:rPr lang="pt-BR" altLang="pt-BR" sz="2000" b="1" kern="0" dirty="0" err="1">
                <a:solidFill>
                  <a:schemeClr val="accent1">
                    <a:lumMod val="50000"/>
                  </a:schemeClr>
                </a:solidFill>
                <a:latin typeface="Aptos" panose="020B0004020202020204" pitchFamily="34" charset="0"/>
                <a:sym typeface="Symbol" panose="05050102010706020507" pitchFamily="18" charset="2"/>
              </a:rPr>
              <a:t>K’</a:t>
            </a:r>
            <a:r>
              <a:rPr lang="pt-BR" altLang="pt-BR" sz="2000" b="1" kern="0" baseline="-25000" dirty="0" err="1">
                <a:solidFill>
                  <a:schemeClr val="accent1">
                    <a:lumMod val="50000"/>
                  </a:schemeClr>
                </a:solidFill>
                <a:latin typeface="Aptos" panose="020B0004020202020204" pitchFamily="34" charset="0"/>
                <a:sym typeface="Symbol" panose="05050102010706020507" pitchFamily="18" charset="2"/>
              </a:rPr>
              <a:t>eq</a:t>
            </a:r>
            <a:r>
              <a:rPr lang="pt-BR" altLang="pt-BR" sz="2000" b="1" kern="0" dirty="0">
                <a:solidFill>
                  <a:schemeClr val="accent1">
                    <a:lumMod val="50000"/>
                  </a:schemeClr>
                </a:solidFill>
                <a:latin typeface="Aptos" panose="020B0004020202020204" pitchFamily="34" charset="0"/>
                <a:sym typeface="Symbol" panose="05050102010706020507" pitchFamily="18" charset="2"/>
              </a:rPr>
              <a:t> é a constante de equilíbrio</a:t>
            </a:r>
            <a:endParaRPr lang="pt-BR" altLang="pt-BR" sz="2000" b="1" dirty="0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8198172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22A725-6A9E-D09D-0D27-B2F0759977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18DAA580-4DBA-A68F-4540-DE6B79215A6E}"/>
              </a:ext>
            </a:extLst>
          </p:cNvPr>
          <p:cNvSpPr txBox="1"/>
          <p:nvPr/>
        </p:nvSpPr>
        <p:spPr>
          <a:xfrm>
            <a:off x="0" y="16907"/>
            <a:ext cx="1219199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3200" b="1" dirty="0">
                <a:solidFill>
                  <a:schemeClr val="accent1">
                    <a:lumMod val="50000"/>
                  </a:schemeClr>
                </a:solidFill>
                <a:latin typeface="Aptos" panose="020B0004020202020204" pitchFamily="34" charset="0"/>
                <a:cs typeface="Arial" panose="020B0604020202020204" pitchFamily="34" charset="0"/>
              </a:rPr>
              <a:t>Equilíbrio Químico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E356C7E-6C49-C605-4B47-150BF0F5F522}"/>
              </a:ext>
            </a:extLst>
          </p:cNvPr>
          <p:cNvSpPr txBox="1">
            <a:spLocks/>
          </p:cNvSpPr>
          <p:nvPr/>
        </p:nvSpPr>
        <p:spPr>
          <a:xfrm>
            <a:off x="200080" y="1226126"/>
            <a:ext cx="11617666" cy="4042560"/>
          </a:xfrm>
          <a:prstGeom prst="rect">
            <a:avLst/>
          </a:prstGeom>
        </p:spPr>
        <p:txBody>
          <a:bodyPr/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114300" indent="0" algn="ctr">
              <a:buNone/>
            </a:pPr>
            <a:endParaRPr lang="pt-BR" altLang="pt-BR" sz="2400" dirty="0">
              <a:solidFill>
                <a:schemeClr val="tx1"/>
              </a:solidFill>
              <a:latin typeface="Aptos" panose="020B0004020202020204" pitchFamily="34" charset="0"/>
            </a:endParaRPr>
          </a:p>
          <a:p>
            <a:pPr algn="just" eaLnBrk="1" hangingPunct="1">
              <a:spcBef>
                <a:spcPct val="0"/>
              </a:spcBef>
              <a:buClrTx/>
              <a:buFontTx/>
              <a:buNone/>
            </a:pPr>
            <a:r>
              <a:rPr lang="pt-BR" sz="2400" b="1" dirty="0">
                <a:solidFill>
                  <a:schemeClr val="accent1">
                    <a:lumMod val="50000"/>
                  </a:schemeClr>
                </a:solidFill>
                <a:latin typeface="Aptos" panose="020B0004020202020204" pitchFamily="34" charset="0"/>
                <a:cs typeface="Arial" panose="020B0604020202020204" pitchFamily="34" charset="0"/>
              </a:rPr>
              <a:t>Exemplo 4: </a:t>
            </a:r>
            <a:r>
              <a:rPr lang="pt-BR" altLang="pt-BR" sz="2400" dirty="0">
                <a:solidFill>
                  <a:schemeClr val="tx1"/>
                </a:solidFill>
                <a:latin typeface="Aptos" panose="020B0004020202020204" pitchFamily="34" charset="0"/>
              </a:rPr>
              <a:t>Um eletrólito fraco AB se dissocia em A+ e B-, com uma constante de equilíbrio termodinâmica igual a 2,0 x 10</a:t>
            </a:r>
            <a:r>
              <a:rPr lang="pt-BR" altLang="pt-BR" sz="2400" baseline="30000" dirty="0">
                <a:solidFill>
                  <a:schemeClr val="tx1"/>
                </a:solidFill>
                <a:latin typeface="Aptos" panose="020B0004020202020204" pitchFamily="34" charset="0"/>
              </a:rPr>
              <a:t>-8</a:t>
            </a:r>
            <a:r>
              <a:rPr lang="pt-BR" altLang="pt-BR" sz="2400" dirty="0">
                <a:solidFill>
                  <a:schemeClr val="tx1"/>
                </a:solidFill>
                <a:latin typeface="Aptos" panose="020B0004020202020204" pitchFamily="34" charset="0"/>
              </a:rPr>
              <a:t>.</a:t>
            </a:r>
          </a:p>
          <a:p>
            <a:pPr algn="just" eaLnBrk="1" hangingPunct="1">
              <a:spcBef>
                <a:spcPct val="0"/>
              </a:spcBef>
              <a:buClrTx/>
              <a:buFontTx/>
              <a:buNone/>
            </a:pPr>
            <a:endParaRPr lang="pt-BR" altLang="pt-BR" sz="2400" dirty="0">
              <a:solidFill>
                <a:schemeClr val="tx1"/>
              </a:solidFill>
              <a:latin typeface="Aptos" panose="020B0004020202020204" pitchFamily="34" charset="0"/>
            </a:endParaRPr>
          </a:p>
          <a:p>
            <a:pPr marL="457200" indent="-457200" algn="just">
              <a:spcBef>
                <a:spcPct val="0"/>
              </a:spcBef>
              <a:buClr>
                <a:schemeClr val="accent1">
                  <a:lumMod val="75000"/>
                </a:schemeClr>
              </a:buClr>
              <a:buAutoNum type="alphaLcParenR"/>
            </a:pPr>
            <a:r>
              <a:rPr lang="pt-BR" sz="2400" kern="0" dirty="0">
                <a:solidFill>
                  <a:schemeClr val="tx1"/>
                </a:solidFill>
                <a:latin typeface="Aptos" panose="020B0004020202020204" pitchFamily="34" charset="0"/>
              </a:rPr>
              <a:t>Calcular a constante de equilíbrio para µ= 0,1, </a:t>
            </a:r>
            <a:r>
              <a:rPr lang="pt-BR" sz="2400" kern="0" dirty="0" err="1">
                <a:solidFill>
                  <a:schemeClr val="tx1"/>
                </a:solidFill>
                <a:latin typeface="Aptos" panose="020B0004020202020204" pitchFamily="34" charset="0"/>
              </a:rPr>
              <a:t>ɤ</a:t>
            </a:r>
            <a:r>
              <a:rPr lang="pt-BR" sz="2400" kern="0" baseline="-25000" dirty="0" err="1">
                <a:solidFill>
                  <a:schemeClr val="tx1"/>
                </a:solidFill>
                <a:latin typeface="Aptos" panose="020B0004020202020204" pitchFamily="34" charset="0"/>
              </a:rPr>
              <a:t>A</a:t>
            </a:r>
            <a:r>
              <a:rPr lang="pt-BR" sz="2400" kern="0" baseline="-6000" dirty="0">
                <a:solidFill>
                  <a:schemeClr val="tx1"/>
                </a:solidFill>
                <a:latin typeface="Aptos" panose="020B0004020202020204" pitchFamily="34" charset="0"/>
              </a:rPr>
              <a:t>+</a:t>
            </a:r>
            <a:r>
              <a:rPr lang="pt-BR" sz="2400" kern="0" dirty="0">
                <a:solidFill>
                  <a:schemeClr val="tx1"/>
                </a:solidFill>
                <a:latin typeface="Aptos" panose="020B0004020202020204" pitchFamily="34" charset="0"/>
              </a:rPr>
              <a:t>= 0,6 e </a:t>
            </a:r>
            <a:r>
              <a:rPr lang="pt-BR" sz="2400" kern="0" dirty="0" err="1">
                <a:solidFill>
                  <a:schemeClr val="tx1"/>
                </a:solidFill>
                <a:latin typeface="Aptos" panose="020B0004020202020204" pitchFamily="34" charset="0"/>
              </a:rPr>
              <a:t>ɤ</a:t>
            </a:r>
            <a:r>
              <a:rPr lang="pt-BR" sz="2400" kern="0" baseline="-25000" dirty="0" err="1">
                <a:solidFill>
                  <a:schemeClr val="tx1"/>
                </a:solidFill>
                <a:latin typeface="Aptos" panose="020B0004020202020204" pitchFamily="34" charset="0"/>
              </a:rPr>
              <a:t>B</a:t>
            </a:r>
            <a:r>
              <a:rPr lang="pt-BR" sz="2400" kern="0" baseline="-6000" dirty="0">
                <a:solidFill>
                  <a:schemeClr val="tx1"/>
                </a:solidFill>
                <a:latin typeface="Aptos" panose="020B0004020202020204" pitchFamily="34" charset="0"/>
              </a:rPr>
              <a:t>-</a:t>
            </a:r>
            <a:r>
              <a:rPr lang="pt-BR" sz="2400" kern="0" dirty="0">
                <a:solidFill>
                  <a:schemeClr val="tx1"/>
                </a:solidFill>
                <a:latin typeface="Aptos" panose="020B0004020202020204" pitchFamily="34" charset="0"/>
              </a:rPr>
              <a:t> = 0,7 </a:t>
            </a:r>
          </a:p>
          <a:p>
            <a:pPr marL="457200" indent="-457200" algn="just" eaLnBrk="1" hangingPunct="1">
              <a:spcBef>
                <a:spcPct val="0"/>
              </a:spcBef>
              <a:buClr>
                <a:schemeClr val="accent1">
                  <a:lumMod val="75000"/>
                </a:schemeClr>
              </a:buClr>
              <a:buFontTx/>
              <a:buAutoNum type="alphaLcParenR"/>
            </a:pPr>
            <a:endParaRPr lang="pt-BR" altLang="pt-BR" sz="2400" kern="0" dirty="0">
              <a:solidFill>
                <a:schemeClr val="tx1"/>
              </a:solidFill>
              <a:latin typeface="Aptos" panose="020B0004020202020204" pitchFamily="34" charset="0"/>
            </a:endParaRPr>
          </a:p>
          <a:p>
            <a:pPr marL="457200" indent="-457200" algn="just">
              <a:spcBef>
                <a:spcPct val="0"/>
              </a:spcBef>
              <a:buClr>
                <a:schemeClr val="accent1">
                  <a:lumMod val="75000"/>
                </a:schemeClr>
              </a:buClr>
              <a:buFontTx/>
              <a:buAutoNum type="alphaLcParenR"/>
            </a:pPr>
            <a:r>
              <a:rPr lang="pt-BR" sz="2400" kern="0" dirty="0">
                <a:solidFill>
                  <a:schemeClr val="tx1"/>
                </a:solidFill>
                <a:latin typeface="Aptos" panose="020B0004020202020204" pitchFamily="34" charset="0"/>
              </a:rPr>
              <a:t>Calcular a % de dissociação de uma solução 1,0 x 10</a:t>
            </a:r>
            <a:r>
              <a:rPr lang="pt-BR" sz="2400" kern="0" baseline="30000" dirty="0">
                <a:solidFill>
                  <a:schemeClr val="tx1"/>
                </a:solidFill>
                <a:latin typeface="Aptos" panose="020B0004020202020204" pitchFamily="34" charset="0"/>
              </a:rPr>
              <a:t>-4</a:t>
            </a:r>
            <a:r>
              <a:rPr lang="pt-BR" sz="2400" kern="0" dirty="0">
                <a:solidFill>
                  <a:schemeClr val="tx1"/>
                </a:solidFill>
                <a:latin typeface="Aptos" panose="020B0004020202020204" pitchFamily="34" charset="0"/>
              </a:rPr>
              <a:t> mol.L</a:t>
            </a:r>
            <a:r>
              <a:rPr lang="pt-BR" sz="2400" kern="0" baseline="30000" dirty="0">
                <a:solidFill>
                  <a:schemeClr val="tx1"/>
                </a:solidFill>
                <a:latin typeface="Aptos" panose="020B0004020202020204" pitchFamily="34" charset="0"/>
              </a:rPr>
              <a:t>-1</a:t>
            </a:r>
            <a:r>
              <a:rPr lang="pt-BR" sz="2400" kern="0" dirty="0">
                <a:solidFill>
                  <a:schemeClr val="tx1"/>
                </a:solidFill>
                <a:latin typeface="Aptos" panose="020B0004020202020204" pitchFamily="34" charset="0"/>
              </a:rPr>
              <a:t> de AB em água, admitindo </a:t>
            </a:r>
            <a:r>
              <a:rPr lang="el-GR" sz="2400" kern="0" dirty="0">
                <a:solidFill>
                  <a:schemeClr val="tx1"/>
                </a:solidFill>
                <a:latin typeface="Aptos" panose="020B0004020202020204" pitchFamily="34" charset="0"/>
                <a:cs typeface="Arial"/>
              </a:rPr>
              <a:t>μ</a:t>
            </a:r>
            <a:r>
              <a:rPr lang="pt-BR" sz="2400" kern="0" dirty="0">
                <a:solidFill>
                  <a:schemeClr val="tx1"/>
                </a:solidFill>
                <a:latin typeface="Aptos" panose="020B0004020202020204" pitchFamily="34" charset="0"/>
                <a:cs typeface="Arial"/>
              </a:rPr>
              <a:t> = 0</a:t>
            </a:r>
            <a:r>
              <a:rPr lang="pt-BR" sz="1600" kern="0" dirty="0">
                <a:solidFill>
                  <a:schemeClr val="tx1"/>
                </a:solidFill>
                <a:latin typeface="Aptos" panose="020B0004020202020204" pitchFamily="34" charset="0"/>
                <a:cs typeface="Arial"/>
              </a:rPr>
              <a:t>.</a:t>
            </a:r>
          </a:p>
          <a:p>
            <a:pPr marL="457200" indent="-457200" algn="just">
              <a:spcBef>
                <a:spcPct val="0"/>
              </a:spcBef>
              <a:buClr>
                <a:schemeClr val="accent1">
                  <a:lumMod val="75000"/>
                </a:schemeClr>
              </a:buClr>
              <a:buFontTx/>
              <a:buAutoNum type="alphaLcParenR"/>
            </a:pPr>
            <a:endParaRPr lang="pt-BR" sz="1600" kern="0" dirty="0">
              <a:solidFill>
                <a:schemeClr val="tx1"/>
              </a:solidFill>
              <a:latin typeface="Aptos" panose="020B0004020202020204" pitchFamily="34" charset="0"/>
              <a:cs typeface="Arial"/>
            </a:endParaRPr>
          </a:p>
          <a:p>
            <a:pPr marL="457200" indent="-457200" algn="just">
              <a:spcBef>
                <a:spcPct val="0"/>
              </a:spcBef>
              <a:buClr>
                <a:schemeClr val="accent1">
                  <a:lumMod val="75000"/>
                </a:schemeClr>
              </a:buClr>
              <a:buFontTx/>
              <a:buAutoNum type="alphaLcParenR"/>
            </a:pPr>
            <a:r>
              <a:rPr lang="pt-BR" sz="2400" dirty="0">
                <a:solidFill>
                  <a:schemeClr val="tx1"/>
                </a:solidFill>
                <a:latin typeface="Aptos" panose="020B0004020202020204" pitchFamily="34" charset="0"/>
              </a:rPr>
              <a:t>Calcular a % de dissociação de uma solução 1,0 x 10</a:t>
            </a:r>
            <a:r>
              <a:rPr lang="pt-BR" sz="2400" baseline="30000" dirty="0">
                <a:solidFill>
                  <a:schemeClr val="tx1"/>
                </a:solidFill>
                <a:latin typeface="Aptos" panose="020B0004020202020204" pitchFamily="34" charset="0"/>
              </a:rPr>
              <a:t>-4</a:t>
            </a:r>
            <a:r>
              <a:rPr lang="pt-BR" sz="2400" dirty="0">
                <a:solidFill>
                  <a:schemeClr val="tx1"/>
                </a:solidFill>
                <a:latin typeface="Aptos" panose="020B0004020202020204" pitchFamily="34" charset="0"/>
              </a:rPr>
              <a:t> mol L</a:t>
            </a:r>
            <a:r>
              <a:rPr lang="pt-BR" sz="2400" baseline="30000" dirty="0">
                <a:solidFill>
                  <a:schemeClr val="tx1"/>
                </a:solidFill>
                <a:latin typeface="Aptos" panose="020B0004020202020204" pitchFamily="34" charset="0"/>
              </a:rPr>
              <a:t>-1</a:t>
            </a:r>
            <a:r>
              <a:rPr lang="pt-BR" sz="2400" dirty="0">
                <a:solidFill>
                  <a:schemeClr val="tx1"/>
                </a:solidFill>
                <a:latin typeface="Aptos" panose="020B0004020202020204" pitchFamily="34" charset="0"/>
              </a:rPr>
              <a:t> de AB em água, na presença de um sal diverso (eletrólito forte), para</a:t>
            </a:r>
            <a:r>
              <a:rPr lang="pt-BR" sz="2000" dirty="0">
                <a:solidFill>
                  <a:schemeClr val="tx1"/>
                </a:solidFill>
                <a:latin typeface="Aptos" panose="020B0004020202020204" pitchFamily="34" charset="0"/>
              </a:rPr>
              <a:t> </a:t>
            </a:r>
            <a:r>
              <a:rPr lang="pt-BR" sz="2400" dirty="0">
                <a:solidFill>
                  <a:schemeClr val="tx1"/>
                </a:solidFill>
                <a:latin typeface="Aptos" panose="020B0004020202020204" pitchFamily="34" charset="0"/>
              </a:rPr>
              <a:t>µ = 0,1, </a:t>
            </a:r>
            <a:r>
              <a:rPr lang="pt-BR" sz="2400" dirty="0" err="1">
                <a:solidFill>
                  <a:schemeClr val="tx1"/>
                </a:solidFill>
                <a:latin typeface="Aptos" panose="020B0004020202020204" pitchFamily="34" charset="0"/>
              </a:rPr>
              <a:t>ɤ</a:t>
            </a:r>
            <a:r>
              <a:rPr lang="pt-BR" sz="2400" baseline="-25000" dirty="0" err="1">
                <a:solidFill>
                  <a:schemeClr val="tx1"/>
                </a:solidFill>
                <a:latin typeface="Aptos" panose="020B0004020202020204" pitchFamily="34" charset="0"/>
              </a:rPr>
              <a:t>A</a:t>
            </a:r>
            <a:r>
              <a:rPr lang="pt-BR" sz="2400" baseline="-6000" dirty="0">
                <a:solidFill>
                  <a:schemeClr val="tx1"/>
                </a:solidFill>
                <a:latin typeface="Aptos" panose="020B0004020202020204" pitchFamily="34" charset="0"/>
              </a:rPr>
              <a:t>+</a:t>
            </a:r>
            <a:r>
              <a:rPr lang="pt-BR" sz="2400" dirty="0">
                <a:solidFill>
                  <a:schemeClr val="tx1"/>
                </a:solidFill>
                <a:latin typeface="Aptos" panose="020B0004020202020204" pitchFamily="34" charset="0"/>
              </a:rPr>
              <a:t>= 0,6 e </a:t>
            </a:r>
            <a:r>
              <a:rPr lang="pt-BR" sz="2400" dirty="0" err="1">
                <a:solidFill>
                  <a:schemeClr val="tx1"/>
                </a:solidFill>
                <a:latin typeface="Aptos" panose="020B0004020202020204" pitchFamily="34" charset="0"/>
              </a:rPr>
              <a:t>ɤ</a:t>
            </a:r>
            <a:r>
              <a:rPr lang="pt-BR" sz="2400" baseline="-25000" dirty="0" err="1">
                <a:solidFill>
                  <a:schemeClr val="tx1"/>
                </a:solidFill>
                <a:latin typeface="Aptos" panose="020B0004020202020204" pitchFamily="34" charset="0"/>
              </a:rPr>
              <a:t>B</a:t>
            </a:r>
            <a:r>
              <a:rPr lang="pt-BR" sz="2400" baseline="-6000" dirty="0">
                <a:solidFill>
                  <a:schemeClr val="tx1"/>
                </a:solidFill>
                <a:latin typeface="Aptos" panose="020B0004020202020204" pitchFamily="34" charset="0"/>
              </a:rPr>
              <a:t>-</a:t>
            </a:r>
            <a:r>
              <a:rPr lang="pt-BR" sz="2400" dirty="0">
                <a:solidFill>
                  <a:schemeClr val="tx1"/>
                </a:solidFill>
                <a:latin typeface="Aptos" panose="020B0004020202020204" pitchFamily="34" charset="0"/>
              </a:rPr>
              <a:t> = 0,7.</a:t>
            </a:r>
          </a:p>
          <a:p>
            <a:pPr marL="457200" indent="-457200" algn="just" eaLnBrk="1" hangingPunct="1">
              <a:spcBef>
                <a:spcPct val="0"/>
              </a:spcBef>
              <a:buClrTx/>
              <a:buFontTx/>
              <a:buAutoNum type="alphaLcParenR"/>
            </a:pPr>
            <a:endParaRPr lang="pt-BR" altLang="pt-BR" sz="2400" dirty="0">
              <a:solidFill>
                <a:schemeClr val="tx1"/>
              </a:solidFill>
              <a:latin typeface="Aptos" panose="020B0004020202020204" pitchFamily="34" charset="0"/>
            </a:endParaRPr>
          </a:p>
          <a:p>
            <a:pPr algn="just" eaLnBrk="1" hangingPunct="1">
              <a:spcBef>
                <a:spcPct val="0"/>
              </a:spcBef>
              <a:buClrTx/>
              <a:buFontTx/>
              <a:buNone/>
            </a:pPr>
            <a:r>
              <a:rPr lang="pt-BR" altLang="pt-BR" sz="2400" dirty="0">
                <a:latin typeface="Aptos" panose="020B0004020202020204" pitchFamily="34" charset="0"/>
              </a:rPr>
              <a:t>   </a:t>
            </a:r>
          </a:p>
          <a:p>
            <a:pPr marL="114300" indent="0">
              <a:buFont typeface="Arial" panose="020B0604020202020204" pitchFamily="34" charset="0"/>
              <a:buNone/>
            </a:pPr>
            <a:endParaRPr lang="pt-BR" altLang="pt-BR" sz="2400" dirty="0">
              <a:latin typeface="Aptos" panose="020B0004020202020204" pitchFamily="34" charset="0"/>
            </a:endParaRP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703C90C5-BC57-0DD6-8832-F2B48280008F}"/>
              </a:ext>
            </a:extLst>
          </p:cNvPr>
          <p:cNvSpPr/>
          <p:nvPr/>
        </p:nvSpPr>
        <p:spPr>
          <a:xfrm>
            <a:off x="3128606" y="5431465"/>
            <a:ext cx="5760614" cy="46166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pt-BR" altLang="pt-BR" sz="2400" b="1" kern="0" dirty="0">
                <a:solidFill>
                  <a:schemeClr val="accent1">
                    <a:lumMod val="50000"/>
                  </a:schemeClr>
                </a:solidFill>
                <a:latin typeface="Aptos" panose="020B0004020202020204" pitchFamily="34" charset="0"/>
                <a:sym typeface="Symbol" panose="05050102010706020507" pitchFamily="18" charset="2"/>
              </a:rPr>
              <a:t>Resposta: a) 4,8x10</a:t>
            </a:r>
            <a:r>
              <a:rPr lang="pt-BR" altLang="pt-BR" sz="2400" b="1" kern="0" baseline="30000" dirty="0">
                <a:solidFill>
                  <a:schemeClr val="accent1">
                    <a:lumMod val="50000"/>
                  </a:schemeClr>
                </a:solidFill>
                <a:latin typeface="Aptos" panose="020B0004020202020204" pitchFamily="34" charset="0"/>
                <a:sym typeface="Symbol" panose="05050102010706020507" pitchFamily="18" charset="2"/>
              </a:rPr>
              <a:t>-8</a:t>
            </a:r>
            <a:r>
              <a:rPr lang="pt-BR" altLang="pt-BR" sz="2400" b="1" kern="0" dirty="0">
                <a:solidFill>
                  <a:schemeClr val="accent1">
                    <a:lumMod val="50000"/>
                  </a:schemeClr>
                </a:solidFill>
                <a:latin typeface="Aptos" panose="020B0004020202020204" pitchFamily="34" charset="0"/>
                <a:sym typeface="Symbol" panose="05050102010706020507" pitchFamily="18" charset="2"/>
              </a:rPr>
              <a:t>, b) 1,4 %, c) 2,2 %</a:t>
            </a:r>
            <a:endParaRPr lang="pt-BR" altLang="pt-BR" sz="2400" b="1" kern="0" baseline="30000" dirty="0">
              <a:solidFill>
                <a:schemeClr val="accent1">
                  <a:lumMod val="50000"/>
                </a:schemeClr>
              </a:solidFill>
              <a:latin typeface="Aptos" panose="020B0004020202020204" pitchFamily="34" charset="0"/>
              <a:sym typeface="Symbol" panose="05050102010706020507" pitchFamily="18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29021353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theme/theme1.xml><?xml version="1.0" encoding="utf-8"?>
<a:theme xmlns:a="http://schemas.openxmlformats.org/drawingml/2006/main" name="Retrospectiva">
  <a:themeElements>
    <a:clrScheme name="Vermelho Violeta">
      <a:dk1>
        <a:sysClr val="windowText" lastClr="000000"/>
      </a:dk1>
      <a:lt1>
        <a:sysClr val="window" lastClr="FFFFFF"/>
      </a:lt1>
      <a:dk2>
        <a:srgbClr val="454551"/>
      </a:dk2>
      <a:lt2>
        <a:srgbClr val="D8D9DC"/>
      </a:lt2>
      <a:accent1>
        <a:srgbClr val="E32D91"/>
      </a:accent1>
      <a:accent2>
        <a:srgbClr val="C830CC"/>
      </a:accent2>
      <a:accent3>
        <a:srgbClr val="4EA6DC"/>
      </a:accent3>
      <a:accent4>
        <a:srgbClr val="4775E7"/>
      </a:accent4>
      <a:accent5>
        <a:srgbClr val="8971E1"/>
      </a:accent5>
      <a:accent6>
        <a:srgbClr val="D54773"/>
      </a:accent6>
      <a:hlink>
        <a:srgbClr val="6B9F25"/>
      </a:hlink>
      <a:folHlink>
        <a:srgbClr val="8C8C8C"/>
      </a:folHlink>
    </a:clrScheme>
    <a:fontScheme name="Retrospectiva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iva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9CC26709-368C-4D72-9060-94E5B3FF3CD6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1922</TotalTime>
  <Words>1296</Words>
  <Application>Microsoft Office PowerPoint</Application>
  <PresentationFormat>Widescreen</PresentationFormat>
  <Paragraphs>270</Paragraphs>
  <Slides>18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18</vt:i4>
      </vt:variant>
    </vt:vector>
  </HeadingPairs>
  <TitlesOfParts>
    <vt:vector size="25" baseType="lpstr">
      <vt:lpstr>Aptos</vt:lpstr>
      <vt:lpstr>Arial</vt:lpstr>
      <vt:lpstr>Calibri</vt:lpstr>
      <vt:lpstr>Calibri Light</vt:lpstr>
      <vt:lpstr>Cambria Math</vt:lpstr>
      <vt:lpstr>Wingdings</vt:lpstr>
      <vt:lpstr>Retrospectiva</vt:lpstr>
      <vt:lpstr>Aula 2:  Equilíbrio Químico 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Alene Dutra</dc:creator>
  <cp:lastModifiedBy>Alene Dutra</cp:lastModifiedBy>
  <cp:revision>152</cp:revision>
  <dcterms:created xsi:type="dcterms:W3CDTF">2025-03-10T01:16:28Z</dcterms:created>
  <dcterms:modified xsi:type="dcterms:W3CDTF">2025-03-26T21:34:09Z</dcterms:modified>
</cp:coreProperties>
</file>