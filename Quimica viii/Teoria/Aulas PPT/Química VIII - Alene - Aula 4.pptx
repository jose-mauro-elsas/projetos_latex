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94" r:id="rId1"/>
  </p:sldMasterIdLst>
  <p:notesMasterIdLst>
    <p:notesMasterId r:id="rId41"/>
  </p:notesMasterIdLst>
  <p:sldIdLst>
    <p:sldId id="256" r:id="rId2"/>
    <p:sldId id="1292" r:id="rId3"/>
    <p:sldId id="1246" r:id="rId4"/>
    <p:sldId id="1293" r:id="rId5"/>
    <p:sldId id="1294" r:id="rId6"/>
    <p:sldId id="1295" r:id="rId7"/>
    <p:sldId id="1251" r:id="rId8"/>
    <p:sldId id="1297" r:id="rId9"/>
    <p:sldId id="1296" r:id="rId10"/>
    <p:sldId id="1299" r:id="rId11"/>
    <p:sldId id="1300" r:id="rId12"/>
    <p:sldId id="1253" r:id="rId13"/>
    <p:sldId id="1305" r:id="rId14"/>
    <p:sldId id="1301" r:id="rId15"/>
    <p:sldId id="1302" r:id="rId16"/>
    <p:sldId id="1303" r:id="rId17"/>
    <p:sldId id="1306" r:id="rId18"/>
    <p:sldId id="1304" r:id="rId19"/>
    <p:sldId id="1307" r:id="rId20"/>
    <p:sldId id="1308" r:id="rId21"/>
    <p:sldId id="1318" r:id="rId22"/>
    <p:sldId id="1319" r:id="rId23"/>
    <p:sldId id="1320" r:id="rId24"/>
    <p:sldId id="1321" r:id="rId25"/>
    <p:sldId id="1322" r:id="rId26"/>
    <p:sldId id="1323" r:id="rId27"/>
    <p:sldId id="1324" r:id="rId28"/>
    <p:sldId id="1325" r:id="rId29"/>
    <p:sldId id="1326" r:id="rId30"/>
    <p:sldId id="1327" r:id="rId31"/>
    <p:sldId id="1328" r:id="rId32"/>
    <p:sldId id="1329" r:id="rId33"/>
    <p:sldId id="1330" r:id="rId34"/>
    <p:sldId id="1331" r:id="rId35"/>
    <p:sldId id="1332" r:id="rId36"/>
    <p:sldId id="1333" r:id="rId37"/>
    <p:sldId id="1338" r:id="rId38"/>
    <p:sldId id="1339" r:id="rId39"/>
    <p:sldId id="1340" r:id="rId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D6813C-4F5C-447E-890C-8FD9EB60DF80}" v="34" dt="2025-04-17T14:19:43.3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Estilo com Tema 1 - Ênfase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2833802-FEF1-4C79-8D5D-14CF1EAF98D9}" styleName="Estilo Claro 2 - Ênfas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CAF9ED-07DC-4A11-8D7F-57B35C25682E}" styleName="Estilo Médio 1 - Ênfase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CF1AB2-1976-4502-BF36-3FF5EA218861}" styleName="Estilo Médio 4 - Ênfas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61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52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ne Dutra" userId="8ec748416087b198" providerId="LiveId" clId="{D2D6813C-4F5C-447E-890C-8FD9EB60DF80}"/>
    <pc:docChg chg="addSld delSld modSld">
      <pc:chgData name="Alene Dutra" userId="8ec748416087b198" providerId="LiveId" clId="{D2D6813C-4F5C-447E-890C-8FD9EB60DF80}" dt="2025-04-17T14:19:43.375" v="66" actId="2711"/>
      <pc:docMkLst>
        <pc:docMk/>
      </pc:docMkLst>
      <pc:sldChg chg="modSp mod">
        <pc:chgData name="Alene Dutra" userId="8ec748416087b198" providerId="LiveId" clId="{D2D6813C-4F5C-447E-890C-8FD9EB60DF80}" dt="2025-04-09T12:13:25.930" v="28" actId="20577"/>
        <pc:sldMkLst>
          <pc:docMk/>
          <pc:sldMk cId="2432300389" sldId="256"/>
        </pc:sldMkLst>
        <pc:spChg chg="mod">
          <ac:chgData name="Alene Dutra" userId="8ec748416087b198" providerId="LiveId" clId="{D2D6813C-4F5C-447E-890C-8FD9EB60DF80}" dt="2025-04-09T12:13:25.930" v="28" actId="20577"/>
          <ac:spMkLst>
            <pc:docMk/>
            <pc:sldMk cId="2432300389" sldId="256"/>
            <ac:spMk id="2" creationId="{CF671F40-5A18-AF9D-9E9A-466D546EC379}"/>
          </ac:spMkLst>
        </pc:spChg>
      </pc:sldChg>
      <pc:sldChg chg="del">
        <pc:chgData name="Alene Dutra" userId="8ec748416087b198" providerId="LiveId" clId="{D2D6813C-4F5C-447E-890C-8FD9EB60DF80}" dt="2025-04-09T12:13:32.211" v="29" actId="47"/>
        <pc:sldMkLst>
          <pc:docMk/>
          <pc:sldMk cId="186822064" sldId="319"/>
        </pc:sldMkLst>
      </pc:sldChg>
      <pc:sldChg chg="del">
        <pc:chgData name="Alene Dutra" userId="8ec748416087b198" providerId="LiveId" clId="{D2D6813C-4F5C-447E-890C-8FD9EB60DF80}" dt="2025-04-09T12:13:32.211" v="29" actId="47"/>
        <pc:sldMkLst>
          <pc:docMk/>
          <pc:sldMk cId="371982725" sldId="348"/>
        </pc:sldMkLst>
      </pc:sldChg>
      <pc:sldChg chg="del">
        <pc:chgData name="Alene Dutra" userId="8ec748416087b198" providerId="LiveId" clId="{D2D6813C-4F5C-447E-890C-8FD9EB60DF80}" dt="2025-04-09T12:13:32.211" v="29" actId="47"/>
        <pc:sldMkLst>
          <pc:docMk/>
          <pc:sldMk cId="1431101685" sldId="350"/>
        </pc:sldMkLst>
      </pc:sldChg>
      <pc:sldChg chg="del">
        <pc:chgData name="Alene Dutra" userId="8ec748416087b198" providerId="LiveId" clId="{D2D6813C-4F5C-447E-890C-8FD9EB60DF80}" dt="2025-04-09T12:13:32.211" v="29" actId="47"/>
        <pc:sldMkLst>
          <pc:docMk/>
          <pc:sldMk cId="4232869597" sldId="351"/>
        </pc:sldMkLst>
      </pc:sldChg>
      <pc:sldChg chg="del">
        <pc:chgData name="Alene Dutra" userId="8ec748416087b198" providerId="LiveId" clId="{D2D6813C-4F5C-447E-890C-8FD9EB60DF80}" dt="2025-04-09T12:13:32.211" v="29" actId="47"/>
        <pc:sldMkLst>
          <pc:docMk/>
          <pc:sldMk cId="651092462" sldId="353"/>
        </pc:sldMkLst>
      </pc:sldChg>
      <pc:sldChg chg="del">
        <pc:chgData name="Alene Dutra" userId="8ec748416087b198" providerId="LiveId" clId="{D2D6813C-4F5C-447E-890C-8FD9EB60DF80}" dt="2025-04-09T12:13:32.211" v="29" actId="47"/>
        <pc:sldMkLst>
          <pc:docMk/>
          <pc:sldMk cId="3104379241" sldId="354"/>
        </pc:sldMkLst>
      </pc:sldChg>
      <pc:sldChg chg="del">
        <pc:chgData name="Alene Dutra" userId="8ec748416087b198" providerId="LiveId" clId="{D2D6813C-4F5C-447E-890C-8FD9EB60DF80}" dt="2025-04-09T12:13:32.211" v="29" actId="47"/>
        <pc:sldMkLst>
          <pc:docMk/>
          <pc:sldMk cId="556607642" sldId="355"/>
        </pc:sldMkLst>
      </pc:sldChg>
      <pc:sldChg chg="del">
        <pc:chgData name="Alene Dutra" userId="8ec748416087b198" providerId="LiveId" clId="{D2D6813C-4F5C-447E-890C-8FD9EB60DF80}" dt="2025-04-09T12:13:32.211" v="29" actId="47"/>
        <pc:sldMkLst>
          <pc:docMk/>
          <pc:sldMk cId="3398162247" sldId="356"/>
        </pc:sldMkLst>
      </pc:sldChg>
      <pc:sldChg chg="del">
        <pc:chgData name="Alene Dutra" userId="8ec748416087b198" providerId="LiveId" clId="{D2D6813C-4F5C-447E-890C-8FD9EB60DF80}" dt="2025-04-09T12:13:32.211" v="29" actId="47"/>
        <pc:sldMkLst>
          <pc:docMk/>
          <pc:sldMk cId="4082228870" sldId="357"/>
        </pc:sldMkLst>
      </pc:sldChg>
      <pc:sldChg chg="del">
        <pc:chgData name="Alene Dutra" userId="8ec748416087b198" providerId="LiveId" clId="{D2D6813C-4F5C-447E-890C-8FD9EB60DF80}" dt="2025-04-09T12:13:32.211" v="29" actId="47"/>
        <pc:sldMkLst>
          <pc:docMk/>
          <pc:sldMk cId="3884554116" sldId="358"/>
        </pc:sldMkLst>
      </pc:sldChg>
      <pc:sldChg chg="del">
        <pc:chgData name="Alene Dutra" userId="8ec748416087b198" providerId="LiveId" clId="{D2D6813C-4F5C-447E-890C-8FD9EB60DF80}" dt="2025-04-09T12:13:32.211" v="29" actId="47"/>
        <pc:sldMkLst>
          <pc:docMk/>
          <pc:sldMk cId="2719103749" sldId="359"/>
        </pc:sldMkLst>
      </pc:sldChg>
      <pc:sldChg chg="del">
        <pc:chgData name="Alene Dutra" userId="8ec748416087b198" providerId="LiveId" clId="{D2D6813C-4F5C-447E-890C-8FD9EB60DF80}" dt="2025-04-09T12:13:32.211" v="29" actId="47"/>
        <pc:sldMkLst>
          <pc:docMk/>
          <pc:sldMk cId="1568411471" sldId="361"/>
        </pc:sldMkLst>
      </pc:sldChg>
      <pc:sldChg chg="del">
        <pc:chgData name="Alene Dutra" userId="8ec748416087b198" providerId="LiveId" clId="{D2D6813C-4F5C-447E-890C-8FD9EB60DF80}" dt="2025-04-09T12:13:32.211" v="29" actId="47"/>
        <pc:sldMkLst>
          <pc:docMk/>
          <pc:sldMk cId="776965959" sldId="362"/>
        </pc:sldMkLst>
      </pc:sldChg>
      <pc:sldChg chg="del">
        <pc:chgData name="Alene Dutra" userId="8ec748416087b198" providerId="LiveId" clId="{D2D6813C-4F5C-447E-890C-8FD9EB60DF80}" dt="2025-04-09T12:13:32.211" v="29" actId="47"/>
        <pc:sldMkLst>
          <pc:docMk/>
          <pc:sldMk cId="2627149065" sldId="363"/>
        </pc:sldMkLst>
      </pc:sldChg>
      <pc:sldChg chg="del">
        <pc:chgData name="Alene Dutra" userId="8ec748416087b198" providerId="LiveId" clId="{D2D6813C-4F5C-447E-890C-8FD9EB60DF80}" dt="2025-04-09T12:13:32.211" v="29" actId="47"/>
        <pc:sldMkLst>
          <pc:docMk/>
          <pc:sldMk cId="2860202260" sldId="364"/>
        </pc:sldMkLst>
      </pc:sldChg>
      <pc:sldChg chg="del">
        <pc:chgData name="Alene Dutra" userId="8ec748416087b198" providerId="LiveId" clId="{D2D6813C-4F5C-447E-890C-8FD9EB60DF80}" dt="2025-04-09T12:13:32.211" v="29" actId="47"/>
        <pc:sldMkLst>
          <pc:docMk/>
          <pc:sldMk cId="3913610450" sldId="365"/>
        </pc:sldMkLst>
      </pc:sldChg>
      <pc:sldChg chg="del">
        <pc:chgData name="Alene Dutra" userId="8ec748416087b198" providerId="LiveId" clId="{D2D6813C-4F5C-447E-890C-8FD9EB60DF80}" dt="2025-04-09T12:13:32.211" v="29" actId="47"/>
        <pc:sldMkLst>
          <pc:docMk/>
          <pc:sldMk cId="524374019" sldId="367"/>
        </pc:sldMkLst>
      </pc:sldChg>
      <pc:sldChg chg="del">
        <pc:chgData name="Alene Dutra" userId="8ec748416087b198" providerId="LiveId" clId="{D2D6813C-4F5C-447E-890C-8FD9EB60DF80}" dt="2025-04-09T12:13:32.211" v="29" actId="47"/>
        <pc:sldMkLst>
          <pc:docMk/>
          <pc:sldMk cId="2824128253" sldId="368"/>
        </pc:sldMkLst>
      </pc:sldChg>
      <pc:sldChg chg="del">
        <pc:chgData name="Alene Dutra" userId="8ec748416087b198" providerId="LiveId" clId="{D2D6813C-4F5C-447E-890C-8FD9EB60DF80}" dt="2025-04-09T12:13:32.211" v="29" actId="47"/>
        <pc:sldMkLst>
          <pc:docMk/>
          <pc:sldMk cId="3910229364" sldId="369"/>
        </pc:sldMkLst>
      </pc:sldChg>
      <pc:sldChg chg="del">
        <pc:chgData name="Alene Dutra" userId="8ec748416087b198" providerId="LiveId" clId="{D2D6813C-4F5C-447E-890C-8FD9EB60DF80}" dt="2025-04-09T12:13:32.211" v="29" actId="47"/>
        <pc:sldMkLst>
          <pc:docMk/>
          <pc:sldMk cId="1061426380" sldId="370"/>
        </pc:sldMkLst>
      </pc:sldChg>
      <pc:sldChg chg="del">
        <pc:chgData name="Alene Dutra" userId="8ec748416087b198" providerId="LiveId" clId="{D2D6813C-4F5C-447E-890C-8FD9EB60DF80}" dt="2025-04-09T12:13:32.211" v="29" actId="47"/>
        <pc:sldMkLst>
          <pc:docMk/>
          <pc:sldMk cId="546244029" sldId="371"/>
        </pc:sldMkLst>
      </pc:sldChg>
      <pc:sldChg chg="del">
        <pc:chgData name="Alene Dutra" userId="8ec748416087b198" providerId="LiveId" clId="{D2D6813C-4F5C-447E-890C-8FD9EB60DF80}" dt="2025-04-09T12:13:32.211" v="29" actId="47"/>
        <pc:sldMkLst>
          <pc:docMk/>
          <pc:sldMk cId="870627202" sldId="372"/>
        </pc:sldMkLst>
      </pc:sldChg>
      <pc:sldChg chg="del">
        <pc:chgData name="Alene Dutra" userId="8ec748416087b198" providerId="LiveId" clId="{D2D6813C-4F5C-447E-890C-8FD9EB60DF80}" dt="2025-04-09T12:13:32.211" v="29" actId="47"/>
        <pc:sldMkLst>
          <pc:docMk/>
          <pc:sldMk cId="174188418" sldId="373"/>
        </pc:sldMkLst>
      </pc:sldChg>
      <pc:sldChg chg="del">
        <pc:chgData name="Alene Dutra" userId="8ec748416087b198" providerId="LiveId" clId="{D2D6813C-4F5C-447E-890C-8FD9EB60DF80}" dt="2025-04-09T12:13:32.211" v="29" actId="47"/>
        <pc:sldMkLst>
          <pc:docMk/>
          <pc:sldMk cId="2041243712" sldId="374"/>
        </pc:sldMkLst>
      </pc:sldChg>
      <pc:sldChg chg="del">
        <pc:chgData name="Alene Dutra" userId="8ec748416087b198" providerId="LiveId" clId="{D2D6813C-4F5C-447E-890C-8FD9EB60DF80}" dt="2025-04-09T12:13:32.211" v="29" actId="47"/>
        <pc:sldMkLst>
          <pc:docMk/>
          <pc:sldMk cId="2961747834" sldId="375"/>
        </pc:sldMkLst>
      </pc:sldChg>
      <pc:sldChg chg="del">
        <pc:chgData name="Alene Dutra" userId="8ec748416087b198" providerId="LiveId" clId="{D2D6813C-4F5C-447E-890C-8FD9EB60DF80}" dt="2025-04-09T12:13:32.211" v="29" actId="47"/>
        <pc:sldMkLst>
          <pc:docMk/>
          <pc:sldMk cId="2203514783" sldId="376"/>
        </pc:sldMkLst>
      </pc:sldChg>
      <pc:sldChg chg="del">
        <pc:chgData name="Alene Dutra" userId="8ec748416087b198" providerId="LiveId" clId="{D2D6813C-4F5C-447E-890C-8FD9EB60DF80}" dt="2025-04-09T12:13:32.211" v="29" actId="47"/>
        <pc:sldMkLst>
          <pc:docMk/>
          <pc:sldMk cId="3819593633" sldId="377"/>
        </pc:sldMkLst>
      </pc:sldChg>
      <pc:sldChg chg="del">
        <pc:chgData name="Alene Dutra" userId="8ec748416087b198" providerId="LiveId" clId="{D2D6813C-4F5C-447E-890C-8FD9EB60DF80}" dt="2025-04-09T12:13:32.211" v="29" actId="47"/>
        <pc:sldMkLst>
          <pc:docMk/>
          <pc:sldMk cId="763265012" sldId="378"/>
        </pc:sldMkLst>
      </pc:sldChg>
      <pc:sldChg chg="del">
        <pc:chgData name="Alene Dutra" userId="8ec748416087b198" providerId="LiveId" clId="{D2D6813C-4F5C-447E-890C-8FD9EB60DF80}" dt="2025-04-09T12:13:32.211" v="29" actId="47"/>
        <pc:sldMkLst>
          <pc:docMk/>
          <pc:sldMk cId="838447700" sldId="379"/>
        </pc:sldMkLst>
      </pc:sldChg>
      <pc:sldChg chg="del">
        <pc:chgData name="Alene Dutra" userId="8ec748416087b198" providerId="LiveId" clId="{D2D6813C-4F5C-447E-890C-8FD9EB60DF80}" dt="2025-04-09T12:13:32.211" v="29" actId="47"/>
        <pc:sldMkLst>
          <pc:docMk/>
          <pc:sldMk cId="2726431520" sldId="380"/>
        </pc:sldMkLst>
      </pc:sldChg>
      <pc:sldChg chg="del">
        <pc:chgData name="Alene Dutra" userId="8ec748416087b198" providerId="LiveId" clId="{D2D6813C-4F5C-447E-890C-8FD9EB60DF80}" dt="2025-04-09T12:13:32.211" v="29" actId="47"/>
        <pc:sldMkLst>
          <pc:docMk/>
          <pc:sldMk cId="1618713725" sldId="381"/>
        </pc:sldMkLst>
      </pc:sldChg>
      <pc:sldChg chg="add del">
        <pc:chgData name="Alene Dutra" userId="8ec748416087b198" providerId="LiveId" clId="{D2D6813C-4F5C-447E-890C-8FD9EB60DF80}" dt="2025-04-09T12:21:42.360" v="30"/>
        <pc:sldMkLst>
          <pc:docMk/>
          <pc:sldMk cId="4288356085" sldId="1246"/>
        </pc:sldMkLst>
      </pc:sldChg>
      <pc:sldChg chg="del">
        <pc:chgData name="Alene Dutra" userId="8ec748416087b198" providerId="LiveId" clId="{D2D6813C-4F5C-447E-890C-8FD9EB60DF80}" dt="2025-04-09T12:13:32.211" v="29" actId="47"/>
        <pc:sldMkLst>
          <pc:docMk/>
          <pc:sldMk cId="2877755740" sldId="1249"/>
        </pc:sldMkLst>
      </pc:sldChg>
      <pc:sldChg chg="del">
        <pc:chgData name="Alene Dutra" userId="8ec748416087b198" providerId="LiveId" clId="{D2D6813C-4F5C-447E-890C-8FD9EB60DF80}" dt="2025-04-09T12:13:32.211" v="29" actId="47"/>
        <pc:sldMkLst>
          <pc:docMk/>
          <pc:sldMk cId="1259493476" sldId="1250"/>
        </pc:sldMkLst>
      </pc:sldChg>
      <pc:sldChg chg="modSp add">
        <pc:chgData name="Alene Dutra" userId="8ec748416087b198" providerId="LiveId" clId="{D2D6813C-4F5C-447E-890C-8FD9EB60DF80}" dt="2025-04-09T12:30:18.130" v="34"/>
        <pc:sldMkLst>
          <pc:docMk/>
          <pc:sldMk cId="2305743838" sldId="1251"/>
        </pc:sldMkLst>
        <pc:spChg chg="mod">
          <ac:chgData name="Alene Dutra" userId="8ec748416087b198" providerId="LiveId" clId="{D2D6813C-4F5C-447E-890C-8FD9EB60DF80}" dt="2025-04-09T12:30:18.130" v="34"/>
          <ac:spMkLst>
            <pc:docMk/>
            <pc:sldMk cId="2305743838" sldId="1251"/>
            <ac:spMk id="6" creationId="{9B8EB4CE-4411-9A9A-73DB-6F6FD0EBF28E}"/>
          </ac:spMkLst>
        </pc:spChg>
      </pc:sldChg>
      <pc:sldChg chg="add">
        <pc:chgData name="Alene Dutra" userId="8ec748416087b198" providerId="LiveId" clId="{D2D6813C-4F5C-447E-890C-8FD9EB60DF80}" dt="2025-04-09T12:21:42.360" v="30"/>
        <pc:sldMkLst>
          <pc:docMk/>
          <pc:sldMk cId="870627202" sldId="1253"/>
        </pc:sldMkLst>
      </pc:sldChg>
      <pc:sldChg chg="del">
        <pc:chgData name="Alene Dutra" userId="8ec748416087b198" providerId="LiveId" clId="{D2D6813C-4F5C-447E-890C-8FD9EB60DF80}" dt="2025-04-09T12:13:32.211" v="29" actId="47"/>
        <pc:sldMkLst>
          <pc:docMk/>
          <pc:sldMk cId="2624806077" sldId="1260"/>
        </pc:sldMkLst>
      </pc:sldChg>
      <pc:sldChg chg="del">
        <pc:chgData name="Alene Dutra" userId="8ec748416087b198" providerId="LiveId" clId="{D2D6813C-4F5C-447E-890C-8FD9EB60DF80}" dt="2025-04-09T12:13:32.211" v="29" actId="47"/>
        <pc:sldMkLst>
          <pc:docMk/>
          <pc:sldMk cId="3322844998" sldId="1261"/>
        </pc:sldMkLst>
      </pc:sldChg>
      <pc:sldChg chg="add">
        <pc:chgData name="Alene Dutra" userId="8ec748416087b198" providerId="LiveId" clId="{D2D6813C-4F5C-447E-890C-8FD9EB60DF80}" dt="2025-04-09T12:21:42.360" v="30"/>
        <pc:sldMkLst>
          <pc:docMk/>
          <pc:sldMk cId="2435111612" sldId="1292"/>
        </pc:sldMkLst>
      </pc:sldChg>
      <pc:sldChg chg="add">
        <pc:chgData name="Alene Dutra" userId="8ec748416087b198" providerId="LiveId" clId="{D2D6813C-4F5C-447E-890C-8FD9EB60DF80}" dt="2025-04-09T12:21:42.360" v="30"/>
        <pc:sldMkLst>
          <pc:docMk/>
          <pc:sldMk cId="2557250592" sldId="1293"/>
        </pc:sldMkLst>
      </pc:sldChg>
      <pc:sldChg chg="add">
        <pc:chgData name="Alene Dutra" userId="8ec748416087b198" providerId="LiveId" clId="{D2D6813C-4F5C-447E-890C-8FD9EB60DF80}" dt="2025-04-09T12:21:42.360" v="30"/>
        <pc:sldMkLst>
          <pc:docMk/>
          <pc:sldMk cId="3036659572" sldId="1294"/>
        </pc:sldMkLst>
      </pc:sldChg>
      <pc:sldChg chg="add">
        <pc:chgData name="Alene Dutra" userId="8ec748416087b198" providerId="LiveId" clId="{D2D6813C-4F5C-447E-890C-8FD9EB60DF80}" dt="2025-04-09T12:21:42.360" v="30"/>
        <pc:sldMkLst>
          <pc:docMk/>
          <pc:sldMk cId="343245665" sldId="1295"/>
        </pc:sldMkLst>
      </pc:sldChg>
      <pc:sldChg chg="modSp add">
        <pc:chgData name="Alene Dutra" userId="8ec748416087b198" providerId="LiveId" clId="{D2D6813C-4F5C-447E-890C-8FD9EB60DF80}" dt="2025-04-09T12:30:25.812" v="35"/>
        <pc:sldMkLst>
          <pc:docMk/>
          <pc:sldMk cId="773263088" sldId="1296"/>
        </pc:sldMkLst>
        <pc:spChg chg="mod">
          <ac:chgData name="Alene Dutra" userId="8ec748416087b198" providerId="LiveId" clId="{D2D6813C-4F5C-447E-890C-8FD9EB60DF80}" dt="2025-04-09T12:30:25.812" v="35"/>
          <ac:spMkLst>
            <pc:docMk/>
            <pc:sldMk cId="773263088" sldId="1296"/>
            <ac:spMk id="6" creationId="{94A98B81-B560-77AB-A892-05589C7434A1}"/>
          </ac:spMkLst>
        </pc:spChg>
      </pc:sldChg>
      <pc:sldChg chg="add">
        <pc:chgData name="Alene Dutra" userId="8ec748416087b198" providerId="LiveId" clId="{D2D6813C-4F5C-447E-890C-8FD9EB60DF80}" dt="2025-04-09T12:21:42.360" v="30"/>
        <pc:sldMkLst>
          <pc:docMk/>
          <pc:sldMk cId="2154775553" sldId="1297"/>
        </pc:sldMkLst>
      </pc:sldChg>
      <pc:sldChg chg="add">
        <pc:chgData name="Alene Dutra" userId="8ec748416087b198" providerId="LiveId" clId="{D2D6813C-4F5C-447E-890C-8FD9EB60DF80}" dt="2025-04-09T12:21:42.360" v="30"/>
        <pc:sldMkLst>
          <pc:docMk/>
          <pc:sldMk cId="2774671012" sldId="1299"/>
        </pc:sldMkLst>
      </pc:sldChg>
      <pc:sldChg chg="add">
        <pc:chgData name="Alene Dutra" userId="8ec748416087b198" providerId="LiveId" clId="{D2D6813C-4F5C-447E-890C-8FD9EB60DF80}" dt="2025-04-09T12:21:42.360" v="30"/>
        <pc:sldMkLst>
          <pc:docMk/>
          <pc:sldMk cId="2747839517" sldId="1300"/>
        </pc:sldMkLst>
      </pc:sldChg>
      <pc:sldChg chg="modSp add">
        <pc:chgData name="Alene Dutra" userId="8ec748416087b198" providerId="LiveId" clId="{D2D6813C-4F5C-447E-890C-8FD9EB60DF80}" dt="2025-04-09T12:30:33.249" v="36"/>
        <pc:sldMkLst>
          <pc:docMk/>
          <pc:sldMk cId="1711633653" sldId="1301"/>
        </pc:sldMkLst>
        <pc:spChg chg="mod">
          <ac:chgData name="Alene Dutra" userId="8ec748416087b198" providerId="LiveId" clId="{D2D6813C-4F5C-447E-890C-8FD9EB60DF80}" dt="2025-04-09T12:30:33.249" v="36"/>
          <ac:spMkLst>
            <pc:docMk/>
            <pc:sldMk cId="1711633653" sldId="1301"/>
            <ac:spMk id="6" creationId="{07F22636-2AEB-AD10-BB76-EE40271D91BE}"/>
          </ac:spMkLst>
        </pc:spChg>
      </pc:sldChg>
      <pc:sldChg chg="add">
        <pc:chgData name="Alene Dutra" userId="8ec748416087b198" providerId="LiveId" clId="{D2D6813C-4F5C-447E-890C-8FD9EB60DF80}" dt="2025-04-09T12:21:42.360" v="30"/>
        <pc:sldMkLst>
          <pc:docMk/>
          <pc:sldMk cId="1664742332" sldId="1302"/>
        </pc:sldMkLst>
      </pc:sldChg>
      <pc:sldChg chg="add">
        <pc:chgData name="Alene Dutra" userId="8ec748416087b198" providerId="LiveId" clId="{D2D6813C-4F5C-447E-890C-8FD9EB60DF80}" dt="2025-04-09T12:21:42.360" v="30"/>
        <pc:sldMkLst>
          <pc:docMk/>
          <pc:sldMk cId="3065494432" sldId="1303"/>
        </pc:sldMkLst>
      </pc:sldChg>
      <pc:sldChg chg="add">
        <pc:chgData name="Alene Dutra" userId="8ec748416087b198" providerId="LiveId" clId="{D2D6813C-4F5C-447E-890C-8FD9EB60DF80}" dt="2025-04-09T12:21:42.360" v="30"/>
        <pc:sldMkLst>
          <pc:docMk/>
          <pc:sldMk cId="947438744" sldId="1304"/>
        </pc:sldMkLst>
      </pc:sldChg>
      <pc:sldChg chg="add">
        <pc:chgData name="Alene Dutra" userId="8ec748416087b198" providerId="LiveId" clId="{D2D6813C-4F5C-447E-890C-8FD9EB60DF80}" dt="2025-04-09T12:21:42.360" v="30"/>
        <pc:sldMkLst>
          <pc:docMk/>
          <pc:sldMk cId="2386186448" sldId="1305"/>
        </pc:sldMkLst>
      </pc:sldChg>
      <pc:sldChg chg="add">
        <pc:chgData name="Alene Dutra" userId="8ec748416087b198" providerId="LiveId" clId="{D2D6813C-4F5C-447E-890C-8FD9EB60DF80}" dt="2025-04-09T12:21:42.360" v="30"/>
        <pc:sldMkLst>
          <pc:docMk/>
          <pc:sldMk cId="371600141" sldId="1306"/>
        </pc:sldMkLst>
      </pc:sldChg>
      <pc:sldChg chg="modSp add">
        <pc:chgData name="Alene Dutra" userId="8ec748416087b198" providerId="LiveId" clId="{D2D6813C-4F5C-447E-890C-8FD9EB60DF80}" dt="2025-04-09T12:31:42.749" v="39"/>
        <pc:sldMkLst>
          <pc:docMk/>
          <pc:sldMk cId="61012431" sldId="1307"/>
        </pc:sldMkLst>
        <pc:spChg chg="mod">
          <ac:chgData name="Alene Dutra" userId="8ec748416087b198" providerId="LiveId" clId="{D2D6813C-4F5C-447E-890C-8FD9EB60DF80}" dt="2025-04-09T12:31:42.749" v="39"/>
          <ac:spMkLst>
            <pc:docMk/>
            <pc:sldMk cId="61012431" sldId="1307"/>
            <ac:spMk id="6" creationId="{D3F81B7A-E6C3-3D37-D6B0-605FFCC6EA06}"/>
          </ac:spMkLst>
        </pc:spChg>
      </pc:sldChg>
      <pc:sldChg chg="modSp add modAnim">
        <pc:chgData name="Alene Dutra" userId="8ec748416087b198" providerId="LiveId" clId="{D2D6813C-4F5C-447E-890C-8FD9EB60DF80}" dt="2025-04-17T14:19:43.375" v="66" actId="2711"/>
        <pc:sldMkLst>
          <pc:docMk/>
          <pc:sldMk cId="742854873" sldId="1308"/>
        </pc:sldMkLst>
        <pc:spChg chg="mod">
          <ac:chgData name="Alene Dutra" userId="8ec748416087b198" providerId="LiveId" clId="{D2D6813C-4F5C-447E-890C-8FD9EB60DF80}" dt="2025-04-17T14:19:43.375" v="66" actId="2711"/>
          <ac:spMkLst>
            <pc:docMk/>
            <pc:sldMk cId="742854873" sldId="1308"/>
            <ac:spMk id="6" creationId="{69960131-D5FA-4719-0A3A-2DC123D76C75}"/>
          </ac:spMkLst>
        </pc:spChg>
      </pc:sldChg>
      <pc:sldChg chg="add">
        <pc:chgData name="Alene Dutra" userId="8ec748416087b198" providerId="LiveId" clId="{D2D6813C-4F5C-447E-890C-8FD9EB60DF80}" dt="2025-04-09T12:23:57.944" v="33"/>
        <pc:sldMkLst>
          <pc:docMk/>
          <pc:sldMk cId="327905963" sldId="1318"/>
        </pc:sldMkLst>
      </pc:sldChg>
      <pc:sldChg chg="add">
        <pc:chgData name="Alene Dutra" userId="8ec748416087b198" providerId="LiveId" clId="{D2D6813C-4F5C-447E-890C-8FD9EB60DF80}" dt="2025-04-09T12:23:57.944" v="33"/>
        <pc:sldMkLst>
          <pc:docMk/>
          <pc:sldMk cId="211205916" sldId="1319"/>
        </pc:sldMkLst>
      </pc:sldChg>
      <pc:sldChg chg="add">
        <pc:chgData name="Alene Dutra" userId="8ec748416087b198" providerId="LiveId" clId="{D2D6813C-4F5C-447E-890C-8FD9EB60DF80}" dt="2025-04-16T13:34:19.791" v="44"/>
        <pc:sldMkLst>
          <pc:docMk/>
          <pc:sldMk cId="281791431" sldId="1320"/>
        </pc:sldMkLst>
      </pc:sldChg>
      <pc:sldChg chg="add del">
        <pc:chgData name="Alene Dutra" userId="8ec748416087b198" providerId="LiveId" clId="{D2D6813C-4F5C-447E-890C-8FD9EB60DF80}" dt="2025-04-16T13:33:58.992" v="43" actId="47"/>
        <pc:sldMkLst>
          <pc:docMk/>
          <pc:sldMk cId="2165557472" sldId="1320"/>
        </pc:sldMkLst>
      </pc:sldChg>
      <pc:sldChg chg="add del">
        <pc:chgData name="Alene Dutra" userId="8ec748416087b198" providerId="LiveId" clId="{D2D6813C-4F5C-447E-890C-8FD9EB60DF80}" dt="2025-04-16T13:33:58.992" v="43" actId="47"/>
        <pc:sldMkLst>
          <pc:docMk/>
          <pc:sldMk cId="184917687" sldId="1321"/>
        </pc:sldMkLst>
      </pc:sldChg>
      <pc:sldChg chg="add">
        <pc:chgData name="Alene Dutra" userId="8ec748416087b198" providerId="LiveId" clId="{D2D6813C-4F5C-447E-890C-8FD9EB60DF80}" dt="2025-04-16T13:34:19.791" v="44"/>
        <pc:sldMkLst>
          <pc:docMk/>
          <pc:sldMk cId="1749521908" sldId="1321"/>
        </pc:sldMkLst>
      </pc:sldChg>
      <pc:sldChg chg="add">
        <pc:chgData name="Alene Dutra" userId="8ec748416087b198" providerId="LiveId" clId="{D2D6813C-4F5C-447E-890C-8FD9EB60DF80}" dt="2025-04-16T13:34:19.791" v="44"/>
        <pc:sldMkLst>
          <pc:docMk/>
          <pc:sldMk cId="2165557472" sldId="1322"/>
        </pc:sldMkLst>
      </pc:sldChg>
      <pc:sldChg chg="add del">
        <pc:chgData name="Alene Dutra" userId="8ec748416087b198" providerId="LiveId" clId="{D2D6813C-4F5C-447E-890C-8FD9EB60DF80}" dt="2025-04-16T13:33:58.992" v="43" actId="47"/>
        <pc:sldMkLst>
          <pc:docMk/>
          <pc:sldMk cId="3291813940" sldId="1322"/>
        </pc:sldMkLst>
      </pc:sldChg>
      <pc:sldChg chg="add">
        <pc:chgData name="Alene Dutra" userId="8ec748416087b198" providerId="LiveId" clId="{D2D6813C-4F5C-447E-890C-8FD9EB60DF80}" dt="2025-04-16T13:34:19.791" v="44"/>
        <pc:sldMkLst>
          <pc:docMk/>
          <pc:sldMk cId="184917687" sldId="1323"/>
        </pc:sldMkLst>
      </pc:sldChg>
      <pc:sldChg chg="add del">
        <pc:chgData name="Alene Dutra" userId="8ec748416087b198" providerId="LiveId" clId="{D2D6813C-4F5C-447E-890C-8FD9EB60DF80}" dt="2025-04-16T13:33:58.992" v="43" actId="47"/>
        <pc:sldMkLst>
          <pc:docMk/>
          <pc:sldMk cId="1361739861" sldId="1323"/>
        </pc:sldMkLst>
      </pc:sldChg>
      <pc:sldChg chg="add del">
        <pc:chgData name="Alene Dutra" userId="8ec748416087b198" providerId="LiveId" clId="{D2D6813C-4F5C-447E-890C-8FD9EB60DF80}" dt="2025-04-16T13:33:58.992" v="43" actId="47"/>
        <pc:sldMkLst>
          <pc:docMk/>
          <pc:sldMk cId="266566423" sldId="1324"/>
        </pc:sldMkLst>
      </pc:sldChg>
      <pc:sldChg chg="add">
        <pc:chgData name="Alene Dutra" userId="8ec748416087b198" providerId="LiveId" clId="{D2D6813C-4F5C-447E-890C-8FD9EB60DF80}" dt="2025-04-16T13:34:19.791" v="44"/>
        <pc:sldMkLst>
          <pc:docMk/>
          <pc:sldMk cId="3291813940" sldId="1324"/>
        </pc:sldMkLst>
      </pc:sldChg>
      <pc:sldChg chg="add del">
        <pc:chgData name="Alene Dutra" userId="8ec748416087b198" providerId="LiveId" clId="{D2D6813C-4F5C-447E-890C-8FD9EB60DF80}" dt="2025-04-16T13:33:58.992" v="43" actId="47"/>
        <pc:sldMkLst>
          <pc:docMk/>
          <pc:sldMk cId="465956613" sldId="1325"/>
        </pc:sldMkLst>
      </pc:sldChg>
      <pc:sldChg chg="add">
        <pc:chgData name="Alene Dutra" userId="8ec748416087b198" providerId="LiveId" clId="{D2D6813C-4F5C-447E-890C-8FD9EB60DF80}" dt="2025-04-16T13:34:19.791" v="44"/>
        <pc:sldMkLst>
          <pc:docMk/>
          <pc:sldMk cId="1361739861" sldId="1325"/>
        </pc:sldMkLst>
      </pc:sldChg>
      <pc:sldChg chg="add">
        <pc:chgData name="Alene Dutra" userId="8ec748416087b198" providerId="LiveId" clId="{D2D6813C-4F5C-447E-890C-8FD9EB60DF80}" dt="2025-04-16T13:34:19.791" v="44"/>
        <pc:sldMkLst>
          <pc:docMk/>
          <pc:sldMk cId="266566423" sldId="1326"/>
        </pc:sldMkLst>
      </pc:sldChg>
      <pc:sldChg chg="add del">
        <pc:chgData name="Alene Dutra" userId="8ec748416087b198" providerId="LiveId" clId="{D2D6813C-4F5C-447E-890C-8FD9EB60DF80}" dt="2025-04-16T13:33:58.992" v="43" actId="47"/>
        <pc:sldMkLst>
          <pc:docMk/>
          <pc:sldMk cId="2410804788" sldId="1326"/>
        </pc:sldMkLst>
      </pc:sldChg>
      <pc:sldChg chg="add">
        <pc:chgData name="Alene Dutra" userId="8ec748416087b198" providerId="LiveId" clId="{D2D6813C-4F5C-447E-890C-8FD9EB60DF80}" dt="2025-04-16T13:34:19.791" v="44"/>
        <pc:sldMkLst>
          <pc:docMk/>
          <pc:sldMk cId="465956613" sldId="1327"/>
        </pc:sldMkLst>
      </pc:sldChg>
      <pc:sldChg chg="add del">
        <pc:chgData name="Alene Dutra" userId="8ec748416087b198" providerId="LiveId" clId="{D2D6813C-4F5C-447E-890C-8FD9EB60DF80}" dt="2025-04-16T13:33:58.992" v="43" actId="47"/>
        <pc:sldMkLst>
          <pc:docMk/>
          <pc:sldMk cId="712223225" sldId="1327"/>
        </pc:sldMkLst>
      </pc:sldChg>
      <pc:sldChg chg="add">
        <pc:chgData name="Alene Dutra" userId="8ec748416087b198" providerId="LiveId" clId="{D2D6813C-4F5C-447E-890C-8FD9EB60DF80}" dt="2025-04-16T13:34:19.791" v="44"/>
        <pc:sldMkLst>
          <pc:docMk/>
          <pc:sldMk cId="2410804788" sldId="1328"/>
        </pc:sldMkLst>
      </pc:sldChg>
      <pc:sldChg chg="add del">
        <pc:chgData name="Alene Dutra" userId="8ec748416087b198" providerId="LiveId" clId="{D2D6813C-4F5C-447E-890C-8FD9EB60DF80}" dt="2025-04-16T13:33:58.992" v="43" actId="47"/>
        <pc:sldMkLst>
          <pc:docMk/>
          <pc:sldMk cId="4219762620" sldId="1328"/>
        </pc:sldMkLst>
      </pc:sldChg>
      <pc:sldChg chg="add">
        <pc:chgData name="Alene Dutra" userId="8ec748416087b198" providerId="LiveId" clId="{D2D6813C-4F5C-447E-890C-8FD9EB60DF80}" dt="2025-04-16T13:34:19.791" v="44"/>
        <pc:sldMkLst>
          <pc:docMk/>
          <pc:sldMk cId="712223225" sldId="1329"/>
        </pc:sldMkLst>
      </pc:sldChg>
      <pc:sldChg chg="add del">
        <pc:chgData name="Alene Dutra" userId="8ec748416087b198" providerId="LiveId" clId="{D2D6813C-4F5C-447E-890C-8FD9EB60DF80}" dt="2025-04-16T13:33:58.992" v="43" actId="47"/>
        <pc:sldMkLst>
          <pc:docMk/>
          <pc:sldMk cId="2006195684" sldId="1329"/>
        </pc:sldMkLst>
      </pc:sldChg>
      <pc:sldChg chg="add del">
        <pc:chgData name="Alene Dutra" userId="8ec748416087b198" providerId="LiveId" clId="{D2D6813C-4F5C-447E-890C-8FD9EB60DF80}" dt="2025-04-16T13:33:58.992" v="43" actId="47"/>
        <pc:sldMkLst>
          <pc:docMk/>
          <pc:sldMk cId="720192477" sldId="1330"/>
        </pc:sldMkLst>
      </pc:sldChg>
      <pc:sldChg chg="add">
        <pc:chgData name="Alene Dutra" userId="8ec748416087b198" providerId="LiveId" clId="{D2D6813C-4F5C-447E-890C-8FD9EB60DF80}" dt="2025-04-16T13:34:19.791" v="44"/>
        <pc:sldMkLst>
          <pc:docMk/>
          <pc:sldMk cId="4219762620" sldId="1330"/>
        </pc:sldMkLst>
      </pc:sldChg>
      <pc:sldChg chg="add">
        <pc:chgData name="Alene Dutra" userId="8ec748416087b198" providerId="LiveId" clId="{D2D6813C-4F5C-447E-890C-8FD9EB60DF80}" dt="2025-04-16T13:34:19.791" v="44"/>
        <pc:sldMkLst>
          <pc:docMk/>
          <pc:sldMk cId="2006195684" sldId="1331"/>
        </pc:sldMkLst>
      </pc:sldChg>
      <pc:sldChg chg="add del">
        <pc:chgData name="Alene Dutra" userId="8ec748416087b198" providerId="LiveId" clId="{D2D6813C-4F5C-447E-890C-8FD9EB60DF80}" dt="2025-04-16T13:33:58.992" v="43" actId="47"/>
        <pc:sldMkLst>
          <pc:docMk/>
          <pc:sldMk cId="2400037494" sldId="1331"/>
        </pc:sldMkLst>
      </pc:sldChg>
      <pc:sldChg chg="add">
        <pc:chgData name="Alene Dutra" userId="8ec748416087b198" providerId="LiveId" clId="{D2D6813C-4F5C-447E-890C-8FD9EB60DF80}" dt="2025-04-16T13:34:19.791" v="44"/>
        <pc:sldMkLst>
          <pc:docMk/>
          <pc:sldMk cId="720192477" sldId="1332"/>
        </pc:sldMkLst>
      </pc:sldChg>
      <pc:sldChg chg="add">
        <pc:chgData name="Alene Dutra" userId="8ec748416087b198" providerId="LiveId" clId="{D2D6813C-4F5C-447E-890C-8FD9EB60DF80}" dt="2025-04-16T13:34:19.791" v="44"/>
        <pc:sldMkLst>
          <pc:docMk/>
          <pc:sldMk cId="2400037494" sldId="1333"/>
        </pc:sldMkLst>
      </pc:sldChg>
      <pc:sldChg chg="modSp add mod">
        <pc:chgData name="Alene Dutra" userId="8ec748416087b198" providerId="LiveId" clId="{D2D6813C-4F5C-447E-890C-8FD9EB60DF80}" dt="2025-04-16T13:35:54.716" v="47" actId="20577"/>
        <pc:sldMkLst>
          <pc:docMk/>
          <pc:sldMk cId="234001625" sldId="1338"/>
        </pc:sldMkLst>
        <pc:spChg chg="mod">
          <ac:chgData name="Alene Dutra" userId="8ec748416087b198" providerId="LiveId" clId="{D2D6813C-4F5C-447E-890C-8FD9EB60DF80}" dt="2025-04-16T13:35:54.716" v="47" actId="20577"/>
          <ac:spMkLst>
            <pc:docMk/>
            <pc:sldMk cId="234001625" sldId="1338"/>
            <ac:spMk id="6" creationId="{E71F1937-384B-B5B0-8AA6-C161379F1831}"/>
          </ac:spMkLst>
        </pc:spChg>
      </pc:sldChg>
      <pc:sldChg chg="add">
        <pc:chgData name="Alene Dutra" userId="8ec748416087b198" providerId="LiveId" clId="{D2D6813C-4F5C-447E-890C-8FD9EB60DF80}" dt="2025-04-16T13:35:37.050" v="45"/>
        <pc:sldMkLst>
          <pc:docMk/>
          <pc:sldMk cId="283035867" sldId="1339"/>
        </pc:sldMkLst>
      </pc:sldChg>
      <pc:sldChg chg="add">
        <pc:chgData name="Alene Dutra" userId="8ec748416087b198" providerId="LiveId" clId="{D2D6813C-4F5C-447E-890C-8FD9EB60DF80}" dt="2025-04-16T13:35:37.050" v="45"/>
        <pc:sldMkLst>
          <pc:docMk/>
          <pc:sldMk cId="2515605962" sldId="1340"/>
        </pc:sldMkLst>
      </pc:sldChg>
    </pc:docChg>
  </pc:docChgLst>
  <pc:docChgLst>
    <pc:chgData name="Alene Dutra" userId="8ec748416087b198" providerId="LiveId" clId="{3414E3C5-EF46-485B-9CFF-E059073E833B}"/>
    <pc:docChg chg="undo custSel addSld delSld modSld sldOrd">
      <pc:chgData name="Alene Dutra" userId="8ec748416087b198" providerId="LiveId" clId="{3414E3C5-EF46-485B-9CFF-E059073E833B}" dt="2025-03-26T15:04:29.804" v="437" actId="12"/>
      <pc:docMkLst>
        <pc:docMk/>
      </pc:docMkLst>
      <pc:sldChg chg="modAnim">
        <pc:chgData name="Alene Dutra" userId="8ec748416087b198" providerId="LiveId" clId="{3414E3C5-EF46-485B-9CFF-E059073E833B}" dt="2025-03-26T15:01:34.752" v="430"/>
        <pc:sldMkLst>
          <pc:docMk/>
          <pc:sldMk cId="371982725" sldId="348"/>
        </pc:sldMkLst>
      </pc:sldChg>
      <pc:sldChg chg="modAnim">
        <pc:chgData name="Alene Dutra" userId="8ec748416087b198" providerId="LiveId" clId="{3414E3C5-EF46-485B-9CFF-E059073E833B}" dt="2025-03-26T15:01:38.772" v="431"/>
        <pc:sldMkLst>
          <pc:docMk/>
          <pc:sldMk cId="452746128" sldId="349"/>
        </pc:sldMkLst>
      </pc:sldChg>
      <pc:sldChg chg="modSp mod">
        <pc:chgData name="Alene Dutra" userId="8ec748416087b198" providerId="LiveId" clId="{3414E3C5-EF46-485B-9CFF-E059073E833B}" dt="2025-03-26T15:04:29.804" v="437" actId="12"/>
        <pc:sldMkLst>
          <pc:docMk/>
          <pc:sldMk cId="2627149065" sldId="363"/>
        </pc:sldMkLst>
      </pc:sldChg>
      <pc:sldChg chg="modSp mod">
        <pc:chgData name="Alene Dutra" userId="8ec748416087b198" providerId="LiveId" clId="{3414E3C5-EF46-485B-9CFF-E059073E833B}" dt="2025-03-26T14:02:15.128" v="16" actId="207"/>
        <pc:sldMkLst>
          <pc:docMk/>
          <pc:sldMk cId="870627202" sldId="372"/>
        </pc:sldMkLst>
      </pc:sldChg>
      <pc:sldChg chg="modSp">
        <pc:chgData name="Alene Dutra" userId="8ec748416087b198" providerId="LiveId" clId="{3414E3C5-EF46-485B-9CFF-E059073E833B}" dt="2025-03-26T14:03:46.679" v="19" actId="113"/>
        <pc:sldMkLst>
          <pc:docMk/>
          <pc:sldMk cId="2203514783" sldId="376"/>
        </pc:sldMkLst>
      </pc:sldChg>
      <pc:sldChg chg="add">
        <pc:chgData name="Alene Dutra" userId="8ec748416087b198" providerId="LiveId" clId="{3414E3C5-EF46-485B-9CFF-E059073E833B}" dt="2025-03-26T14:39:26.305" v="398"/>
        <pc:sldMkLst>
          <pc:docMk/>
          <pc:sldMk cId="763265012" sldId="378"/>
        </pc:sldMkLst>
      </pc:sldChg>
      <pc:sldChg chg="del">
        <pc:chgData name="Alene Dutra" userId="8ec748416087b198" providerId="LiveId" clId="{3414E3C5-EF46-485B-9CFF-E059073E833B}" dt="2025-03-26T14:39:22.311" v="397" actId="2696"/>
        <pc:sldMkLst>
          <pc:docMk/>
          <pc:sldMk cId="1759118823" sldId="378"/>
        </pc:sldMkLst>
      </pc:sldChg>
      <pc:sldChg chg="modSp">
        <pc:chgData name="Alene Dutra" userId="8ec748416087b198" providerId="LiveId" clId="{3414E3C5-EF46-485B-9CFF-E059073E833B}" dt="2025-03-26T14:59:26.821" v="429" actId="20577"/>
        <pc:sldMkLst>
          <pc:docMk/>
          <pc:sldMk cId="838447700" sldId="379"/>
        </pc:sldMkLst>
      </pc:sldChg>
      <pc:sldChg chg="add">
        <pc:chgData name="Alene Dutra" userId="8ec748416087b198" providerId="LiveId" clId="{3414E3C5-EF46-485B-9CFF-E059073E833B}" dt="2025-03-26T14:35:17.769" v="322"/>
        <pc:sldMkLst>
          <pc:docMk/>
          <pc:sldMk cId="2726431520" sldId="380"/>
        </pc:sldMkLst>
      </pc:sldChg>
      <pc:sldChg chg="del">
        <pc:chgData name="Alene Dutra" userId="8ec748416087b198" providerId="LiveId" clId="{3414E3C5-EF46-485B-9CFF-E059073E833B}" dt="2025-03-26T14:35:14.242" v="321" actId="2696"/>
        <pc:sldMkLst>
          <pc:docMk/>
          <pc:sldMk cId="3773725425" sldId="380"/>
        </pc:sldMkLst>
      </pc:sldChg>
      <pc:sldChg chg="addSp delSp modSp add mod">
        <pc:chgData name="Alene Dutra" userId="8ec748416087b198" providerId="LiveId" clId="{3414E3C5-EF46-485B-9CFF-E059073E833B}" dt="2025-03-26T14:35:04.487" v="320"/>
        <pc:sldMkLst>
          <pc:docMk/>
          <pc:sldMk cId="1618713725" sldId="381"/>
        </pc:sldMkLst>
      </pc:sldChg>
      <pc:sldChg chg="del">
        <pc:chgData name="Alene Dutra" userId="8ec748416087b198" providerId="LiveId" clId="{3414E3C5-EF46-485B-9CFF-E059073E833B}" dt="2025-03-26T14:34:51.743" v="317" actId="2696"/>
        <pc:sldMkLst>
          <pc:docMk/>
          <pc:sldMk cId="3277803184" sldId="381"/>
        </pc:sldMkLst>
      </pc:sldChg>
      <pc:sldChg chg="addSp delSp modSp add mod delAnim modAnim">
        <pc:chgData name="Alene Dutra" userId="8ec748416087b198" providerId="LiveId" clId="{3414E3C5-EF46-485B-9CFF-E059073E833B}" dt="2025-03-26T15:03:28.940" v="433" actId="207"/>
        <pc:sldMkLst>
          <pc:docMk/>
          <pc:sldMk cId="4288356085" sldId="1246"/>
        </pc:sldMkLst>
      </pc:sldChg>
      <pc:sldChg chg="add ord">
        <pc:chgData name="Alene Dutra" userId="8ec748416087b198" providerId="LiveId" clId="{3414E3C5-EF46-485B-9CFF-E059073E833B}" dt="2025-03-26T14:28:34.029" v="151"/>
        <pc:sldMkLst>
          <pc:docMk/>
          <pc:sldMk cId="2877755740" sldId="1249"/>
        </pc:sldMkLst>
      </pc:sldChg>
      <pc:sldChg chg="addSp delSp modSp add del mod">
        <pc:chgData name="Alene Dutra" userId="8ec748416087b198" providerId="LiveId" clId="{3414E3C5-EF46-485B-9CFF-E059073E833B}" dt="2025-03-26T14:21:27.516" v="148" actId="2696"/>
        <pc:sldMkLst>
          <pc:docMk/>
          <pc:sldMk cId="4055926455" sldId="1249"/>
        </pc:sldMkLst>
      </pc:sldChg>
      <pc:sldChg chg="addSp delSp modSp add del mod">
        <pc:chgData name="Alene Dutra" userId="8ec748416087b198" providerId="LiveId" clId="{3414E3C5-EF46-485B-9CFF-E059073E833B}" dt="2025-03-26T14:21:27.516" v="148" actId="2696"/>
        <pc:sldMkLst>
          <pc:docMk/>
          <pc:sldMk cId="195118514" sldId="1250"/>
        </pc:sldMkLst>
      </pc:sldChg>
      <pc:sldChg chg="add ord">
        <pc:chgData name="Alene Dutra" userId="8ec748416087b198" providerId="LiveId" clId="{3414E3C5-EF46-485B-9CFF-E059073E833B}" dt="2025-03-26T14:28:34.029" v="151"/>
        <pc:sldMkLst>
          <pc:docMk/>
          <pc:sldMk cId="1259493476" sldId="1250"/>
        </pc:sldMkLst>
      </pc:sldChg>
      <pc:sldChg chg="addSp delSp modSp add mod delAnim modAnim">
        <pc:chgData name="Alene Dutra" userId="8ec748416087b198" providerId="LiveId" clId="{3414E3C5-EF46-485B-9CFF-E059073E833B}" dt="2025-03-26T15:04:06.994" v="435" actId="12"/>
        <pc:sldMkLst>
          <pc:docMk/>
          <pc:sldMk cId="2624806077" sldId="1260"/>
        </pc:sldMkLst>
      </pc:sldChg>
      <pc:sldChg chg="addSp delSp modSp add mod">
        <pc:chgData name="Alene Dutra" userId="8ec748416087b198" providerId="LiveId" clId="{3414E3C5-EF46-485B-9CFF-E059073E833B}" dt="2025-03-26T14:40:07.444" v="405" actId="20577"/>
        <pc:sldMkLst>
          <pc:docMk/>
          <pc:sldMk cId="3322844998" sldId="1261"/>
        </pc:sldMkLst>
      </pc:sldChg>
    </pc:docChg>
  </pc:docChgLst>
  <pc:docChgLst>
    <pc:chgData name="Alene Dutra" userId="8ec748416087b198" providerId="LiveId" clId="{5274C55E-8A35-47BD-924D-80EEE3D3ED4E}"/>
    <pc:docChg chg="addSld delSld modSld">
      <pc:chgData name="Alene Dutra" userId="8ec748416087b198" providerId="LiveId" clId="{5274C55E-8A35-47BD-924D-80EEE3D3ED4E}" dt="2025-03-28T17:57:11.295" v="8"/>
      <pc:docMkLst>
        <pc:docMk/>
      </pc:docMkLst>
      <pc:sldChg chg="modSp mod">
        <pc:chgData name="Alene Dutra" userId="8ec748416087b198" providerId="LiveId" clId="{5274C55E-8A35-47BD-924D-80EEE3D3ED4E}" dt="2025-03-26T15:18:16.121" v="1" actId="20577"/>
        <pc:sldMkLst>
          <pc:docMk/>
          <pc:sldMk cId="2432300389" sldId="256"/>
        </pc:sldMkLst>
        <pc:spChg chg="mod">
          <ac:chgData name="Alene Dutra" userId="8ec748416087b198" providerId="LiveId" clId="{5274C55E-8A35-47BD-924D-80EEE3D3ED4E}" dt="2025-03-26T15:18:16.121" v="1" actId="20577"/>
          <ac:spMkLst>
            <pc:docMk/>
            <pc:sldMk cId="2432300389" sldId="256"/>
            <ac:spMk id="2" creationId="{CF671F40-5A18-AF9D-9E9A-466D546EC379}"/>
          </ac:spMkLst>
        </pc:spChg>
      </pc:sldChg>
      <pc:sldChg chg="del">
        <pc:chgData name="Alene Dutra" userId="8ec748416087b198" providerId="LiveId" clId="{5274C55E-8A35-47BD-924D-80EEE3D3ED4E}" dt="2025-03-26T15:21:34.659" v="2" actId="47"/>
        <pc:sldMkLst>
          <pc:docMk/>
          <pc:sldMk cId="452746128" sldId="349"/>
        </pc:sldMkLst>
      </pc:sldChg>
      <pc:sldChg chg="del">
        <pc:chgData name="Alene Dutra" userId="8ec748416087b198" providerId="LiveId" clId="{5274C55E-8A35-47BD-924D-80EEE3D3ED4E}" dt="2025-03-26T15:21:54.753" v="3" actId="47"/>
        <pc:sldMkLst>
          <pc:docMk/>
          <pc:sldMk cId="2912035449" sldId="352"/>
        </pc:sldMkLst>
      </pc:sldChg>
      <pc:sldChg chg="add del">
        <pc:chgData name="Alene Dutra" userId="8ec748416087b198" providerId="LiveId" clId="{5274C55E-8A35-47BD-924D-80EEE3D3ED4E}" dt="2025-03-28T17:57:11.295" v="8"/>
        <pc:sldMkLst>
          <pc:docMk/>
          <pc:sldMk cId="3884554116" sldId="358"/>
        </pc:sldMkLst>
      </pc:sldChg>
      <pc:sldChg chg="add del">
        <pc:chgData name="Alene Dutra" userId="8ec748416087b198" providerId="LiveId" clId="{5274C55E-8A35-47BD-924D-80EEE3D3ED4E}" dt="2025-03-28T17:57:11.295" v="8"/>
        <pc:sldMkLst>
          <pc:docMk/>
          <pc:sldMk cId="2719103749" sldId="359"/>
        </pc:sldMkLst>
      </pc:sldChg>
      <pc:sldChg chg="del">
        <pc:chgData name="Alene Dutra" userId="8ec748416087b198" providerId="LiveId" clId="{5274C55E-8A35-47BD-924D-80EEE3D3ED4E}" dt="2025-03-26T15:22:07.935" v="4" actId="47"/>
        <pc:sldMkLst>
          <pc:docMk/>
          <pc:sldMk cId="684630035" sldId="360"/>
        </pc:sldMkLst>
      </pc:sldChg>
      <pc:sldChg chg="add del">
        <pc:chgData name="Alene Dutra" userId="8ec748416087b198" providerId="LiveId" clId="{5274C55E-8A35-47BD-924D-80EEE3D3ED4E}" dt="2025-03-28T17:57:11.295" v="8"/>
        <pc:sldMkLst>
          <pc:docMk/>
          <pc:sldMk cId="1568411471" sldId="361"/>
        </pc:sldMkLst>
      </pc:sldChg>
      <pc:sldChg chg="add del">
        <pc:chgData name="Alene Dutra" userId="8ec748416087b198" providerId="LiveId" clId="{5274C55E-8A35-47BD-924D-80EEE3D3ED4E}" dt="2025-03-28T17:57:11.295" v="8"/>
        <pc:sldMkLst>
          <pc:docMk/>
          <pc:sldMk cId="776965959" sldId="362"/>
        </pc:sldMkLst>
      </pc:sldChg>
      <pc:sldChg chg="add del">
        <pc:chgData name="Alene Dutra" userId="8ec748416087b198" providerId="LiveId" clId="{5274C55E-8A35-47BD-924D-80EEE3D3ED4E}" dt="2025-03-28T17:57:11.295" v="8"/>
        <pc:sldMkLst>
          <pc:docMk/>
          <pc:sldMk cId="2627149065" sldId="363"/>
        </pc:sldMkLst>
      </pc:sldChg>
      <pc:sldChg chg="add del">
        <pc:chgData name="Alene Dutra" userId="8ec748416087b198" providerId="LiveId" clId="{5274C55E-8A35-47BD-924D-80EEE3D3ED4E}" dt="2025-03-28T17:57:11.295" v="8"/>
        <pc:sldMkLst>
          <pc:docMk/>
          <pc:sldMk cId="2860202260" sldId="364"/>
        </pc:sldMkLst>
      </pc:sldChg>
      <pc:sldChg chg="add del">
        <pc:chgData name="Alene Dutra" userId="8ec748416087b198" providerId="LiveId" clId="{5274C55E-8A35-47BD-924D-80EEE3D3ED4E}" dt="2025-03-28T17:57:11.295" v="8"/>
        <pc:sldMkLst>
          <pc:docMk/>
          <pc:sldMk cId="3913610450" sldId="365"/>
        </pc:sldMkLst>
      </pc:sldChg>
      <pc:sldChg chg="add del">
        <pc:chgData name="Alene Dutra" userId="8ec748416087b198" providerId="LiveId" clId="{5274C55E-8A35-47BD-924D-80EEE3D3ED4E}" dt="2025-03-28T17:57:11.295" v="8"/>
        <pc:sldMkLst>
          <pc:docMk/>
          <pc:sldMk cId="524374019" sldId="367"/>
        </pc:sldMkLst>
      </pc:sldChg>
      <pc:sldChg chg="add del">
        <pc:chgData name="Alene Dutra" userId="8ec748416087b198" providerId="LiveId" clId="{5274C55E-8A35-47BD-924D-80EEE3D3ED4E}" dt="2025-03-28T17:57:11.295" v="8"/>
        <pc:sldMkLst>
          <pc:docMk/>
          <pc:sldMk cId="2824128253" sldId="368"/>
        </pc:sldMkLst>
      </pc:sldChg>
      <pc:sldChg chg="add del">
        <pc:chgData name="Alene Dutra" userId="8ec748416087b198" providerId="LiveId" clId="{5274C55E-8A35-47BD-924D-80EEE3D3ED4E}" dt="2025-03-28T17:57:11.295" v="8"/>
        <pc:sldMkLst>
          <pc:docMk/>
          <pc:sldMk cId="3910229364" sldId="369"/>
        </pc:sldMkLst>
      </pc:sldChg>
      <pc:sldChg chg="add del">
        <pc:chgData name="Alene Dutra" userId="8ec748416087b198" providerId="LiveId" clId="{5274C55E-8A35-47BD-924D-80EEE3D3ED4E}" dt="2025-03-28T17:57:11.295" v="8"/>
        <pc:sldMkLst>
          <pc:docMk/>
          <pc:sldMk cId="1061426380" sldId="370"/>
        </pc:sldMkLst>
      </pc:sldChg>
      <pc:sldChg chg="add del">
        <pc:chgData name="Alene Dutra" userId="8ec748416087b198" providerId="LiveId" clId="{5274C55E-8A35-47BD-924D-80EEE3D3ED4E}" dt="2025-03-28T17:57:11.295" v="8"/>
        <pc:sldMkLst>
          <pc:docMk/>
          <pc:sldMk cId="546244029" sldId="371"/>
        </pc:sldMkLst>
      </pc:sldChg>
      <pc:sldChg chg="add del">
        <pc:chgData name="Alene Dutra" userId="8ec748416087b198" providerId="LiveId" clId="{5274C55E-8A35-47BD-924D-80EEE3D3ED4E}" dt="2025-03-28T17:57:11.295" v="8"/>
        <pc:sldMkLst>
          <pc:docMk/>
          <pc:sldMk cId="870627202" sldId="372"/>
        </pc:sldMkLst>
      </pc:sldChg>
      <pc:sldChg chg="add del">
        <pc:chgData name="Alene Dutra" userId="8ec748416087b198" providerId="LiveId" clId="{5274C55E-8A35-47BD-924D-80EEE3D3ED4E}" dt="2025-03-28T17:57:11.295" v="8"/>
        <pc:sldMkLst>
          <pc:docMk/>
          <pc:sldMk cId="174188418" sldId="373"/>
        </pc:sldMkLst>
      </pc:sldChg>
      <pc:sldChg chg="add del">
        <pc:chgData name="Alene Dutra" userId="8ec748416087b198" providerId="LiveId" clId="{5274C55E-8A35-47BD-924D-80EEE3D3ED4E}" dt="2025-03-28T17:57:11.295" v="8"/>
        <pc:sldMkLst>
          <pc:docMk/>
          <pc:sldMk cId="2041243712" sldId="374"/>
        </pc:sldMkLst>
      </pc:sldChg>
      <pc:sldChg chg="add del">
        <pc:chgData name="Alene Dutra" userId="8ec748416087b198" providerId="LiveId" clId="{5274C55E-8A35-47BD-924D-80EEE3D3ED4E}" dt="2025-03-28T17:57:11.295" v="8"/>
        <pc:sldMkLst>
          <pc:docMk/>
          <pc:sldMk cId="2961747834" sldId="375"/>
        </pc:sldMkLst>
      </pc:sldChg>
      <pc:sldChg chg="add del">
        <pc:chgData name="Alene Dutra" userId="8ec748416087b198" providerId="LiveId" clId="{5274C55E-8A35-47BD-924D-80EEE3D3ED4E}" dt="2025-03-28T17:57:11.295" v="8"/>
        <pc:sldMkLst>
          <pc:docMk/>
          <pc:sldMk cId="2203514783" sldId="376"/>
        </pc:sldMkLst>
      </pc:sldChg>
      <pc:sldChg chg="add del">
        <pc:chgData name="Alene Dutra" userId="8ec748416087b198" providerId="LiveId" clId="{5274C55E-8A35-47BD-924D-80EEE3D3ED4E}" dt="2025-03-28T17:57:11.295" v="8"/>
        <pc:sldMkLst>
          <pc:docMk/>
          <pc:sldMk cId="3819593633" sldId="377"/>
        </pc:sldMkLst>
      </pc:sldChg>
      <pc:sldChg chg="add del">
        <pc:chgData name="Alene Dutra" userId="8ec748416087b198" providerId="LiveId" clId="{5274C55E-8A35-47BD-924D-80EEE3D3ED4E}" dt="2025-03-28T17:57:11.295" v="8"/>
        <pc:sldMkLst>
          <pc:docMk/>
          <pc:sldMk cId="763265012" sldId="378"/>
        </pc:sldMkLst>
      </pc:sldChg>
      <pc:sldChg chg="add del">
        <pc:chgData name="Alene Dutra" userId="8ec748416087b198" providerId="LiveId" clId="{5274C55E-8A35-47BD-924D-80EEE3D3ED4E}" dt="2025-03-28T17:57:11.295" v="8"/>
        <pc:sldMkLst>
          <pc:docMk/>
          <pc:sldMk cId="838447700" sldId="379"/>
        </pc:sldMkLst>
      </pc:sldChg>
      <pc:sldChg chg="add del">
        <pc:chgData name="Alene Dutra" userId="8ec748416087b198" providerId="LiveId" clId="{5274C55E-8A35-47BD-924D-80EEE3D3ED4E}" dt="2025-03-28T17:57:11.295" v="8"/>
        <pc:sldMkLst>
          <pc:docMk/>
          <pc:sldMk cId="2726431520" sldId="380"/>
        </pc:sldMkLst>
      </pc:sldChg>
      <pc:sldChg chg="add del">
        <pc:chgData name="Alene Dutra" userId="8ec748416087b198" providerId="LiveId" clId="{5274C55E-8A35-47BD-924D-80EEE3D3ED4E}" dt="2025-03-28T17:57:11.295" v="8"/>
        <pc:sldMkLst>
          <pc:docMk/>
          <pc:sldMk cId="1618713725" sldId="381"/>
        </pc:sldMkLst>
      </pc:sldChg>
      <pc:sldChg chg="add del">
        <pc:chgData name="Alene Dutra" userId="8ec748416087b198" providerId="LiveId" clId="{5274C55E-8A35-47BD-924D-80EEE3D3ED4E}" dt="2025-03-28T17:57:11.295" v="8"/>
        <pc:sldMkLst>
          <pc:docMk/>
          <pc:sldMk cId="4288356085" sldId="1246"/>
        </pc:sldMkLst>
      </pc:sldChg>
      <pc:sldChg chg="add del">
        <pc:chgData name="Alene Dutra" userId="8ec748416087b198" providerId="LiveId" clId="{5274C55E-8A35-47BD-924D-80EEE3D3ED4E}" dt="2025-03-28T17:57:11.295" v="8"/>
        <pc:sldMkLst>
          <pc:docMk/>
          <pc:sldMk cId="2877755740" sldId="1249"/>
        </pc:sldMkLst>
      </pc:sldChg>
      <pc:sldChg chg="add del">
        <pc:chgData name="Alene Dutra" userId="8ec748416087b198" providerId="LiveId" clId="{5274C55E-8A35-47BD-924D-80EEE3D3ED4E}" dt="2025-03-28T17:57:11.295" v="8"/>
        <pc:sldMkLst>
          <pc:docMk/>
          <pc:sldMk cId="1259493476" sldId="1250"/>
        </pc:sldMkLst>
      </pc:sldChg>
      <pc:sldChg chg="add del">
        <pc:chgData name="Alene Dutra" userId="8ec748416087b198" providerId="LiveId" clId="{5274C55E-8A35-47BD-924D-80EEE3D3ED4E}" dt="2025-03-28T17:57:11.295" v="8"/>
        <pc:sldMkLst>
          <pc:docMk/>
          <pc:sldMk cId="2624806077" sldId="1260"/>
        </pc:sldMkLst>
      </pc:sldChg>
      <pc:sldChg chg="add del">
        <pc:chgData name="Alene Dutra" userId="8ec748416087b198" providerId="LiveId" clId="{5274C55E-8A35-47BD-924D-80EEE3D3ED4E}" dt="2025-03-28T17:57:11.295" v="8"/>
        <pc:sldMkLst>
          <pc:docMk/>
          <pc:sldMk cId="3322844998" sldId="126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EDB958-8490-4AF1-8693-FB7B3EE13966}" type="datetimeFigureOut">
              <a:rPr lang="pt-BR" smtClean="0"/>
              <a:t>17/04/2025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DEA7BB-6BE8-4A94-AFC3-EF04338ED7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0348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A49DD-0BAA-41C2-A705-508263AA4A04}" type="datetime1">
              <a:rPr lang="pt-BR" smtClean="0"/>
              <a:t>17/04/2025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DFDB0-1FF2-405F-BF5B-B30B0639467B}" type="slidenum">
              <a:rPr lang="pt-BR" smtClean="0"/>
              <a:t>‹nº›</a:t>
            </a:fld>
            <a:endParaRPr lang="pt-B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8940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0EE34-2ADB-48CD-9193-3E64F1065D2A}" type="datetime1">
              <a:rPr lang="pt-BR" smtClean="0"/>
              <a:t>17/04/2025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DFDB0-1FF2-405F-BF5B-B30B063946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8537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FD874-35CB-44E6-B8BF-60F388006369}" type="datetime1">
              <a:rPr lang="pt-BR" smtClean="0"/>
              <a:t>17/04/2025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DFDB0-1FF2-405F-BF5B-B30B0639467B}" type="slidenum">
              <a:rPr lang="pt-BR" smtClean="0"/>
              <a:t>‹nº›</a:t>
            </a:fld>
            <a:endParaRPr lang="pt-B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0314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6321F-03FA-4BAD-8888-B1B4AE56349A}" type="datetime1">
              <a:rPr lang="pt-BR" smtClean="0"/>
              <a:t>17/04/2025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DFDB0-1FF2-405F-BF5B-B30B063946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49632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86408-DBF2-4312-AD71-F57EC8AFEE97}" type="datetime1">
              <a:rPr lang="pt-BR" smtClean="0"/>
              <a:t>17/04/2025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DFDB0-1FF2-405F-BF5B-B30B063946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99354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3BA5C-E97E-4C33-8D12-249D8E9C7430}" type="datetime1">
              <a:rPr lang="pt-BR" smtClean="0"/>
              <a:t>17/04/2025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DFDB0-1FF2-405F-BF5B-B30B063946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0391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BF1BD-D69F-4FA9-8D66-B557A5F33301}" type="datetime1">
              <a:rPr lang="pt-BR" smtClean="0"/>
              <a:t>17/04/2025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DFDB0-1FF2-405F-BF5B-B30B063946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3325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6223E16-EC5C-4DCF-985E-D25AFC89DE71}" type="datetime1">
              <a:rPr lang="pt-BR" smtClean="0"/>
              <a:t>17/04/2025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25DFDB0-1FF2-405F-BF5B-B30B063946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41300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664EF-0FAC-45F8-8FFF-18EA1FA18BE0}" type="datetime1">
              <a:rPr lang="pt-BR" smtClean="0"/>
              <a:t>17/04/2025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DFDB0-1FF2-405F-BF5B-B30B063946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1089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E3497-93CF-4F19-97D0-5D563F7559CC}" type="datetime1">
              <a:rPr lang="pt-BR" smtClean="0"/>
              <a:t>17/04/2025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DFDB0-1FF2-405F-BF5B-B30B063946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7146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F170F-BA78-4ED1-8FB7-0E9FE44F4472}" type="datetime1">
              <a:rPr lang="pt-BR" smtClean="0"/>
              <a:t>17/04/2025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DFDB0-1FF2-405F-BF5B-B30B063946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1878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C81CC8B-ADB5-4558-8086-E1E5319B09D0}" type="datetime1">
              <a:rPr lang="pt-BR" smtClean="0"/>
              <a:t>17/04/2025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725DFDB0-1FF2-405F-BF5B-B30B0639467B}" type="slidenum">
              <a:rPr lang="pt-BR" smtClean="0"/>
              <a:t>‹nº›</a:t>
            </a:fld>
            <a:endParaRPr lang="pt-BR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6873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95" r:id="rId1"/>
    <p:sldLayoutId id="2147484196" r:id="rId2"/>
    <p:sldLayoutId id="2147484197" r:id="rId3"/>
    <p:sldLayoutId id="2147484198" r:id="rId4"/>
    <p:sldLayoutId id="2147484199" r:id="rId5"/>
    <p:sldLayoutId id="2147484200" r:id="rId6"/>
    <p:sldLayoutId id="2147484201" r:id="rId7"/>
    <p:sldLayoutId id="2147484202" r:id="rId8"/>
    <p:sldLayoutId id="2147484203" r:id="rId9"/>
    <p:sldLayoutId id="2147484204" r:id="rId10"/>
    <p:sldLayoutId id="2147484205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shade val="92000"/>
                <a:satMod val="160000"/>
              </a:schemeClr>
            </a:gs>
            <a:gs pos="77000">
              <a:schemeClr val="bg1">
                <a:tint val="100000"/>
                <a:shade val="73000"/>
                <a:satMod val="155000"/>
              </a:schemeClr>
            </a:gs>
            <a:gs pos="100000">
              <a:schemeClr val="bg1">
                <a:tint val="100000"/>
                <a:shade val="67000"/>
                <a:satMod val="14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671F40-5A18-AF9D-9E9A-466D546EC3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47800"/>
            <a:ext cx="12192000" cy="2852057"/>
          </a:xfrm>
        </p:spPr>
        <p:txBody>
          <a:bodyPr anchor="ctr">
            <a:normAutofit/>
          </a:bodyPr>
          <a:lstStyle/>
          <a:p>
            <a:pPr algn="ctr"/>
            <a:r>
              <a:rPr lang="pt-BR" sz="29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Aula 4:</a:t>
            </a:r>
            <a:br>
              <a:rPr lang="pt-BR" sz="29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</a:br>
            <a:br>
              <a:rPr lang="pt-BR" sz="29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</a:br>
            <a:r>
              <a:rPr lang="pt-BR" sz="29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Cálculos de pH de sais</a:t>
            </a:r>
            <a:br>
              <a:rPr lang="pt-BR" sz="29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</a:br>
            <a:r>
              <a:rPr lang="pt-BR" sz="29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Soluções tampão</a:t>
            </a:r>
            <a:endParaRPr lang="pt-BR" sz="2400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36DB1AB-D6ED-A338-A639-BD0898FCF5C4}"/>
              </a:ext>
            </a:extLst>
          </p:cNvPr>
          <p:cNvSpPr/>
          <p:nvPr/>
        </p:nvSpPr>
        <p:spPr>
          <a:xfrm>
            <a:off x="478971" y="62913"/>
            <a:ext cx="11713029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800" b="1" dirty="0">
                <a:latin typeface="Aptos" panose="020B0004020202020204" pitchFamily="34" charset="0"/>
                <a:cs typeface="Arial" panose="020B0604020202020204" pitchFamily="34" charset="0"/>
              </a:rPr>
              <a:t>Universidade do Estado do Rio de Janeiro – UERJ</a:t>
            </a:r>
          </a:p>
          <a:p>
            <a:pPr algn="ctr"/>
            <a:r>
              <a:rPr lang="pt-BR" sz="2800" b="1" dirty="0">
                <a:latin typeface="Aptos" panose="020B0004020202020204" pitchFamily="34" charset="0"/>
                <a:cs typeface="Arial" panose="020B0604020202020204" pitchFamily="34" charset="0"/>
              </a:rPr>
              <a:t>Instituto de Química – IQ</a:t>
            </a:r>
          </a:p>
          <a:p>
            <a:pPr algn="ctr"/>
            <a:r>
              <a:rPr lang="pt-BR" sz="2800" b="1" dirty="0">
                <a:latin typeface="Aptos" panose="020B0004020202020204" pitchFamily="34" charset="0"/>
                <a:cs typeface="Arial" panose="020B0604020202020204" pitchFamily="34" charset="0"/>
              </a:rPr>
              <a:t>Departamento de Química Analítica – DQA</a:t>
            </a:r>
            <a:endParaRPr lang="pt-BR" sz="2800" dirty="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2" descr="Universidade do Estado do Rio de Janeiro – Wikipédia, a enciclopédia livre">
            <a:extLst>
              <a:ext uri="{FF2B5EF4-FFF2-40B4-BE49-F238E27FC236}">
                <a16:creationId xmlns:a16="http://schemas.microsoft.com/office/drawing/2014/main" id="{7EEC36F7-1FDF-F637-B2BA-6B48C8E4A5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971" y="1491623"/>
            <a:ext cx="2362200" cy="2601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Instituto de Quimica - UERJ :.">
            <a:extLst>
              <a:ext uri="{FF2B5EF4-FFF2-40B4-BE49-F238E27FC236}">
                <a16:creationId xmlns:a16="http://schemas.microsoft.com/office/drawing/2014/main" id="{E49894DD-2AD0-D24D-855A-12419B6F8C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0829" y="2322115"/>
            <a:ext cx="2362200" cy="940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E021ABE5-EFA7-D61E-894A-C2F1EB4437CC}"/>
              </a:ext>
            </a:extLst>
          </p:cNvPr>
          <p:cNvSpPr/>
          <p:nvPr/>
        </p:nvSpPr>
        <p:spPr>
          <a:xfrm>
            <a:off x="0" y="4967062"/>
            <a:ext cx="121920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800" b="1" dirty="0">
                <a:solidFill>
                  <a:schemeClr val="accent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Professora</a:t>
            </a:r>
            <a:r>
              <a:rPr lang="pt-BR" sz="2800" dirty="0">
                <a:solidFill>
                  <a:schemeClr val="accent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: </a:t>
            </a:r>
            <a:r>
              <a:rPr lang="pt-BR" sz="2800" dirty="0" err="1">
                <a:solidFill>
                  <a:schemeClr val="accent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Dr</a:t>
            </a:r>
            <a:r>
              <a:rPr lang="pt-BR" sz="2800" dirty="0">
                <a:solidFill>
                  <a:schemeClr val="accent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ª Alene Dutra Nascimento</a:t>
            </a:r>
            <a:br>
              <a:rPr lang="pt-BR" sz="2800" dirty="0">
                <a:latin typeface="Aptos" panose="020B0004020202020204" pitchFamily="34" charset="0"/>
                <a:cs typeface="Arial" panose="020B0604020202020204" pitchFamily="34" charset="0"/>
              </a:rPr>
            </a:br>
            <a:br>
              <a:rPr lang="pt-BR" sz="2800" dirty="0">
                <a:latin typeface="Aptos" panose="020B0004020202020204" pitchFamily="34" charset="0"/>
                <a:cs typeface="Arial" panose="020B0604020202020204" pitchFamily="34" charset="0"/>
              </a:rPr>
            </a:br>
            <a:r>
              <a:rPr lang="pt-BR" sz="2800" dirty="0">
                <a:solidFill>
                  <a:srgbClr val="0000FF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alene.dn@hotmail.com</a:t>
            </a:r>
            <a:endParaRPr lang="pt-BR" sz="2800" dirty="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23003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7B3BB-59D2-C530-DE66-21FD6AD49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FA264EBF-7021-4B18-9366-493C9DB111E2}"/>
              </a:ext>
            </a:extLst>
          </p:cNvPr>
          <p:cNvSpPr txBox="1"/>
          <p:nvPr/>
        </p:nvSpPr>
        <p:spPr>
          <a:xfrm>
            <a:off x="241110" y="1094403"/>
            <a:ext cx="11709778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 eaLnBrk="1" hangingPunct="1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altLang="pt-BR" sz="2400" b="1" dirty="0">
                <a:latin typeface="Aptos" panose="020B0004020202020204" pitchFamily="34" charset="0"/>
                <a:cs typeface="Arial" panose="020B0604020202020204" pitchFamily="34" charset="0"/>
              </a:rPr>
              <a:t>Sais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 são compostos capazes de se dissociar em água liberando íons, mesmo que em pequena porcentagem, dos quais pelo menos um cátion é diferente de H</a:t>
            </a:r>
            <a:r>
              <a:rPr lang="pt-BR" altLang="pt-BR" sz="2400" baseline="-25000" dirty="0">
                <a:latin typeface="Aptos" panose="020B0004020202020204" pitchFamily="34" charset="0"/>
                <a:cs typeface="Arial" panose="020B0604020202020204" pitchFamily="34" charset="0"/>
              </a:rPr>
              <a:t>3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O</a:t>
            </a:r>
            <a:r>
              <a:rPr lang="pt-BR" altLang="pt-BR" sz="2400" baseline="30000" dirty="0">
                <a:latin typeface="Aptos" panose="020B0004020202020204" pitchFamily="34" charset="0"/>
                <a:cs typeface="Arial" panose="020B0604020202020204" pitchFamily="34" charset="0"/>
              </a:rPr>
              <a:t>+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 e um ânion é diferente de OH</a:t>
            </a:r>
            <a:r>
              <a:rPr lang="pt-BR" altLang="pt-BR" sz="2400" baseline="30000" dirty="0">
                <a:latin typeface="Aptos" panose="020B0004020202020204" pitchFamily="34" charset="0"/>
                <a:cs typeface="Arial" panose="020B0604020202020204" pitchFamily="34" charset="0"/>
              </a:rPr>
              <a:t>-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 algn="just" eaLnBrk="1" hangingPunct="1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endParaRPr lang="pt-BR" altLang="pt-BR" sz="24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2400" dirty="0">
                <a:latin typeface="Aptos" panose="020B0004020202020204" pitchFamily="34" charset="0"/>
              </a:rPr>
              <a:t>Quando um ácido reage com uma base (reação de neutralização ou salificação), há a formação de um sal.</a:t>
            </a:r>
          </a:p>
          <a:p>
            <a:pPr marL="342900" indent="-342900" algn="just" eaLnBrk="1" hangingPunct="1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endParaRPr lang="pt-BR" altLang="pt-BR" sz="24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342900" indent="-342900" algn="just" eaLnBrk="1" hangingPunct="1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endParaRPr lang="pt-BR" altLang="pt-BR" sz="24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342900" indent="-342900" algn="just" eaLnBrk="1" hangingPunct="1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endParaRPr lang="pt-BR" altLang="pt-BR" sz="24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342900" indent="-342900" algn="just" eaLnBrk="1" hangingPunct="1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endParaRPr lang="pt-BR" altLang="pt-BR" sz="24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342900" indent="-342900" algn="just" eaLnBrk="1" hangingPunct="1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endParaRPr lang="pt-BR" altLang="pt-BR" sz="24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342900" indent="-342900" algn="just" eaLnBrk="1" hangingPunct="1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endParaRPr lang="pt-BR" altLang="pt-BR" sz="24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342900" indent="-342900" algn="just" eaLnBrk="1" hangingPunct="1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O cátion do sal vem de uma base e o ânion do sal vem de um ácido.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6EA6568-DAFC-D051-5BB2-E265DCD18382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pH de sais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2D5B009-29E6-7A34-3EEA-7DC73A8B84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2402" y="3570514"/>
            <a:ext cx="6147197" cy="1601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111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B384D906-947A-4815-A283-EE36DE3FBBF5}"/>
              </a:ext>
            </a:extLst>
          </p:cNvPr>
          <p:cNvSpPr txBox="1"/>
          <p:nvPr/>
        </p:nvSpPr>
        <p:spPr>
          <a:xfrm>
            <a:off x="241110" y="1094403"/>
            <a:ext cx="117097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 eaLnBrk="1" hangingPunct="1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Quando um sal é dissolvido em água, a solução nem sempre é neutra. Podem ocorrer interações com os íons da água, e as soluções resultantes podem ser neutras, ácidas ou alcalinas, dependendo da natureza do sal.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73F78FF-5784-5B9A-CC9D-67EE6E5ECB2F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pH de sais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3C642BA6-AE20-985B-7F1F-0D9164B5BB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3924" y="1994033"/>
            <a:ext cx="4137866" cy="4137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6C78B5E3-B846-10A6-AC5C-D5CFB519856A}"/>
              </a:ext>
            </a:extLst>
          </p:cNvPr>
          <p:cNvSpPr txBox="1"/>
          <p:nvPr/>
        </p:nvSpPr>
        <p:spPr>
          <a:xfrm>
            <a:off x="241110" y="3462801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 eaLnBrk="1" hangingPunct="1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2400" dirty="0">
                <a:latin typeface="Aptos" panose="020B0004020202020204" pitchFamily="34" charset="0"/>
              </a:rPr>
              <a:t>A hidrólise é definida como a interação de íons de um sal dissolvido com os íons H</a:t>
            </a:r>
            <a:r>
              <a:rPr lang="pt-BR" sz="2400" baseline="30000" dirty="0">
                <a:latin typeface="Aptos" panose="020B0004020202020204" pitchFamily="34" charset="0"/>
              </a:rPr>
              <a:t>+</a:t>
            </a:r>
            <a:r>
              <a:rPr lang="pt-BR" sz="2400" dirty="0">
                <a:latin typeface="Aptos" panose="020B0004020202020204" pitchFamily="34" charset="0"/>
              </a:rPr>
              <a:t> e OH</a:t>
            </a:r>
            <a:r>
              <a:rPr lang="pt-BR" sz="2400" baseline="30000" dirty="0">
                <a:latin typeface="Aptos" panose="020B0004020202020204" pitchFamily="34" charset="0"/>
              </a:rPr>
              <a:t>-</a:t>
            </a:r>
            <a:r>
              <a:rPr lang="pt-BR" sz="2400" dirty="0">
                <a:latin typeface="Aptos" panose="020B0004020202020204" pitchFamily="34" charset="0"/>
              </a:rPr>
              <a:t> da água.</a:t>
            </a:r>
          </a:p>
        </p:txBody>
      </p:sp>
    </p:spTree>
    <p:extLst>
      <p:ext uri="{BB962C8B-B14F-4D97-AF65-F5344CB8AC3E}">
        <p14:creationId xmlns:p14="http://schemas.microsoft.com/office/powerpoint/2010/main" val="4288356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C866D-1DCE-673D-8B06-D4D862831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50315337-34FE-E5EB-07B8-100791B0B271}"/>
              </a:ext>
            </a:extLst>
          </p:cNvPr>
          <p:cNvSpPr txBox="1"/>
          <p:nvPr/>
        </p:nvSpPr>
        <p:spPr>
          <a:xfrm>
            <a:off x="241110" y="1351508"/>
            <a:ext cx="1170977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 eaLnBrk="1" hangingPunct="1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O sal KCN, dissolvido em água, se dissocia em K</a:t>
            </a:r>
            <a:r>
              <a:rPr lang="pt-BR" altLang="pt-BR" sz="2400" baseline="30000" dirty="0">
                <a:latin typeface="Aptos" panose="020B0004020202020204" pitchFamily="34" charset="0"/>
                <a:cs typeface="Arial" panose="020B0604020202020204" pitchFamily="34" charset="0"/>
              </a:rPr>
              <a:t>+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 e CN</a:t>
            </a:r>
            <a:r>
              <a:rPr lang="pt-BR" altLang="pt-BR" sz="2400" baseline="30000" dirty="0">
                <a:latin typeface="Aptos" panose="020B0004020202020204" pitchFamily="34" charset="0"/>
                <a:cs typeface="Arial" panose="020B0604020202020204" pitchFamily="34" charset="0"/>
              </a:rPr>
              <a:t>-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 algn="just" eaLnBrk="1" hangingPunct="1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endParaRPr lang="pt-BR" altLang="pt-BR" sz="24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algn="ctr">
              <a:buClr>
                <a:schemeClr val="accent1">
                  <a:lumMod val="75000"/>
                </a:schemeClr>
              </a:buClr>
            </a:pPr>
            <a:r>
              <a:rPr lang="pt-BR" sz="2400" b="1" i="0" u="none" strike="noStrike" baseline="0" dirty="0">
                <a:latin typeface="Aptos" panose="020B0004020202020204" pitchFamily="34" charset="0"/>
              </a:rPr>
              <a:t>KCN → K</a:t>
            </a:r>
            <a:r>
              <a:rPr lang="pt-BR" sz="2400" b="1" i="0" u="none" strike="noStrike" baseline="30000" dirty="0">
                <a:latin typeface="Aptos" panose="020B0004020202020204" pitchFamily="34" charset="0"/>
              </a:rPr>
              <a:t>+</a:t>
            </a:r>
            <a:r>
              <a:rPr lang="pt-BR" sz="2400" b="1" i="0" u="none" strike="noStrike" baseline="0" dirty="0">
                <a:latin typeface="Aptos" panose="020B0004020202020204" pitchFamily="34" charset="0"/>
              </a:rPr>
              <a:t> + CN</a:t>
            </a:r>
            <a:r>
              <a:rPr lang="pt-BR" sz="2400" b="1" i="0" u="none" strike="noStrike" baseline="30000" dirty="0">
                <a:latin typeface="Aptos" panose="020B0004020202020204" pitchFamily="34" charset="0"/>
              </a:rPr>
              <a:t>-</a:t>
            </a:r>
            <a:endParaRPr lang="pt-BR" altLang="pt-BR" sz="2400" b="1" baseline="300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buClr>
                <a:schemeClr val="accent1">
                  <a:lumMod val="75000"/>
                </a:schemeClr>
              </a:buClr>
            </a:pPr>
            <a:endParaRPr lang="pt-BR" altLang="pt-BR" sz="24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342900" indent="-342900" algn="just" eaLnBrk="1" hangingPunct="1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Os íons K</a:t>
            </a:r>
            <a:r>
              <a:rPr lang="pt-BR" altLang="pt-BR" sz="2400" baseline="30000" dirty="0">
                <a:latin typeface="Aptos" panose="020B0004020202020204" pitchFamily="34" charset="0"/>
                <a:cs typeface="Arial" panose="020B0604020202020204" pitchFamily="34" charset="0"/>
              </a:rPr>
              <a:t>+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 encontram os íons OH</a:t>
            </a:r>
            <a:r>
              <a:rPr lang="pt-BR" altLang="pt-BR" sz="2400" baseline="30000" dirty="0">
                <a:latin typeface="Aptos" panose="020B0004020202020204" pitchFamily="34" charset="0"/>
                <a:cs typeface="Arial" panose="020B0604020202020204" pitchFamily="34" charset="0"/>
              </a:rPr>
              <a:t>-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 formando uma molécula não ionizada de KOH, que imediatamente se dissocia novamente formando íons K</a:t>
            </a:r>
            <a:r>
              <a:rPr lang="pt-BR" altLang="pt-BR" sz="2400" baseline="30000" dirty="0">
                <a:latin typeface="Aptos" panose="020B0004020202020204" pitchFamily="34" charset="0"/>
                <a:cs typeface="Arial" panose="020B0604020202020204" pitchFamily="34" charset="0"/>
              </a:rPr>
              <a:t>+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 e OH</a:t>
            </a:r>
            <a:r>
              <a:rPr lang="pt-BR" altLang="pt-BR" sz="2400" baseline="30000" dirty="0">
                <a:latin typeface="Aptos" panose="020B0004020202020204" pitchFamily="34" charset="0"/>
                <a:cs typeface="Arial" panose="020B0604020202020204" pitchFamily="34" charset="0"/>
              </a:rPr>
              <a:t>-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 algn="just" eaLnBrk="1" hangingPunct="1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endParaRPr lang="pt-BR" altLang="pt-BR" sz="24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2400" b="0" i="0" u="none" strike="noStrike" baseline="0" dirty="0">
                <a:latin typeface="Aptos" panose="020B0004020202020204" pitchFamily="34" charset="0"/>
              </a:rPr>
              <a:t>Entretanto, os íons CN</a:t>
            </a:r>
            <a:r>
              <a:rPr lang="pt-BR" sz="2400" b="0" i="0" u="none" strike="noStrike" baseline="30000" dirty="0">
                <a:latin typeface="Aptos" panose="020B0004020202020204" pitchFamily="34" charset="0"/>
              </a:rPr>
              <a:t>-</a:t>
            </a:r>
            <a:r>
              <a:rPr lang="pt-BR" sz="2400" b="0" i="0" u="none" strike="noStrike" baseline="0" dirty="0">
                <a:latin typeface="Aptos" panose="020B0004020202020204" pitchFamily="34" charset="0"/>
              </a:rPr>
              <a:t> formam com os íons H</a:t>
            </a:r>
            <a:r>
              <a:rPr lang="pt-BR" sz="2400" b="0" i="0" u="none" strike="noStrike" baseline="30000" dirty="0">
                <a:latin typeface="Aptos" panose="020B0004020202020204" pitchFamily="34" charset="0"/>
              </a:rPr>
              <a:t>+</a:t>
            </a:r>
            <a:r>
              <a:rPr lang="pt-BR" sz="2400" b="0" i="0" u="none" strike="noStrike" baseline="0" dirty="0">
                <a:latin typeface="Aptos" panose="020B0004020202020204" pitchFamily="34" charset="0"/>
              </a:rPr>
              <a:t> um ácido fraco levemente dissociado (K</a:t>
            </a:r>
            <a:r>
              <a:rPr lang="pt-BR" sz="2400" b="0" i="0" u="none" strike="noStrike" baseline="-25000" dirty="0">
                <a:latin typeface="Aptos" panose="020B0004020202020204" pitchFamily="34" charset="0"/>
              </a:rPr>
              <a:t>a</a:t>
            </a:r>
            <a:r>
              <a:rPr lang="pt-BR" sz="2400" b="0" i="0" u="none" strike="noStrike" baseline="0" dirty="0">
                <a:latin typeface="Aptos" panose="020B0004020202020204" pitchFamily="34" charset="0"/>
              </a:rPr>
              <a:t>=6,2x10</a:t>
            </a:r>
            <a:r>
              <a:rPr lang="pt-BR" sz="2400" b="0" i="0" u="none" strike="noStrike" baseline="30000" dirty="0">
                <a:latin typeface="Aptos" panose="020B0004020202020204" pitchFamily="34" charset="0"/>
              </a:rPr>
              <a:t>-10</a:t>
            </a:r>
            <a:r>
              <a:rPr lang="pt-BR" sz="2400" b="0" i="0" u="none" strike="noStrike" baseline="0" dirty="0">
                <a:latin typeface="Aptos" panose="020B0004020202020204" pitchFamily="34" charset="0"/>
              </a:rPr>
              <a:t>), levando </a:t>
            </a:r>
            <a:r>
              <a:rPr lang="pt-BR" sz="2400" dirty="0">
                <a:latin typeface="Aptos" panose="020B0004020202020204" pitchFamily="34" charset="0"/>
              </a:rPr>
              <a:t>ao </a:t>
            </a:r>
            <a:r>
              <a:rPr lang="pt-BR" sz="2400" b="0" i="0" u="none" strike="noStrike" baseline="0" dirty="0">
                <a:latin typeface="Aptos" panose="020B0004020202020204" pitchFamily="34" charset="0"/>
              </a:rPr>
              <a:t>acúmulo de íons OH</a:t>
            </a:r>
            <a:r>
              <a:rPr lang="pt-BR" sz="2400" b="0" i="0" u="none" strike="noStrike" baseline="30000" dirty="0">
                <a:latin typeface="Aptos" panose="020B0004020202020204" pitchFamily="34" charset="0"/>
              </a:rPr>
              <a:t>-</a:t>
            </a:r>
            <a:r>
              <a:rPr lang="pt-BR" sz="2400" b="0" i="0" u="none" strike="noStrike" baseline="0" dirty="0">
                <a:latin typeface="Aptos" panose="020B0004020202020204" pitchFamily="34" charset="0"/>
              </a:rPr>
              <a:t>.</a:t>
            </a:r>
          </a:p>
          <a:p>
            <a:pPr marL="342900" indent="-342900" algn="l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endParaRPr lang="pt-BR" altLang="pt-BR" sz="24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algn="ctr">
              <a:buClr>
                <a:schemeClr val="accent1">
                  <a:lumMod val="75000"/>
                </a:schemeClr>
              </a:buClr>
            </a:pPr>
            <a:r>
              <a:rPr lang="pt-BR" sz="2400" b="1" i="0" u="none" strike="noStrike" baseline="0" dirty="0">
                <a:latin typeface="Aptos" panose="020B0004020202020204" pitchFamily="34" charset="0"/>
              </a:rPr>
              <a:t>CN</a:t>
            </a:r>
            <a:r>
              <a:rPr lang="pt-BR" sz="2400" b="1" i="0" u="none" strike="noStrike" baseline="30000" dirty="0">
                <a:latin typeface="Aptos" panose="020B0004020202020204" pitchFamily="34" charset="0"/>
              </a:rPr>
              <a:t>-</a:t>
            </a:r>
            <a:r>
              <a:rPr lang="pt-BR" sz="2400" b="1" i="0" u="none" strike="noStrike" dirty="0">
                <a:latin typeface="Aptos" panose="020B0004020202020204" pitchFamily="34" charset="0"/>
              </a:rPr>
              <a:t> + H</a:t>
            </a:r>
            <a:r>
              <a:rPr lang="pt-BR" sz="2400" b="1" i="0" u="none" strike="noStrike" baseline="-25000" dirty="0">
                <a:latin typeface="Aptos" panose="020B0004020202020204" pitchFamily="34" charset="0"/>
              </a:rPr>
              <a:t>2</a:t>
            </a:r>
            <a:r>
              <a:rPr lang="pt-BR" sz="2400" b="1" i="0" u="none" strike="noStrike" dirty="0">
                <a:latin typeface="Aptos" panose="020B0004020202020204" pitchFamily="34" charset="0"/>
              </a:rPr>
              <a:t>O </a:t>
            </a:r>
            <a:r>
              <a:rPr lang="pt-BR" altLang="pt-BR" sz="2400" b="1" kern="0" dirty="0">
                <a:latin typeface="Aptos" panose="020B0004020202020204" pitchFamily="34" charset="0"/>
                <a:cs typeface="Arial" panose="020B0604020202020204" pitchFamily="34" charset="0"/>
              </a:rPr>
              <a:t>⇌ H</a:t>
            </a:r>
            <a:r>
              <a:rPr lang="pt-BR" sz="2400" b="1" i="0" u="none" strike="noStrike" baseline="0" dirty="0">
                <a:latin typeface="Aptos" panose="020B0004020202020204" pitchFamily="34" charset="0"/>
              </a:rPr>
              <a:t>CN + </a:t>
            </a:r>
            <a:r>
              <a:rPr lang="pt-BR" sz="2400" b="1" i="0" u="none" strike="noStrike" baseline="0" dirty="0">
                <a:solidFill>
                  <a:srgbClr val="C00000"/>
                </a:solidFill>
                <a:latin typeface="Aptos" panose="020B0004020202020204" pitchFamily="34" charset="0"/>
              </a:rPr>
              <a:t>OH</a:t>
            </a:r>
            <a:r>
              <a:rPr lang="pt-BR" sz="2400" b="1" i="0" u="none" strike="noStrike" baseline="30000" dirty="0">
                <a:solidFill>
                  <a:srgbClr val="C00000"/>
                </a:solidFill>
                <a:latin typeface="Aptos" panose="020B0004020202020204" pitchFamily="34" charset="0"/>
              </a:rPr>
              <a:t>-</a:t>
            </a:r>
            <a:endParaRPr lang="pt-BR" altLang="pt-BR" sz="2400" b="1" baseline="30000" dirty="0">
              <a:solidFill>
                <a:srgbClr val="C00000"/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8C69CCD-BCC2-96AA-A88D-04C3AEF22BA9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pH de sais</a:t>
            </a:r>
          </a:p>
        </p:txBody>
      </p:sp>
    </p:spTree>
    <p:extLst>
      <p:ext uri="{BB962C8B-B14F-4D97-AF65-F5344CB8AC3E}">
        <p14:creationId xmlns:p14="http://schemas.microsoft.com/office/powerpoint/2010/main" val="2557250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42284-68F8-8E14-D8C3-B1DB8A72C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57BD85E3-2E72-ACB5-F4F0-E5D659B7E16D}"/>
              </a:ext>
            </a:extLst>
          </p:cNvPr>
          <p:cNvSpPr txBox="1"/>
          <p:nvPr/>
        </p:nvSpPr>
        <p:spPr>
          <a:xfrm>
            <a:off x="241110" y="1351508"/>
            <a:ext cx="1170977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 eaLnBrk="1" hangingPunct="1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Considere agora uma solução de NH</a:t>
            </a:r>
            <a:r>
              <a:rPr lang="pt-BR" altLang="pt-BR" sz="2400" baseline="-25000" dirty="0">
                <a:latin typeface="Aptos" panose="020B0004020202020204" pitchFamily="34" charset="0"/>
                <a:cs typeface="Arial" panose="020B0604020202020204" pitchFamily="34" charset="0"/>
              </a:rPr>
              <a:t>4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Cl:</a:t>
            </a:r>
          </a:p>
          <a:p>
            <a:pPr marL="342900" indent="-342900" algn="just" eaLnBrk="1" hangingPunct="1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endParaRPr lang="pt-BR" altLang="pt-BR" sz="24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algn="ctr">
              <a:buClr>
                <a:schemeClr val="accent1">
                  <a:lumMod val="75000"/>
                </a:schemeClr>
              </a:buClr>
            </a:pPr>
            <a:r>
              <a:rPr lang="pt-BR" sz="2400" b="1" i="0" u="none" strike="noStrike" baseline="0" dirty="0">
                <a:latin typeface="Aptos" panose="020B0004020202020204" pitchFamily="34" charset="0"/>
              </a:rPr>
              <a:t>NH</a:t>
            </a:r>
            <a:r>
              <a:rPr lang="pt-BR" sz="2400" b="1" i="0" u="none" strike="noStrike" baseline="-25000" dirty="0">
                <a:latin typeface="Aptos" panose="020B0004020202020204" pitchFamily="34" charset="0"/>
              </a:rPr>
              <a:t>4</a:t>
            </a:r>
            <a:r>
              <a:rPr lang="pt-BR" sz="2400" b="1" i="0" u="none" strike="noStrike" baseline="0" dirty="0">
                <a:latin typeface="Aptos" panose="020B0004020202020204" pitchFamily="34" charset="0"/>
              </a:rPr>
              <a:t>Cl → NH</a:t>
            </a:r>
            <a:r>
              <a:rPr lang="pt-BR" sz="2400" b="1" i="0" u="none" strike="noStrike" baseline="-25000" dirty="0">
                <a:latin typeface="Aptos" panose="020B0004020202020204" pitchFamily="34" charset="0"/>
              </a:rPr>
              <a:t>4</a:t>
            </a:r>
            <a:r>
              <a:rPr lang="pt-BR" sz="2400" b="1" i="0" u="none" strike="noStrike" baseline="30000" dirty="0">
                <a:latin typeface="Aptos" panose="020B0004020202020204" pitchFamily="34" charset="0"/>
              </a:rPr>
              <a:t>+</a:t>
            </a:r>
            <a:r>
              <a:rPr lang="pt-BR" sz="2400" b="1" i="0" u="none" strike="noStrike" baseline="0" dirty="0">
                <a:latin typeface="Aptos" panose="020B0004020202020204" pitchFamily="34" charset="0"/>
              </a:rPr>
              <a:t> + Cl</a:t>
            </a:r>
            <a:r>
              <a:rPr lang="pt-BR" sz="2400" b="1" i="0" u="none" strike="noStrike" baseline="30000" dirty="0">
                <a:latin typeface="Aptos" panose="020B0004020202020204" pitchFamily="34" charset="0"/>
              </a:rPr>
              <a:t>-</a:t>
            </a:r>
          </a:p>
          <a:p>
            <a:pPr algn="ctr">
              <a:buClr>
                <a:schemeClr val="accent1">
                  <a:lumMod val="75000"/>
                </a:schemeClr>
              </a:buClr>
            </a:pPr>
            <a:endParaRPr lang="pt-BR" altLang="pt-BR" sz="24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342900" indent="-342900" algn="just" eaLnBrk="1" hangingPunct="1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Os íons Cl</a:t>
            </a:r>
            <a:r>
              <a:rPr lang="pt-BR" altLang="pt-BR" sz="2400" baseline="30000" dirty="0">
                <a:latin typeface="Aptos" panose="020B0004020202020204" pitchFamily="34" charset="0"/>
                <a:cs typeface="Arial" panose="020B0604020202020204" pitchFamily="34" charset="0"/>
              </a:rPr>
              <a:t>-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 encontram os íons H</a:t>
            </a:r>
            <a:r>
              <a:rPr lang="pt-BR" altLang="pt-BR" sz="2400" baseline="30000" dirty="0">
                <a:latin typeface="Aptos" panose="020B0004020202020204" pitchFamily="34" charset="0"/>
                <a:cs typeface="Arial" panose="020B0604020202020204" pitchFamily="34" charset="0"/>
              </a:rPr>
              <a:t>+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 formando uma molécula não ionizada de </a:t>
            </a:r>
            <a:r>
              <a:rPr lang="pt-BR" altLang="pt-BR" sz="2400" dirty="0" err="1">
                <a:latin typeface="Aptos" panose="020B0004020202020204" pitchFamily="34" charset="0"/>
                <a:cs typeface="Arial" panose="020B0604020202020204" pitchFamily="34" charset="0"/>
              </a:rPr>
              <a:t>HCl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, que imediatamente se dissocia novamente formando íons Cl</a:t>
            </a:r>
            <a:r>
              <a:rPr lang="pt-BR" altLang="pt-BR" sz="2400" baseline="30000" dirty="0">
                <a:latin typeface="Aptos" panose="020B0004020202020204" pitchFamily="34" charset="0"/>
                <a:cs typeface="Arial" panose="020B0604020202020204" pitchFamily="34" charset="0"/>
              </a:rPr>
              <a:t>-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 e H</a:t>
            </a:r>
            <a:r>
              <a:rPr lang="pt-BR" altLang="pt-BR" sz="2400" baseline="30000" dirty="0">
                <a:latin typeface="Aptos" panose="020B0004020202020204" pitchFamily="34" charset="0"/>
                <a:cs typeface="Arial" panose="020B0604020202020204" pitchFamily="34" charset="0"/>
              </a:rPr>
              <a:t>+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 algn="just" eaLnBrk="1" hangingPunct="1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endParaRPr lang="pt-BR" altLang="pt-BR" sz="24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2400" b="0" i="0" u="none" strike="noStrike" baseline="0" dirty="0">
                <a:latin typeface="Aptos" panose="020B0004020202020204" pitchFamily="34" charset="0"/>
              </a:rPr>
              <a:t>Entretanto, os íons NH</a:t>
            </a:r>
            <a:r>
              <a:rPr lang="pt-BR" sz="2400" b="0" i="0" u="none" strike="noStrike" baseline="-25000" dirty="0">
                <a:latin typeface="Aptos" panose="020B0004020202020204" pitchFamily="34" charset="0"/>
              </a:rPr>
              <a:t>4</a:t>
            </a:r>
            <a:r>
              <a:rPr lang="pt-BR" sz="2400" b="0" i="0" u="none" strike="noStrike" baseline="30000" dirty="0">
                <a:latin typeface="Aptos" panose="020B0004020202020204" pitchFamily="34" charset="0"/>
              </a:rPr>
              <a:t>+</a:t>
            </a:r>
            <a:r>
              <a:rPr lang="pt-BR" sz="2400" b="0" i="0" u="none" strike="noStrike" baseline="0" dirty="0">
                <a:latin typeface="Aptos" panose="020B0004020202020204" pitchFamily="34" charset="0"/>
              </a:rPr>
              <a:t> formam com os íons OH</a:t>
            </a:r>
            <a:r>
              <a:rPr lang="pt-BR" sz="2400" b="0" i="0" u="none" strike="noStrike" baseline="30000" dirty="0">
                <a:latin typeface="Aptos" panose="020B0004020202020204" pitchFamily="34" charset="0"/>
              </a:rPr>
              <a:t>-</a:t>
            </a:r>
            <a:r>
              <a:rPr lang="pt-BR" sz="2400" b="0" i="0" u="none" strike="noStrike" baseline="0" dirty="0">
                <a:latin typeface="Aptos" panose="020B0004020202020204" pitchFamily="34" charset="0"/>
              </a:rPr>
              <a:t> uma base fraca levemente dissociada (K</a:t>
            </a:r>
            <a:r>
              <a:rPr lang="pt-BR" sz="2400" b="0" i="0" u="none" strike="noStrike" baseline="-25000" dirty="0">
                <a:latin typeface="Aptos" panose="020B0004020202020204" pitchFamily="34" charset="0"/>
              </a:rPr>
              <a:t>b</a:t>
            </a:r>
            <a:r>
              <a:rPr lang="pt-BR" sz="2400" b="0" i="0" u="none" strike="noStrike" baseline="0" dirty="0">
                <a:latin typeface="Aptos" panose="020B0004020202020204" pitchFamily="34" charset="0"/>
              </a:rPr>
              <a:t>=1,75x10</a:t>
            </a:r>
            <a:r>
              <a:rPr lang="pt-BR" sz="2400" b="0" i="0" u="none" strike="noStrike" baseline="30000" dirty="0">
                <a:latin typeface="Aptos" panose="020B0004020202020204" pitchFamily="34" charset="0"/>
              </a:rPr>
              <a:t>-5</a:t>
            </a:r>
            <a:r>
              <a:rPr lang="pt-BR" sz="2400" b="0" i="0" u="none" strike="noStrike" baseline="0" dirty="0">
                <a:latin typeface="Aptos" panose="020B0004020202020204" pitchFamily="34" charset="0"/>
              </a:rPr>
              <a:t>), acumulando íons H</a:t>
            </a:r>
            <a:r>
              <a:rPr lang="pt-BR" sz="2400" b="0" i="0" u="none" strike="noStrike" baseline="30000" dirty="0">
                <a:latin typeface="Aptos" panose="020B0004020202020204" pitchFamily="34" charset="0"/>
              </a:rPr>
              <a:t>+</a:t>
            </a:r>
            <a:r>
              <a:rPr lang="pt-BR" sz="2400" b="0" i="0" u="none" strike="noStrike" baseline="0" dirty="0">
                <a:latin typeface="Aptos" panose="020B0004020202020204" pitchFamily="34" charset="0"/>
              </a:rPr>
              <a:t>.</a:t>
            </a:r>
          </a:p>
          <a:p>
            <a:pPr marL="342900" indent="-342900" algn="l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endParaRPr lang="pt-BR" altLang="pt-BR" sz="24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algn="ctr">
              <a:buClr>
                <a:schemeClr val="accent1">
                  <a:lumMod val="75000"/>
                </a:schemeClr>
              </a:buClr>
            </a:pPr>
            <a:r>
              <a:rPr lang="pt-BR" sz="2400" b="1" i="0" u="none" strike="noStrike" baseline="0" dirty="0">
                <a:latin typeface="Aptos" panose="020B0004020202020204" pitchFamily="34" charset="0"/>
              </a:rPr>
              <a:t>NH</a:t>
            </a:r>
            <a:r>
              <a:rPr lang="pt-BR" sz="2400" b="1" i="0" u="none" strike="noStrike" baseline="-25000" dirty="0">
                <a:latin typeface="Aptos" panose="020B0004020202020204" pitchFamily="34" charset="0"/>
              </a:rPr>
              <a:t>4</a:t>
            </a:r>
            <a:r>
              <a:rPr lang="pt-BR" sz="2400" b="1" i="0" u="none" strike="noStrike" baseline="30000" dirty="0">
                <a:latin typeface="Aptos" panose="020B0004020202020204" pitchFamily="34" charset="0"/>
              </a:rPr>
              <a:t>+</a:t>
            </a:r>
            <a:r>
              <a:rPr lang="pt-BR" sz="2400" b="1" i="0" u="none" strike="noStrike" dirty="0">
                <a:latin typeface="Aptos" panose="020B0004020202020204" pitchFamily="34" charset="0"/>
              </a:rPr>
              <a:t> + H</a:t>
            </a:r>
            <a:r>
              <a:rPr lang="pt-BR" sz="2400" b="1" i="0" u="none" strike="noStrike" baseline="-25000" dirty="0">
                <a:latin typeface="Aptos" panose="020B0004020202020204" pitchFamily="34" charset="0"/>
              </a:rPr>
              <a:t>2</a:t>
            </a:r>
            <a:r>
              <a:rPr lang="pt-BR" sz="2400" b="1" i="0" u="none" strike="noStrike" dirty="0">
                <a:latin typeface="Aptos" panose="020B0004020202020204" pitchFamily="34" charset="0"/>
              </a:rPr>
              <a:t>O </a:t>
            </a:r>
            <a:r>
              <a:rPr lang="pt-BR" altLang="pt-BR" sz="2400" kern="0" dirty="0">
                <a:latin typeface="Aptos" panose="020B0004020202020204" pitchFamily="34" charset="0"/>
                <a:cs typeface="Arial" panose="020B0604020202020204" pitchFamily="34" charset="0"/>
              </a:rPr>
              <a:t>⇌ </a:t>
            </a:r>
            <a:r>
              <a:rPr lang="pt-BR" sz="2400" b="1" i="0" u="none" strike="noStrike" baseline="0" dirty="0">
                <a:latin typeface="Aptos" panose="020B0004020202020204" pitchFamily="34" charset="0"/>
              </a:rPr>
              <a:t>NH</a:t>
            </a:r>
            <a:r>
              <a:rPr lang="pt-BR" sz="2400" b="1" i="0" u="none" strike="noStrike" baseline="-25000" dirty="0">
                <a:latin typeface="Aptos" panose="020B0004020202020204" pitchFamily="34" charset="0"/>
              </a:rPr>
              <a:t>4</a:t>
            </a:r>
            <a:r>
              <a:rPr lang="pt-BR" sz="2400" b="1" dirty="0">
                <a:latin typeface="Aptos" panose="020B0004020202020204" pitchFamily="34" charset="0"/>
              </a:rPr>
              <a:t>OH</a:t>
            </a:r>
            <a:r>
              <a:rPr lang="pt-BR" sz="2400" b="1" i="0" u="none" strike="noStrike" baseline="0" dirty="0">
                <a:latin typeface="Aptos" panose="020B0004020202020204" pitchFamily="34" charset="0"/>
              </a:rPr>
              <a:t> + </a:t>
            </a:r>
            <a:r>
              <a:rPr lang="pt-BR" sz="2400" b="1" i="0" u="none" strike="noStrike" baseline="0" dirty="0">
                <a:solidFill>
                  <a:srgbClr val="C00000"/>
                </a:solidFill>
                <a:latin typeface="Aptos" panose="020B0004020202020204" pitchFamily="34" charset="0"/>
              </a:rPr>
              <a:t>H</a:t>
            </a:r>
            <a:r>
              <a:rPr lang="pt-BR" sz="2400" b="1" i="0" u="none" strike="noStrike" baseline="30000" dirty="0">
                <a:solidFill>
                  <a:srgbClr val="C00000"/>
                </a:solidFill>
                <a:latin typeface="Aptos" panose="020B0004020202020204" pitchFamily="34" charset="0"/>
              </a:rPr>
              <a:t>+</a:t>
            </a:r>
            <a:endParaRPr lang="pt-BR" altLang="pt-BR" sz="2400" b="1" baseline="30000" dirty="0">
              <a:solidFill>
                <a:srgbClr val="C00000"/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4ABD30B-65C3-A2FF-AABA-6EEFE0197977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pH de sais</a:t>
            </a:r>
          </a:p>
        </p:txBody>
      </p:sp>
    </p:spTree>
    <p:extLst>
      <p:ext uri="{BB962C8B-B14F-4D97-AF65-F5344CB8AC3E}">
        <p14:creationId xmlns:p14="http://schemas.microsoft.com/office/powerpoint/2010/main" val="3036659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9082F-1A29-7AB8-B98E-7081C25FE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9E34F632-8E3E-CBEB-54FE-FB233D5626CD}"/>
              </a:ext>
            </a:extLst>
          </p:cNvPr>
          <p:cNvSpPr txBox="1"/>
          <p:nvPr/>
        </p:nvSpPr>
        <p:spPr>
          <a:xfrm>
            <a:off x="241110" y="1068480"/>
            <a:ext cx="11709778" cy="7355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 eaLnBrk="1" hangingPunct="1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Portanto, a hidrólise é causada pelo deslocamento do equilíbrio de dissociação da água devido à formação de compostos levemente ionizados.</a:t>
            </a:r>
          </a:p>
          <a:p>
            <a:pPr algn="just" eaLnBrk="1" hangingPunct="1">
              <a:buClr>
                <a:schemeClr val="accent1">
                  <a:lumMod val="75000"/>
                </a:schemeClr>
              </a:buClr>
            </a:pPr>
            <a:endParaRPr lang="pt-BR" altLang="pt-BR" sz="24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342900" indent="-342900" algn="just" eaLnBrk="1" hangingPunct="1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Quanto mais fraco for o ácido ou a base que deram origem ao sal, mais fortemente o equilíbrio da água será deslocado e maior será o grau de hidrólise do sal.</a:t>
            </a:r>
          </a:p>
          <a:p>
            <a:pPr marL="342900" indent="-342900" algn="just" eaLnBrk="1" hangingPunct="1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endParaRPr lang="pt-BR" altLang="pt-BR" sz="24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342900" indent="-342900" algn="just" eaLnBrk="1" hangingPunct="1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Assim, as reações de neutralização podem ser categorizadas em quatro tipos, segundo a força ácido-base das espécies envolvidas:</a:t>
            </a:r>
          </a:p>
          <a:p>
            <a:pPr marL="342900" indent="-342900" algn="just" eaLnBrk="1" hangingPunct="1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endParaRPr lang="pt-BR" altLang="pt-BR" sz="24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pt-BR" sz="2400" b="1" dirty="0">
                <a:latin typeface="Aptos" panose="020B0004020202020204" pitchFamily="34" charset="0"/>
                <a:cs typeface="Arial" panose="020B0604020202020204" pitchFamily="34" charset="0"/>
              </a:rPr>
              <a:t>Tipo I: 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Ácido forte + base forte</a:t>
            </a:r>
            <a:r>
              <a:rPr lang="pt-BR" altLang="pt-BR" sz="2400" dirty="0">
                <a:latin typeface="Aptos" panose="020B0004020202020204" pitchFamily="34" charset="0"/>
                <a:sym typeface="Symbol" panose="05050102010706020507" pitchFamily="18" charset="2"/>
              </a:rPr>
              <a:t> </a:t>
            </a:r>
            <a:r>
              <a:rPr lang="pt-BR" alt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 </a:t>
            </a: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pH = 7</a:t>
            </a:r>
          </a:p>
          <a:p>
            <a:pPr marL="342900" indent="-342900" algn="just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pt-BR" sz="2400" b="1" dirty="0">
                <a:latin typeface="Aptos" panose="020B0004020202020204" pitchFamily="34" charset="0"/>
                <a:cs typeface="Arial" panose="020B0604020202020204" pitchFamily="34" charset="0"/>
              </a:rPr>
              <a:t>Tipo II: 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Ácido fraco + base forte</a:t>
            </a:r>
            <a:r>
              <a:rPr lang="pt-BR" altLang="pt-BR" sz="2400" dirty="0">
                <a:latin typeface="Aptos" panose="020B0004020202020204" pitchFamily="34" charset="0"/>
                <a:sym typeface="Symbol" panose="05050102010706020507" pitchFamily="18" charset="2"/>
              </a:rPr>
              <a:t> </a:t>
            </a:r>
            <a:r>
              <a:rPr lang="pt-BR" alt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 </a:t>
            </a:r>
            <a:r>
              <a:rPr lang="pt-BR" alt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pH </a:t>
            </a: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&gt; 7</a:t>
            </a:r>
          </a:p>
          <a:p>
            <a:pPr marL="342900" indent="-342900" algn="just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pt-BR" sz="2400" b="1" dirty="0">
                <a:latin typeface="Aptos" panose="020B0004020202020204" pitchFamily="34" charset="0"/>
                <a:cs typeface="Arial" panose="020B0604020202020204" pitchFamily="34" charset="0"/>
              </a:rPr>
              <a:t>Tipo III: 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Ácido forte + base fraca</a:t>
            </a:r>
            <a:r>
              <a:rPr lang="pt-BR" altLang="pt-BR" sz="2400" dirty="0">
                <a:latin typeface="Aptos" panose="020B0004020202020204" pitchFamily="34" charset="0"/>
                <a:sym typeface="Symbol" panose="05050102010706020507" pitchFamily="18" charset="2"/>
              </a:rPr>
              <a:t> </a:t>
            </a:r>
            <a:r>
              <a:rPr lang="pt-BR" alt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 </a:t>
            </a:r>
            <a:r>
              <a:rPr lang="pt-BR" alt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pH &lt;</a:t>
            </a: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 7</a:t>
            </a:r>
          </a:p>
          <a:p>
            <a:pPr marL="342900" indent="-342900" algn="just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pt-BR" sz="2400" b="1" dirty="0">
                <a:latin typeface="Aptos" panose="020B0004020202020204" pitchFamily="34" charset="0"/>
                <a:cs typeface="Arial" panose="020B0604020202020204" pitchFamily="34" charset="0"/>
              </a:rPr>
              <a:t>Tipo IV: 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Ácido fraco + base fraca</a:t>
            </a:r>
            <a:r>
              <a:rPr lang="pt-BR" altLang="pt-BR" sz="2400" dirty="0">
                <a:latin typeface="Aptos" panose="020B0004020202020204" pitchFamily="34" charset="0"/>
                <a:sym typeface="Symbol" panose="05050102010706020507" pitchFamily="18" charset="2"/>
              </a:rPr>
              <a:t> </a:t>
            </a:r>
            <a:r>
              <a:rPr lang="pt-BR" alt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 </a:t>
            </a:r>
            <a:r>
              <a:rPr lang="pt-BR" alt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pH = ? (depende da relação entre K</a:t>
            </a:r>
            <a:r>
              <a:rPr lang="pt-BR" altLang="pt-BR" sz="2400" b="1" baseline="-25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pt-BR" alt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e K</a:t>
            </a:r>
            <a:r>
              <a:rPr lang="pt-BR" altLang="pt-BR" sz="2400" b="1" baseline="-25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pt-BR" alt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  <a:endParaRPr lang="pt-BR" sz="2400" b="1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endParaRPr lang="pt-BR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endParaRPr lang="pt-BR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endParaRPr lang="pt-BR" sz="2400" b="1" dirty="0">
              <a:solidFill>
                <a:srgbClr val="0000C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 eaLnBrk="1" hangingPunct="1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endParaRPr lang="pt-BR" altLang="pt-BR" sz="24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342900" indent="-342900" algn="just" eaLnBrk="1" hangingPunct="1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endParaRPr lang="pt-BR" altLang="pt-BR" sz="24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buClr>
                <a:schemeClr val="accent1">
                  <a:lumMod val="75000"/>
                </a:schemeClr>
              </a:buClr>
            </a:pPr>
            <a:endParaRPr lang="pt-BR" altLang="pt-BR" sz="2400" b="1" baseline="30000" dirty="0">
              <a:solidFill>
                <a:srgbClr val="C00000"/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8CA8614-A164-B719-1AF4-BCB09674AE45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pH de sais</a:t>
            </a:r>
          </a:p>
        </p:txBody>
      </p:sp>
    </p:spTree>
    <p:extLst>
      <p:ext uri="{BB962C8B-B14F-4D97-AF65-F5344CB8AC3E}">
        <p14:creationId xmlns:p14="http://schemas.microsoft.com/office/powerpoint/2010/main" val="3432456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1C6AC-F590-AA00-73EB-0B1C0C5C3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29AC37A-9550-68C5-6BDE-76D0728CAF49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Cálculo de pH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B8EB4CE-4411-9A9A-73DB-6F6FD0EBF28E}"/>
              </a:ext>
            </a:extLst>
          </p:cNvPr>
          <p:cNvSpPr txBox="1"/>
          <p:nvPr/>
        </p:nvSpPr>
        <p:spPr>
          <a:xfrm>
            <a:off x="332404" y="547153"/>
            <a:ext cx="11527192" cy="576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Tipo I. pH de sais derivados de um ácido forte e uma base forte</a:t>
            </a:r>
          </a:p>
          <a:p>
            <a:pPr algn="r"/>
            <a:endParaRPr lang="pt-BR" sz="2400" dirty="0">
              <a:solidFill>
                <a:schemeClr val="accent2">
                  <a:lumMod val="75000"/>
                </a:schemeClr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2400" b="1" kern="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/>
              </a:rPr>
              <a:t>Exemplo 1:</a:t>
            </a:r>
            <a:r>
              <a:rPr lang="pt-BR" sz="2400" kern="0" dirty="0">
                <a:latin typeface="Aptos" panose="020B0004020202020204" pitchFamily="34" charset="0"/>
                <a:cs typeface="Arial"/>
              </a:rPr>
              <a:t> </a:t>
            </a:r>
            <a:r>
              <a:rPr lang="pt-BR" sz="2400" kern="0" dirty="0" err="1">
                <a:latin typeface="Aptos" panose="020B0004020202020204" pitchFamily="34" charset="0"/>
                <a:cs typeface="Arial"/>
              </a:rPr>
              <a:t>NaCl</a:t>
            </a:r>
            <a:r>
              <a:rPr lang="pt-BR" sz="2400" kern="0" dirty="0">
                <a:latin typeface="Aptos" panose="020B0004020202020204" pitchFamily="34" charset="0"/>
                <a:cs typeface="Arial"/>
              </a:rPr>
              <a:t> 0,1000 mol.L</a:t>
            </a:r>
            <a:r>
              <a:rPr lang="pt-BR" sz="2400" kern="0" baseline="30000" dirty="0">
                <a:latin typeface="Aptos" panose="020B0004020202020204" pitchFamily="34" charset="0"/>
                <a:cs typeface="Arial"/>
              </a:rPr>
              <a:t>-1</a:t>
            </a:r>
          </a:p>
          <a:p>
            <a:pPr>
              <a:lnSpc>
                <a:spcPct val="150000"/>
              </a:lnSpc>
            </a:pPr>
            <a:endParaRPr lang="pt-BR" sz="2400" kern="0" dirty="0">
              <a:latin typeface="Aptos" panose="020B0004020202020204" pitchFamily="34" charset="0"/>
              <a:cs typeface="Arial"/>
            </a:endParaRPr>
          </a:p>
          <a:p>
            <a:pPr algn="ctr"/>
            <a:r>
              <a:rPr lang="pt-BR" altLang="pt-BR" sz="2400" kern="0" dirty="0" err="1">
                <a:latin typeface="Aptos" panose="020B0004020202020204" pitchFamily="34" charset="0"/>
              </a:rPr>
              <a:t>NaCl</a:t>
            </a:r>
            <a:r>
              <a:rPr lang="pt-BR" altLang="pt-BR" sz="2400" kern="0" dirty="0">
                <a:latin typeface="Aptos" panose="020B0004020202020204" pitchFamily="34" charset="0"/>
              </a:rPr>
              <a:t> (</a:t>
            </a:r>
            <a:r>
              <a:rPr lang="pt-BR" altLang="pt-BR" sz="2400" kern="0" dirty="0" err="1">
                <a:latin typeface="Aptos" panose="020B0004020202020204" pitchFamily="34" charset="0"/>
              </a:rPr>
              <a:t>aq</a:t>
            </a:r>
            <a:r>
              <a:rPr lang="pt-BR" altLang="pt-BR" sz="2400" kern="0" dirty="0">
                <a:latin typeface="Aptos" panose="020B0004020202020204" pitchFamily="34" charset="0"/>
              </a:rPr>
              <a:t>) →  Na</a:t>
            </a:r>
            <a:r>
              <a:rPr lang="pt-BR" altLang="pt-BR" sz="2400" kern="0" baseline="30000" dirty="0">
                <a:latin typeface="Aptos" panose="020B0004020202020204" pitchFamily="34" charset="0"/>
              </a:rPr>
              <a:t>+</a:t>
            </a:r>
            <a:r>
              <a:rPr lang="pt-BR" altLang="pt-BR" sz="2400" kern="0" dirty="0">
                <a:latin typeface="Aptos" panose="020B0004020202020204" pitchFamily="34" charset="0"/>
              </a:rPr>
              <a:t> (</a:t>
            </a:r>
            <a:r>
              <a:rPr lang="pt-BR" altLang="pt-BR" sz="2400" kern="0" dirty="0" err="1">
                <a:latin typeface="Aptos" panose="020B0004020202020204" pitchFamily="34" charset="0"/>
              </a:rPr>
              <a:t>aq</a:t>
            </a:r>
            <a:r>
              <a:rPr lang="pt-BR" altLang="pt-BR" sz="2400" kern="0" dirty="0">
                <a:latin typeface="Aptos" panose="020B0004020202020204" pitchFamily="34" charset="0"/>
              </a:rPr>
              <a:t>) + Cl</a:t>
            </a:r>
            <a:r>
              <a:rPr lang="pt-BR" altLang="pt-BR" sz="2400" kern="0" baseline="30000" dirty="0">
                <a:latin typeface="Aptos" panose="020B0004020202020204" pitchFamily="34" charset="0"/>
              </a:rPr>
              <a:t>-</a:t>
            </a:r>
            <a:r>
              <a:rPr lang="pt-BR" altLang="pt-BR" sz="2400" kern="0" dirty="0">
                <a:latin typeface="Aptos" panose="020B0004020202020204" pitchFamily="34" charset="0"/>
              </a:rPr>
              <a:t> (</a:t>
            </a:r>
            <a:r>
              <a:rPr lang="pt-BR" altLang="pt-BR" sz="2400" kern="0" dirty="0" err="1">
                <a:latin typeface="Aptos" panose="020B0004020202020204" pitchFamily="34" charset="0"/>
              </a:rPr>
              <a:t>aq</a:t>
            </a:r>
            <a:r>
              <a:rPr lang="pt-BR" altLang="pt-BR" sz="2400" kern="0" dirty="0">
                <a:latin typeface="Aptos" panose="020B0004020202020204" pitchFamily="34" charset="0"/>
              </a:rPr>
              <a:t>)</a:t>
            </a:r>
          </a:p>
          <a:p>
            <a:pPr algn="ctr"/>
            <a:r>
              <a:rPr lang="pt-BR" altLang="pt-BR" sz="2400" kern="0" dirty="0">
                <a:latin typeface="Aptos" panose="020B0004020202020204" pitchFamily="34" charset="0"/>
              </a:rPr>
              <a:t> H</a:t>
            </a:r>
            <a:r>
              <a:rPr lang="pt-BR" altLang="pt-BR" sz="2400" kern="0" baseline="-25000" dirty="0">
                <a:latin typeface="Aptos" panose="020B0004020202020204" pitchFamily="34" charset="0"/>
              </a:rPr>
              <a:t>2</a:t>
            </a:r>
            <a:r>
              <a:rPr lang="pt-BR" altLang="pt-BR" sz="2400" kern="0" dirty="0">
                <a:latin typeface="Aptos" panose="020B0004020202020204" pitchFamily="34" charset="0"/>
              </a:rPr>
              <a:t>O (l) ⇌  H</a:t>
            </a:r>
            <a:r>
              <a:rPr lang="pt-BR" altLang="pt-BR" sz="2400" kern="0" baseline="30000" dirty="0">
                <a:latin typeface="Aptos" panose="020B0004020202020204" pitchFamily="34" charset="0"/>
              </a:rPr>
              <a:t>+</a:t>
            </a:r>
            <a:r>
              <a:rPr lang="pt-BR" altLang="pt-BR" sz="2400" kern="0" dirty="0">
                <a:latin typeface="Aptos" panose="020B0004020202020204" pitchFamily="34" charset="0"/>
              </a:rPr>
              <a:t> (</a:t>
            </a:r>
            <a:r>
              <a:rPr lang="pt-BR" altLang="pt-BR" sz="2400" kern="0" dirty="0" err="1">
                <a:latin typeface="Aptos" panose="020B0004020202020204" pitchFamily="34" charset="0"/>
              </a:rPr>
              <a:t>aq</a:t>
            </a:r>
            <a:r>
              <a:rPr lang="pt-BR" altLang="pt-BR" sz="2400" kern="0" dirty="0">
                <a:latin typeface="Aptos" panose="020B0004020202020204" pitchFamily="34" charset="0"/>
              </a:rPr>
              <a:t>) +  OH</a:t>
            </a:r>
            <a:r>
              <a:rPr lang="pt-BR" altLang="pt-BR" sz="2400" kern="0" baseline="30000" dirty="0">
                <a:latin typeface="Aptos" panose="020B0004020202020204" pitchFamily="34" charset="0"/>
              </a:rPr>
              <a:t>-</a:t>
            </a:r>
            <a:r>
              <a:rPr lang="pt-BR" altLang="pt-BR" sz="2400" kern="0" dirty="0">
                <a:latin typeface="Aptos" panose="020B0004020202020204" pitchFamily="34" charset="0"/>
              </a:rPr>
              <a:t> (</a:t>
            </a:r>
            <a:r>
              <a:rPr lang="pt-BR" altLang="pt-BR" sz="2400" kern="0" dirty="0" err="1">
                <a:latin typeface="Aptos" panose="020B0004020202020204" pitchFamily="34" charset="0"/>
              </a:rPr>
              <a:t>aq</a:t>
            </a:r>
            <a:r>
              <a:rPr lang="pt-BR" altLang="pt-BR" sz="2400" kern="0" dirty="0">
                <a:latin typeface="Aptos" panose="020B0004020202020204" pitchFamily="34" charset="0"/>
              </a:rPr>
              <a:t>) </a:t>
            </a:r>
          </a:p>
          <a:p>
            <a:pPr algn="ctr">
              <a:buFont typeface="Arial" panose="020B0604020202020204" pitchFamily="34" charset="0"/>
              <a:buNone/>
            </a:pPr>
            <a:r>
              <a:rPr lang="pt-BR" altLang="pt-BR" sz="2400" kern="0" dirty="0">
                <a:latin typeface="Aptos" panose="020B0004020202020204" pitchFamily="34" charset="0"/>
              </a:rPr>
              <a:t> </a:t>
            </a:r>
            <a:endParaRPr lang="pt-BR" sz="2400" kern="0" dirty="0">
              <a:latin typeface="Aptos" panose="020B0004020202020204" pitchFamily="34" charset="0"/>
              <a:cs typeface="Arial"/>
            </a:endParaRPr>
          </a:p>
          <a:p>
            <a:pPr>
              <a:lnSpc>
                <a:spcPct val="150000"/>
              </a:lnSpc>
            </a:pPr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Balanço de massas para o Na</a:t>
            </a:r>
            <a:r>
              <a:rPr lang="pt-BR" sz="2400" baseline="30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+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:</a:t>
            </a:r>
            <a:r>
              <a:rPr lang="pt-BR" sz="2400" dirty="0">
                <a:solidFill>
                  <a:srgbClr val="C00000"/>
                </a:solidFill>
                <a:latin typeface="Aptos" panose="020B0004020202020204" pitchFamily="34" charset="0"/>
              </a:rPr>
              <a:t> </a:t>
            </a:r>
            <a:r>
              <a:rPr lang="en-US" altLang="pt-BR" sz="2400" dirty="0">
                <a:latin typeface="Aptos" panose="020B0004020202020204" pitchFamily="34" charset="0"/>
              </a:rPr>
              <a:t>C</a:t>
            </a:r>
            <a:r>
              <a:rPr lang="en-US" altLang="pt-BR" sz="2400" baseline="-25000" dirty="0">
                <a:latin typeface="Aptos" panose="020B0004020202020204" pitchFamily="34" charset="0"/>
              </a:rPr>
              <a:t>s</a:t>
            </a:r>
            <a:r>
              <a:rPr lang="en-US" altLang="pt-BR" sz="2400" dirty="0">
                <a:latin typeface="Aptos" panose="020B0004020202020204" pitchFamily="34" charset="0"/>
              </a:rPr>
              <a:t> = [Na</a:t>
            </a:r>
            <a:r>
              <a:rPr lang="en-US" altLang="pt-BR" sz="2400" baseline="30000" dirty="0">
                <a:latin typeface="Aptos" panose="020B0004020202020204" pitchFamily="34" charset="0"/>
              </a:rPr>
              <a:t>+</a:t>
            </a:r>
            <a:r>
              <a:rPr lang="en-US" altLang="pt-BR" sz="2400" dirty="0">
                <a:latin typeface="Aptos" panose="020B0004020202020204" pitchFamily="34" charset="0"/>
              </a:rPr>
              <a:t>] </a:t>
            </a:r>
            <a:r>
              <a:rPr lang="en-US" altLang="pt-BR" sz="2400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(1)</a:t>
            </a:r>
          </a:p>
          <a:p>
            <a:pPr>
              <a:lnSpc>
                <a:spcPct val="150000"/>
              </a:lnSpc>
            </a:pPr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Balanço de massas para o Cl</a:t>
            </a:r>
            <a:r>
              <a:rPr lang="pt-BR" sz="2400" baseline="30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-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:</a:t>
            </a:r>
            <a:r>
              <a:rPr lang="pt-BR" sz="2400" dirty="0">
                <a:solidFill>
                  <a:srgbClr val="C00000"/>
                </a:solidFill>
                <a:latin typeface="Aptos" panose="020B0004020202020204" pitchFamily="34" charset="0"/>
              </a:rPr>
              <a:t> </a:t>
            </a:r>
            <a:r>
              <a:rPr lang="en-US" altLang="pt-BR" sz="2400" dirty="0">
                <a:latin typeface="Aptos" panose="020B0004020202020204" pitchFamily="34" charset="0"/>
              </a:rPr>
              <a:t>C</a:t>
            </a:r>
            <a:r>
              <a:rPr lang="en-US" altLang="pt-BR" sz="2400" baseline="-25000" dirty="0">
                <a:latin typeface="Aptos" panose="020B0004020202020204" pitchFamily="34" charset="0"/>
              </a:rPr>
              <a:t>s</a:t>
            </a:r>
            <a:r>
              <a:rPr lang="en-US" altLang="pt-BR" sz="2400" dirty="0">
                <a:latin typeface="Aptos" panose="020B0004020202020204" pitchFamily="34" charset="0"/>
              </a:rPr>
              <a:t> = [Cl</a:t>
            </a:r>
            <a:r>
              <a:rPr lang="en-US" altLang="pt-BR" sz="2400" baseline="30000" dirty="0">
                <a:latin typeface="Aptos" panose="020B0004020202020204" pitchFamily="34" charset="0"/>
              </a:rPr>
              <a:t>-</a:t>
            </a:r>
            <a:r>
              <a:rPr lang="en-US" altLang="pt-BR" sz="2400" dirty="0">
                <a:latin typeface="Aptos" panose="020B0004020202020204" pitchFamily="34" charset="0"/>
              </a:rPr>
              <a:t>] </a:t>
            </a:r>
            <a:r>
              <a:rPr lang="en-US" altLang="pt-BR" sz="2400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(2)</a:t>
            </a:r>
          </a:p>
          <a:p>
            <a:pPr>
              <a:lnSpc>
                <a:spcPct val="150000"/>
              </a:lnSpc>
            </a:pPr>
            <a:r>
              <a:rPr lang="pt-BR" altLang="pt-BR" sz="2400" kern="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Balanço de cargas:</a:t>
            </a:r>
            <a:r>
              <a:rPr lang="pt-BR" altLang="pt-BR" sz="2400" kern="0" dirty="0">
                <a:solidFill>
                  <a:srgbClr val="C00000"/>
                </a:solidFill>
                <a:latin typeface="Aptos" panose="020B0004020202020204" pitchFamily="34" charset="0"/>
              </a:rPr>
              <a:t> </a:t>
            </a:r>
            <a:r>
              <a:rPr lang="pt-BR" altLang="pt-BR" sz="2400" kern="0" dirty="0">
                <a:latin typeface="Aptos" panose="020B0004020202020204" pitchFamily="34" charset="0"/>
              </a:rPr>
              <a:t> </a:t>
            </a:r>
            <a:r>
              <a:rPr lang="en-US" altLang="pt-BR" sz="2400" dirty="0">
                <a:latin typeface="Aptos" panose="020B0004020202020204" pitchFamily="34" charset="0"/>
              </a:rPr>
              <a:t> [Na</a:t>
            </a:r>
            <a:r>
              <a:rPr lang="en-US" altLang="pt-BR" sz="2400" baseline="30000" dirty="0">
                <a:latin typeface="Aptos" panose="020B0004020202020204" pitchFamily="34" charset="0"/>
              </a:rPr>
              <a:t>+</a:t>
            </a:r>
            <a:r>
              <a:rPr lang="en-US" altLang="pt-BR" sz="2400" dirty="0">
                <a:latin typeface="Aptos" panose="020B0004020202020204" pitchFamily="34" charset="0"/>
              </a:rPr>
              <a:t>] + </a:t>
            </a:r>
            <a:r>
              <a:rPr lang="pt-BR" altLang="pt-BR" sz="2400" kern="0" dirty="0">
                <a:latin typeface="Aptos" panose="020B0004020202020204" pitchFamily="34" charset="0"/>
              </a:rPr>
              <a:t>[H</a:t>
            </a:r>
            <a:r>
              <a:rPr lang="pt-BR" altLang="pt-BR" sz="2400" kern="0" baseline="30000" dirty="0">
                <a:latin typeface="Aptos" panose="020B0004020202020204" pitchFamily="34" charset="0"/>
              </a:rPr>
              <a:t>+</a:t>
            </a:r>
            <a:r>
              <a:rPr lang="pt-BR" altLang="pt-BR" sz="2400" kern="0" dirty="0">
                <a:latin typeface="Aptos" panose="020B0004020202020204" pitchFamily="34" charset="0"/>
              </a:rPr>
              <a:t>]  </a:t>
            </a:r>
            <a:r>
              <a:rPr lang="en-US" altLang="pt-BR" sz="2400" dirty="0">
                <a:latin typeface="Aptos" panose="020B0004020202020204" pitchFamily="34" charset="0"/>
              </a:rPr>
              <a:t>= [Cl</a:t>
            </a:r>
            <a:r>
              <a:rPr lang="en-US" altLang="pt-BR" sz="2400" baseline="30000" dirty="0">
                <a:latin typeface="Aptos" panose="020B0004020202020204" pitchFamily="34" charset="0"/>
              </a:rPr>
              <a:t>-</a:t>
            </a:r>
            <a:r>
              <a:rPr lang="en-US" altLang="pt-BR" sz="2400" dirty="0">
                <a:latin typeface="Aptos" panose="020B0004020202020204" pitchFamily="34" charset="0"/>
              </a:rPr>
              <a:t>] + [OH</a:t>
            </a:r>
            <a:r>
              <a:rPr lang="en-US" altLang="pt-BR" sz="2400" baseline="30000" dirty="0">
                <a:latin typeface="Aptos" panose="020B0004020202020204" pitchFamily="34" charset="0"/>
              </a:rPr>
              <a:t>-</a:t>
            </a:r>
            <a:r>
              <a:rPr lang="en-US" altLang="pt-BR" sz="2400" dirty="0">
                <a:latin typeface="Aptos" panose="020B0004020202020204" pitchFamily="34" charset="0"/>
              </a:rPr>
              <a:t>] </a:t>
            </a:r>
            <a:r>
              <a:rPr lang="pt-BR" sz="2400" kern="0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  <a:cs typeface="Arial"/>
                <a:sym typeface="Symbol" panose="05050102010706020507" pitchFamily="18" charset="2"/>
              </a:rPr>
              <a:t>(3)</a:t>
            </a:r>
            <a:r>
              <a:rPr lang="pt-BR" sz="2400" dirty="0">
                <a:solidFill>
                  <a:srgbClr val="C00000"/>
                </a:solidFill>
                <a:latin typeface="Aptos" panose="020B0004020202020204" pitchFamily="34" charset="0"/>
                <a:cs typeface="Arial"/>
              </a:rPr>
              <a:t> </a:t>
            </a:r>
          </a:p>
          <a:p>
            <a:pPr>
              <a:lnSpc>
                <a:spcPct val="150000"/>
              </a:lnSpc>
            </a:pPr>
            <a:endParaRPr lang="pt-BR" sz="2400" dirty="0">
              <a:latin typeface="Aptos" panose="020B00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pt-BR" sz="2400" dirty="0" err="1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Substituindo</a:t>
            </a:r>
            <a:r>
              <a:rPr lang="en-US" alt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altLang="pt-BR" sz="2400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(1)</a:t>
            </a:r>
            <a:r>
              <a:rPr lang="en-US" alt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 e </a:t>
            </a:r>
            <a:r>
              <a:rPr lang="en-US" altLang="pt-BR" sz="2400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(2)</a:t>
            </a:r>
            <a:r>
              <a:rPr lang="en-US" alt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altLang="pt-BR" sz="2400" dirty="0" err="1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em</a:t>
            </a:r>
            <a:r>
              <a:rPr lang="en-US" alt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altLang="pt-BR" sz="2400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(3)</a:t>
            </a:r>
            <a:r>
              <a:rPr lang="en-US" alt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: </a:t>
            </a:r>
            <a:r>
              <a:rPr lang="en-US" altLang="pt-BR" sz="2400" dirty="0">
                <a:latin typeface="Aptos" panose="020B0004020202020204" pitchFamily="34" charset="0"/>
              </a:rPr>
              <a:t>C</a:t>
            </a:r>
            <a:r>
              <a:rPr lang="en-US" altLang="pt-BR" sz="2400" baseline="-25000" dirty="0">
                <a:latin typeface="Aptos" panose="020B0004020202020204" pitchFamily="34" charset="0"/>
              </a:rPr>
              <a:t>s</a:t>
            </a:r>
            <a:r>
              <a:rPr lang="en-US" altLang="pt-BR" sz="2400" dirty="0">
                <a:latin typeface="Aptos" panose="020B0004020202020204" pitchFamily="34" charset="0"/>
              </a:rPr>
              <a:t> + </a:t>
            </a:r>
            <a:r>
              <a:rPr lang="pt-BR" altLang="pt-BR" sz="2400" kern="0" dirty="0">
                <a:latin typeface="Aptos" panose="020B0004020202020204" pitchFamily="34" charset="0"/>
              </a:rPr>
              <a:t>[H</a:t>
            </a:r>
            <a:r>
              <a:rPr lang="pt-BR" altLang="pt-BR" sz="2400" kern="0" baseline="30000" dirty="0">
                <a:latin typeface="Aptos" panose="020B0004020202020204" pitchFamily="34" charset="0"/>
              </a:rPr>
              <a:t>+</a:t>
            </a:r>
            <a:r>
              <a:rPr lang="pt-BR" altLang="pt-BR" sz="2400" kern="0" dirty="0">
                <a:latin typeface="Aptos" panose="020B0004020202020204" pitchFamily="34" charset="0"/>
              </a:rPr>
              <a:t>] =</a:t>
            </a:r>
            <a:r>
              <a:rPr lang="en-US" altLang="pt-BR" sz="2400" dirty="0">
                <a:latin typeface="Aptos" panose="020B0004020202020204" pitchFamily="34" charset="0"/>
              </a:rPr>
              <a:t>  C</a:t>
            </a:r>
            <a:r>
              <a:rPr lang="en-US" altLang="pt-BR" sz="2400" baseline="-25000" dirty="0">
                <a:latin typeface="Aptos" panose="020B0004020202020204" pitchFamily="34" charset="0"/>
              </a:rPr>
              <a:t>s </a:t>
            </a:r>
            <a:r>
              <a:rPr lang="en-US" altLang="pt-BR" sz="2400" dirty="0">
                <a:latin typeface="Aptos" panose="020B0004020202020204" pitchFamily="34" charset="0"/>
              </a:rPr>
              <a:t>+ [OH</a:t>
            </a:r>
            <a:r>
              <a:rPr lang="en-US" altLang="pt-BR" sz="2400" baseline="30000" dirty="0">
                <a:latin typeface="Aptos" panose="020B0004020202020204" pitchFamily="34" charset="0"/>
              </a:rPr>
              <a:t>-</a:t>
            </a:r>
            <a:r>
              <a:rPr lang="en-US" altLang="pt-BR" sz="2400" dirty="0">
                <a:latin typeface="Aptos" panose="020B0004020202020204" pitchFamily="34" charset="0"/>
              </a:rPr>
              <a:t>]</a:t>
            </a:r>
            <a:r>
              <a:rPr lang="pt-BR" altLang="pt-BR" sz="2400" kern="0" dirty="0">
                <a:latin typeface="Aptos" panose="020B0004020202020204" pitchFamily="34" charset="0"/>
              </a:rPr>
              <a:t> </a:t>
            </a:r>
            <a:r>
              <a:rPr lang="pt-BR" alt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 </a:t>
            </a:r>
            <a:r>
              <a:rPr lang="pt-BR" altLang="pt-BR" sz="2400" kern="0" dirty="0">
                <a:latin typeface="Aptos" panose="020B0004020202020204" pitchFamily="34" charset="0"/>
              </a:rPr>
              <a:t>[H</a:t>
            </a:r>
            <a:r>
              <a:rPr lang="pt-BR" altLang="pt-BR" sz="2400" kern="0" baseline="30000" dirty="0">
                <a:latin typeface="Aptos" panose="020B0004020202020204" pitchFamily="34" charset="0"/>
              </a:rPr>
              <a:t>+</a:t>
            </a:r>
            <a:r>
              <a:rPr lang="pt-BR" altLang="pt-BR" sz="2400" kern="0" dirty="0">
                <a:latin typeface="Aptos" panose="020B0004020202020204" pitchFamily="34" charset="0"/>
              </a:rPr>
              <a:t>] =</a:t>
            </a:r>
            <a:r>
              <a:rPr lang="en-US" altLang="pt-BR" sz="2400" dirty="0">
                <a:latin typeface="Aptos" panose="020B0004020202020204" pitchFamily="34" charset="0"/>
              </a:rPr>
              <a:t> [OH</a:t>
            </a:r>
            <a:r>
              <a:rPr lang="en-US" altLang="pt-BR" sz="2400" baseline="30000" dirty="0">
                <a:latin typeface="Aptos" panose="020B0004020202020204" pitchFamily="34" charset="0"/>
              </a:rPr>
              <a:t>-</a:t>
            </a:r>
            <a:r>
              <a:rPr lang="en-US" altLang="pt-BR" sz="2400" dirty="0">
                <a:latin typeface="Aptos" panose="020B0004020202020204" pitchFamily="34" charset="0"/>
              </a:rPr>
              <a:t>]</a:t>
            </a:r>
            <a:endParaRPr lang="pt-BR" sz="2400" dirty="0">
              <a:solidFill>
                <a:schemeClr val="accent2">
                  <a:lumMod val="75000"/>
                </a:schemeClr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5743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545FC-E828-638F-F5CF-66C60E0C6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2337561-F9AD-9118-AD4C-E66E3BFFE0A7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Cálculo de pH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BF4973D-6E1B-86F7-9B82-AAF6960113B6}"/>
              </a:ext>
            </a:extLst>
          </p:cNvPr>
          <p:cNvSpPr txBox="1"/>
          <p:nvPr/>
        </p:nvSpPr>
        <p:spPr>
          <a:xfrm>
            <a:off x="332404" y="1103556"/>
            <a:ext cx="11527192" cy="46508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Tipo I. pH de sais derivados de um ácido forte e uma base forte</a:t>
            </a:r>
          </a:p>
          <a:p>
            <a:pPr algn="r"/>
            <a:endParaRPr lang="pt-BR" sz="2400" dirty="0">
              <a:solidFill>
                <a:schemeClr val="accent2">
                  <a:lumMod val="75000"/>
                </a:schemeClr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Neste caso, o cálculo do pH depende apenas do equilíbrio da água.</a:t>
            </a:r>
          </a:p>
          <a:p>
            <a:pPr algn="ctr">
              <a:lnSpc>
                <a:spcPct val="150000"/>
              </a:lnSpc>
            </a:pPr>
            <a:endParaRPr lang="pt-BR" sz="2400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K</a:t>
            </a:r>
            <a:r>
              <a:rPr lang="pt-BR" sz="2400" baseline="-25000" dirty="0">
                <a:latin typeface="Aptos" panose="020B0004020202020204" pitchFamily="34" charset="0"/>
                <a:cs typeface="Arial" panose="020B0604020202020204" pitchFamily="34" charset="0"/>
              </a:rPr>
              <a:t>w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 = [H</a:t>
            </a:r>
            <a:r>
              <a:rPr lang="pt-BR" sz="2400" baseline="30000" dirty="0">
                <a:latin typeface="Aptos" panose="020B0004020202020204" pitchFamily="34" charset="0"/>
                <a:cs typeface="Arial" panose="020B0604020202020204" pitchFamily="34" charset="0"/>
              </a:rPr>
              <a:t>+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] [OH</a:t>
            </a:r>
            <a:r>
              <a:rPr lang="pt-BR" sz="2400" baseline="30000" dirty="0">
                <a:latin typeface="Aptos" panose="020B0004020202020204" pitchFamily="34" charset="0"/>
                <a:cs typeface="Arial" panose="020B0604020202020204" pitchFamily="34" charset="0"/>
              </a:rPr>
              <a:t>-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] </a:t>
            </a:r>
          </a:p>
          <a:p>
            <a:pPr algn="ctr">
              <a:lnSpc>
                <a:spcPct val="150000"/>
              </a:lnSpc>
            </a:pPr>
            <a:r>
              <a:rPr lang="pt-BR" sz="2400" kern="0" dirty="0">
                <a:latin typeface="Aptos" panose="020B0004020202020204" pitchFamily="34" charset="0"/>
                <a:cs typeface="Arial"/>
              </a:rPr>
              <a:t>[H</a:t>
            </a:r>
            <a:r>
              <a:rPr lang="pt-BR" sz="2400" kern="0" baseline="30000" dirty="0">
                <a:latin typeface="Aptos" panose="020B0004020202020204" pitchFamily="34" charset="0"/>
                <a:cs typeface="Arial"/>
              </a:rPr>
              <a:t>+</a:t>
            </a:r>
            <a:r>
              <a:rPr lang="pt-BR" sz="2400" kern="0" dirty="0">
                <a:latin typeface="Aptos" panose="020B0004020202020204" pitchFamily="34" charset="0"/>
                <a:cs typeface="Arial"/>
              </a:rPr>
              <a:t>]</a:t>
            </a:r>
            <a:r>
              <a:rPr lang="pt-BR" sz="2400" kern="0" baseline="30000" dirty="0">
                <a:latin typeface="Aptos" panose="020B0004020202020204" pitchFamily="34" charset="0"/>
                <a:cs typeface="Arial"/>
              </a:rPr>
              <a:t>2</a:t>
            </a:r>
            <a:r>
              <a:rPr lang="pt-BR" sz="2400" kern="0" dirty="0">
                <a:latin typeface="Aptos" panose="020B0004020202020204" pitchFamily="34" charset="0"/>
                <a:cs typeface="Arial"/>
              </a:rPr>
              <a:t> </a:t>
            </a:r>
            <a:r>
              <a:rPr lang="pt-BR" altLang="pt-BR" sz="2400" dirty="0">
                <a:latin typeface="Aptos" panose="020B0004020202020204" pitchFamily="34" charset="0"/>
              </a:rPr>
              <a:t>= 1,00x10</a:t>
            </a:r>
            <a:r>
              <a:rPr lang="pt-BR" altLang="pt-BR" sz="2400" baseline="30000" dirty="0">
                <a:latin typeface="Aptos" panose="020B0004020202020204" pitchFamily="34" charset="0"/>
              </a:rPr>
              <a:t>-14 </a:t>
            </a:r>
            <a:r>
              <a:rPr lang="pt-BR" sz="2400" kern="0" baseline="-25000" dirty="0">
                <a:latin typeface="Aptos" panose="020B0004020202020204" pitchFamily="34" charset="0"/>
              </a:rPr>
              <a:t> </a:t>
            </a:r>
            <a:endParaRPr lang="pt-BR" sz="2400" dirty="0">
              <a:latin typeface="Aptos" panose="020B00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pt-BR" sz="2400" kern="0" dirty="0">
                <a:latin typeface="Aptos" panose="020B0004020202020204" pitchFamily="34" charset="0"/>
                <a:cs typeface="Arial"/>
              </a:rPr>
              <a:t>[H</a:t>
            </a:r>
            <a:r>
              <a:rPr lang="pt-BR" sz="2400" kern="0" baseline="30000" dirty="0">
                <a:latin typeface="Aptos" panose="020B0004020202020204" pitchFamily="34" charset="0"/>
                <a:cs typeface="Arial"/>
              </a:rPr>
              <a:t>+</a:t>
            </a:r>
            <a:r>
              <a:rPr lang="pt-BR" sz="2400" kern="0" dirty="0">
                <a:latin typeface="Aptos" panose="020B0004020202020204" pitchFamily="34" charset="0"/>
                <a:cs typeface="Arial"/>
              </a:rPr>
              <a:t>] </a:t>
            </a:r>
            <a:r>
              <a:rPr lang="pt-BR" altLang="pt-BR" sz="2400" dirty="0">
                <a:latin typeface="Aptos" panose="020B0004020202020204" pitchFamily="34" charset="0"/>
              </a:rPr>
              <a:t>= 1,00x10</a:t>
            </a:r>
            <a:r>
              <a:rPr lang="pt-BR" altLang="pt-BR" sz="2400" baseline="30000" dirty="0">
                <a:latin typeface="Aptos" panose="020B0004020202020204" pitchFamily="34" charset="0"/>
              </a:rPr>
              <a:t>-7 </a:t>
            </a:r>
            <a:r>
              <a:rPr lang="pt-BR" altLang="pt-BR" sz="2400" dirty="0">
                <a:latin typeface="Aptos" panose="020B0004020202020204" pitchFamily="34" charset="0"/>
              </a:rPr>
              <a:t>mol.L</a:t>
            </a:r>
            <a:r>
              <a:rPr lang="pt-BR" altLang="pt-BR" sz="2400" baseline="30000" dirty="0">
                <a:latin typeface="Aptos" panose="020B0004020202020204" pitchFamily="34" charset="0"/>
              </a:rPr>
              <a:t>-1</a:t>
            </a:r>
            <a:endParaRPr lang="pt-BR" sz="2400" dirty="0">
              <a:latin typeface="Aptos" panose="020B0004020202020204" pitchFamily="34" charset="0"/>
            </a:endParaRPr>
          </a:p>
          <a:p>
            <a:pPr algn="ctr">
              <a:lnSpc>
                <a:spcPct val="150000"/>
              </a:lnSpc>
            </a:pPr>
            <a:endParaRPr lang="pt-BR" sz="2400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pt-BR" altLang="pt-BR" sz="2400" kern="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pH = - log [H</a:t>
            </a:r>
            <a:r>
              <a:rPr lang="pt-BR" altLang="pt-BR" sz="2400" kern="0" baseline="30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+</a:t>
            </a:r>
            <a:r>
              <a:rPr lang="pt-BR" altLang="pt-BR" sz="2400" kern="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] = - log 1,00 x 10</a:t>
            </a:r>
            <a:r>
              <a:rPr lang="pt-BR" altLang="pt-BR" sz="2400" kern="0" baseline="30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-7</a:t>
            </a:r>
            <a:r>
              <a:rPr lang="pt-BR" altLang="pt-BR" sz="2400" kern="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 = 7,000</a:t>
            </a:r>
            <a:endParaRPr lang="pt-BR" sz="2400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47755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1A0B0-3761-A716-4741-86E50FEE8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16943C2-4BF5-B51E-5E11-D52623A5A606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Cálculo de pH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94A98B81-B560-77AB-A892-05589C7434A1}"/>
                  </a:ext>
                </a:extLst>
              </p:cNvPr>
              <p:cNvSpPr txBox="1"/>
              <p:nvPr/>
            </p:nvSpPr>
            <p:spPr>
              <a:xfrm>
                <a:off x="332403" y="689148"/>
                <a:ext cx="11527192" cy="54797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2400" b="1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Tipo II. pH de sais derivados de um ácido fraco e uma base forte</a:t>
                </a:r>
              </a:p>
              <a:p>
                <a:pPr algn="r"/>
                <a:endParaRPr lang="pt-BR" sz="2400" dirty="0">
                  <a:solidFill>
                    <a:schemeClr val="accent2">
                      <a:lumMod val="75000"/>
                    </a:schemeClr>
                  </a:solidFill>
                  <a:latin typeface="Aptos" panose="020B0004020202020204" pitchFamily="34" charset="0"/>
                  <a:cs typeface="Arial" panose="020B0604020202020204" pitchFamily="34" charset="0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pt-BR" sz="2400" b="1" kern="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  <a:cs typeface="Arial"/>
                  </a:rPr>
                  <a:t>Exemplo 2: </a:t>
                </a:r>
                <a:r>
                  <a:rPr lang="pt-BR" sz="2400" kern="0" dirty="0">
                    <a:latin typeface="Aptos" panose="020B0004020202020204" pitchFamily="34" charset="0"/>
                    <a:cs typeface="Arial"/>
                  </a:rPr>
                  <a:t>CH</a:t>
                </a:r>
                <a:r>
                  <a:rPr lang="pt-BR" sz="2400" kern="0" baseline="-25000" dirty="0">
                    <a:latin typeface="Aptos" panose="020B0004020202020204" pitchFamily="34" charset="0"/>
                    <a:cs typeface="Arial"/>
                  </a:rPr>
                  <a:t>3</a:t>
                </a:r>
                <a:r>
                  <a:rPr lang="pt-BR" sz="2400" kern="0" dirty="0">
                    <a:latin typeface="Aptos" panose="020B0004020202020204" pitchFamily="34" charset="0"/>
                    <a:cs typeface="Arial"/>
                  </a:rPr>
                  <a:t>COONa</a:t>
                </a:r>
                <a:r>
                  <a:rPr lang="pt-BR" altLang="pt-BR" sz="2400" kern="0" dirty="0">
                    <a:latin typeface="Aptos" panose="020B0004020202020204" pitchFamily="34" charset="0"/>
                  </a:rPr>
                  <a:t> 0,1000 mol.L</a:t>
                </a:r>
                <a:r>
                  <a:rPr lang="pt-BR" altLang="pt-BR" sz="2400" kern="0" baseline="30000" dirty="0">
                    <a:latin typeface="Aptos" panose="020B0004020202020204" pitchFamily="34" charset="0"/>
                  </a:rPr>
                  <a:t>-1 </a:t>
                </a:r>
                <a:r>
                  <a:rPr lang="pt-BR" sz="2400" kern="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  <a:cs typeface="Arial"/>
                    <a:sym typeface="Symbol" panose="05050102010706020507" pitchFamily="18" charset="2"/>
                  </a:rPr>
                  <a:t> </a:t>
                </a:r>
                <a:r>
                  <a:rPr lang="pt-BR" sz="2400" kern="0" dirty="0">
                    <a:latin typeface="Aptos" panose="020B0004020202020204" pitchFamily="34" charset="0"/>
                    <a:cs typeface="Arial"/>
                  </a:rPr>
                  <a:t>CH</a:t>
                </a:r>
                <a:r>
                  <a:rPr lang="pt-BR" sz="2400" kern="0" baseline="-25000" dirty="0">
                    <a:latin typeface="Aptos" panose="020B0004020202020204" pitchFamily="34" charset="0"/>
                    <a:cs typeface="Arial"/>
                  </a:rPr>
                  <a:t>3</a:t>
                </a:r>
                <a:r>
                  <a:rPr lang="pt-BR" sz="2400" kern="0" dirty="0">
                    <a:latin typeface="Aptos" panose="020B0004020202020204" pitchFamily="34" charset="0"/>
                    <a:cs typeface="Arial"/>
                  </a:rPr>
                  <a:t>COONa = </a:t>
                </a:r>
                <a:r>
                  <a:rPr lang="en-US" altLang="pt-BR" sz="2400" dirty="0" err="1">
                    <a:solidFill>
                      <a:srgbClr val="000000"/>
                    </a:solidFill>
                    <a:latin typeface="Aptos" panose="020B0004020202020204" pitchFamily="34" charset="0"/>
                  </a:rPr>
                  <a:t>NaOAc</a:t>
                </a:r>
                <a:r>
                  <a:rPr lang="pt-BR" sz="2400" kern="0" dirty="0">
                    <a:latin typeface="Aptos" panose="020B0004020202020204" pitchFamily="34" charset="0"/>
                    <a:cs typeface="Arial"/>
                  </a:rPr>
                  <a:t> e CH</a:t>
                </a:r>
                <a:r>
                  <a:rPr lang="pt-BR" sz="2400" kern="0" baseline="-25000" dirty="0">
                    <a:latin typeface="Aptos" panose="020B0004020202020204" pitchFamily="34" charset="0"/>
                    <a:cs typeface="Arial"/>
                  </a:rPr>
                  <a:t>3</a:t>
                </a:r>
                <a:r>
                  <a:rPr lang="pt-BR" sz="2400" kern="0" dirty="0">
                    <a:latin typeface="Aptos" panose="020B0004020202020204" pitchFamily="34" charset="0"/>
                    <a:cs typeface="Arial"/>
                  </a:rPr>
                  <a:t>COOH = </a:t>
                </a:r>
                <a:r>
                  <a:rPr lang="en-US" altLang="pt-BR" sz="2400" dirty="0">
                    <a:solidFill>
                      <a:srgbClr val="000000"/>
                    </a:solidFill>
                    <a:latin typeface="Aptos" panose="020B0004020202020204" pitchFamily="34" charset="0"/>
                  </a:rPr>
                  <a:t>HOAc</a:t>
                </a:r>
                <a:r>
                  <a:rPr lang="pt-BR" sz="2400" kern="0" dirty="0">
                    <a:latin typeface="Aptos" panose="020B0004020202020204" pitchFamily="34" charset="0"/>
                    <a:cs typeface="Arial"/>
                  </a:rPr>
                  <a:t> </a:t>
                </a:r>
                <a:endParaRPr lang="pt-BR" sz="2400" dirty="0">
                  <a:latin typeface="Aptos" panose="020B00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pt-BR" sz="2400" kern="0" dirty="0">
                  <a:latin typeface="Aptos" panose="020B0004020202020204" pitchFamily="34" charset="0"/>
                  <a:cs typeface="Arial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altLang="pt-BR" sz="2400" dirty="0">
                    <a:solidFill>
                      <a:srgbClr val="000000"/>
                    </a:solidFill>
                    <a:latin typeface="Aptos" panose="020B0004020202020204" pitchFamily="34" charset="0"/>
                  </a:rPr>
                  <a:t>                                      </a:t>
                </a:r>
                <a:r>
                  <a:rPr lang="en-US" altLang="pt-BR" sz="2400" dirty="0" err="1">
                    <a:solidFill>
                      <a:srgbClr val="000000"/>
                    </a:solidFill>
                    <a:latin typeface="Aptos" panose="020B0004020202020204" pitchFamily="34" charset="0"/>
                  </a:rPr>
                  <a:t>NaOAc</a:t>
                </a:r>
                <a:r>
                  <a:rPr lang="en-US" altLang="pt-BR" sz="2400" dirty="0">
                    <a:solidFill>
                      <a:srgbClr val="000000"/>
                    </a:solidFill>
                    <a:latin typeface="Aptos" panose="020B0004020202020204" pitchFamily="34" charset="0"/>
                  </a:rPr>
                  <a:t> </a:t>
                </a:r>
                <a:r>
                  <a:rPr lang="pt-BR" altLang="pt-BR" sz="2400" dirty="0">
                    <a:solidFill>
                      <a:srgbClr val="000000"/>
                    </a:solidFill>
                    <a:latin typeface="Aptos" panose="020B0004020202020204" pitchFamily="34" charset="0"/>
                  </a:rPr>
                  <a:t>→</a:t>
                </a:r>
                <a:r>
                  <a:rPr lang="en-US" altLang="pt-BR" sz="2400" dirty="0">
                    <a:solidFill>
                      <a:srgbClr val="000000"/>
                    </a:solidFill>
                    <a:latin typeface="Aptos" panose="020B0004020202020204" pitchFamily="34" charset="0"/>
                  </a:rPr>
                  <a:t> Na</a:t>
                </a:r>
                <a:r>
                  <a:rPr lang="en-US" altLang="pt-BR" sz="2400" baseline="30000" dirty="0">
                    <a:solidFill>
                      <a:srgbClr val="000000"/>
                    </a:solidFill>
                    <a:latin typeface="Aptos" panose="020B0004020202020204" pitchFamily="34" charset="0"/>
                  </a:rPr>
                  <a:t>+</a:t>
                </a:r>
                <a:r>
                  <a:rPr lang="en-US" altLang="pt-BR" sz="2400" dirty="0">
                    <a:solidFill>
                      <a:srgbClr val="000000"/>
                    </a:solidFill>
                    <a:latin typeface="Aptos" panose="020B0004020202020204" pitchFamily="34" charset="0"/>
                  </a:rPr>
                  <a:t> + </a:t>
                </a:r>
                <a:r>
                  <a:rPr lang="en-US" altLang="pt-BR" sz="2400" dirty="0" err="1">
                    <a:solidFill>
                      <a:srgbClr val="000000"/>
                    </a:solidFill>
                    <a:latin typeface="Aptos" panose="020B0004020202020204" pitchFamily="34" charset="0"/>
                  </a:rPr>
                  <a:t>OAc</a:t>
                </a:r>
                <a:r>
                  <a:rPr lang="en-US" altLang="pt-BR" sz="2400" baseline="30000" dirty="0">
                    <a:solidFill>
                      <a:srgbClr val="000000"/>
                    </a:solidFill>
                    <a:latin typeface="Aptos" panose="020B0004020202020204" pitchFamily="34" charset="0"/>
                  </a:rPr>
                  <a:t>- </a:t>
                </a:r>
                <a:r>
                  <a:rPr lang="en-US" altLang="pt-BR" sz="2400" dirty="0">
                    <a:solidFill>
                      <a:srgbClr val="000000"/>
                    </a:solidFill>
                    <a:latin typeface="Aptos" panose="020B0004020202020204" pitchFamily="34" charset="0"/>
                  </a:rPr>
                  <a:t>             </a:t>
                </a:r>
              </a:p>
              <a:p>
                <a:pPr algn="ctr">
                  <a:buFont typeface="Arial" charset="0"/>
                  <a:buNone/>
                  <a:defRPr/>
                </a:pPr>
                <a:r>
                  <a:rPr lang="pt-BR" altLang="pt-BR" sz="2400" dirty="0">
                    <a:latin typeface="Aptos" panose="020B0004020202020204" pitchFamily="34" charset="0"/>
                  </a:rPr>
                  <a:t>      </a:t>
                </a:r>
                <a:r>
                  <a:rPr lang="pt-BR" altLang="pt-BR" sz="2400" dirty="0" err="1">
                    <a:latin typeface="Aptos" panose="020B0004020202020204" pitchFamily="34" charset="0"/>
                  </a:rPr>
                  <a:t>OAc</a:t>
                </a:r>
                <a:r>
                  <a:rPr lang="pt-BR" altLang="pt-BR" sz="2400" baseline="30000" dirty="0">
                    <a:latin typeface="Aptos" panose="020B0004020202020204" pitchFamily="34" charset="0"/>
                  </a:rPr>
                  <a:t>-</a:t>
                </a:r>
                <a:r>
                  <a:rPr lang="pt-BR" altLang="pt-BR" sz="2400" dirty="0">
                    <a:latin typeface="Aptos" panose="020B0004020202020204" pitchFamily="34" charset="0"/>
                  </a:rPr>
                  <a:t> + H</a:t>
                </a:r>
                <a:r>
                  <a:rPr lang="pt-BR" altLang="pt-BR" sz="2400" baseline="-25000" dirty="0">
                    <a:latin typeface="Aptos" panose="020B0004020202020204" pitchFamily="34" charset="0"/>
                  </a:rPr>
                  <a:t>2</a:t>
                </a:r>
                <a:r>
                  <a:rPr lang="pt-BR" altLang="pt-BR" sz="2400" dirty="0">
                    <a:latin typeface="Aptos" panose="020B0004020202020204" pitchFamily="34" charset="0"/>
                  </a:rPr>
                  <a:t>O ⇌ </a:t>
                </a:r>
                <a:r>
                  <a:rPr lang="pt-BR" altLang="pt-BR" sz="2400" dirty="0" err="1">
                    <a:latin typeface="Aptos" panose="020B0004020202020204" pitchFamily="34" charset="0"/>
                  </a:rPr>
                  <a:t>HOAc</a:t>
                </a:r>
                <a:r>
                  <a:rPr lang="pt-BR" altLang="pt-BR" sz="2400" dirty="0">
                    <a:latin typeface="Aptos" panose="020B0004020202020204" pitchFamily="34" charset="0"/>
                  </a:rPr>
                  <a:t> + OH</a:t>
                </a:r>
                <a:r>
                  <a:rPr lang="pt-BR" altLang="pt-BR" sz="2400" baseline="30000" dirty="0">
                    <a:latin typeface="Aptos" panose="020B0004020202020204" pitchFamily="34" charset="0"/>
                  </a:rPr>
                  <a:t>-</a:t>
                </a:r>
                <a:r>
                  <a:rPr lang="pt-BR" altLang="pt-BR" sz="2400" dirty="0">
                    <a:latin typeface="Aptos" panose="020B0004020202020204" pitchFamily="34" charset="0"/>
                  </a:rPr>
                  <a:t>          </a:t>
                </a:r>
                <a:r>
                  <a:rPr lang="pt-BR" altLang="pt-BR" sz="2400" dirty="0" err="1">
                    <a:latin typeface="Aptos" panose="020B0004020202020204" pitchFamily="34" charset="0"/>
                  </a:rPr>
                  <a:t>K</a:t>
                </a:r>
                <a:r>
                  <a:rPr lang="pt-BR" altLang="pt-BR" sz="2400" baseline="-25000" dirty="0" err="1">
                    <a:latin typeface="Aptos" panose="020B0004020202020204" pitchFamily="34" charset="0"/>
                  </a:rPr>
                  <a:t>h</a:t>
                </a:r>
                <a:r>
                  <a:rPr lang="pt-BR" altLang="pt-BR" sz="2400" dirty="0">
                    <a:latin typeface="Aptos" panose="020B0004020202020204" pitchFamily="34" charset="0"/>
                  </a:rPr>
                  <a:t> =</a:t>
                </a:r>
                <a:r>
                  <a:rPr lang="pt-BR" sz="2400" dirty="0">
                    <a:latin typeface="Aptos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[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HOAc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][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OH</m:t>
                        </m:r>
                        <m:r>
                          <m:rPr>
                            <m:nor/>
                          </m:rPr>
                          <a:rPr lang="pt-BR" altLang="pt-BR" sz="2400" baseline="30000" dirty="0">
                            <a:latin typeface="Aptos" panose="020B0004020202020204" pitchFamily="34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] </m:t>
                        </m:r>
                      </m:num>
                      <m:den>
                        <m:r>
                          <a:rPr lang="pt-BR" altLang="pt-BR" sz="24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[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OAc</m:t>
                        </m:r>
                        <m:r>
                          <m:rPr>
                            <m:nor/>
                          </m:rPr>
                          <a:rPr lang="pt-BR" altLang="pt-BR" sz="2400" baseline="30000" dirty="0">
                            <a:latin typeface="Aptos" panose="020B0004020202020204" pitchFamily="34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] </m:t>
                        </m:r>
                      </m:den>
                    </m:f>
                  </m:oMath>
                </a14:m>
                <a:r>
                  <a:rPr lang="pt-BR" altLang="pt-BR" sz="2400" dirty="0">
                    <a:latin typeface="Aptos" panose="020B0004020202020204" pitchFamily="34" charset="0"/>
                  </a:rPr>
                  <a:t> = 5,71 x 10</a:t>
                </a:r>
                <a:r>
                  <a:rPr lang="pt-BR" altLang="pt-BR" sz="2400" baseline="30000" dirty="0">
                    <a:latin typeface="Aptos" panose="020B0004020202020204" pitchFamily="34" charset="0"/>
                  </a:rPr>
                  <a:t>-10</a:t>
                </a:r>
                <a:endParaRPr lang="en-US" altLang="pt-BR" sz="2400" dirty="0">
                  <a:latin typeface="Aptos" panose="020B0004020202020204" pitchFamily="34" charset="0"/>
                </a:endParaRPr>
              </a:p>
              <a:p>
                <a:pPr marL="44450" indent="0">
                  <a:buFontTx/>
                  <a:buNone/>
                </a:pPr>
                <a:r>
                  <a:rPr lang="pt-BR" altLang="pt-BR" sz="2400" dirty="0">
                    <a:solidFill>
                      <a:srgbClr val="000000"/>
                    </a:solidFill>
                    <a:latin typeface="Aptos" panose="020B0004020202020204" pitchFamily="34" charset="0"/>
                  </a:rPr>
                  <a:t>                                          H</a:t>
                </a:r>
                <a:r>
                  <a:rPr lang="pt-BR" altLang="pt-BR" sz="2400" baseline="-25000" dirty="0">
                    <a:solidFill>
                      <a:srgbClr val="000000"/>
                    </a:solidFill>
                    <a:latin typeface="Aptos" panose="020B0004020202020204" pitchFamily="34" charset="0"/>
                  </a:rPr>
                  <a:t>2</a:t>
                </a:r>
                <a:r>
                  <a:rPr lang="pt-BR" altLang="pt-BR" sz="2400" dirty="0">
                    <a:solidFill>
                      <a:srgbClr val="000000"/>
                    </a:solidFill>
                    <a:latin typeface="Aptos" panose="020B0004020202020204" pitchFamily="34" charset="0"/>
                  </a:rPr>
                  <a:t>O  ⇌ H</a:t>
                </a:r>
                <a:r>
                  <a:rPr lang="pt-BR" altLang="pt-BR" sz="2400" baseline="30000" dirty="0">
                    <a:solidFill>
                      <a:srgbClr val="000000"/>
                    </a:solidFill>
                    <a:latin typeface="Aptos" panose="020B0004020202020204" pitchFamily="34" charset="0"/>
                  </a:rPr>
                  <a:t>+</a:t>
                </a:r>
                <a:r>
                  <a:rPr lang="pt-BR" altLang="pt-BR" sz="2400" dirty="0">
                    <a:solidFill>
                      <a:srgbClr val="000000"/>
                    </a:solidFill>
                    <a:latin typeface="Aptos" panose="020B0004020202020204" pitchFamily="34" charset="0"/>
                  </a:rPr>
                  <a:t> + OH</a:t>
                </a:r>
                <a:r>
                  <a:rPr lang="pt-BR" altLang="pt-BR" sz="2400" baseline="30000" dirty="0">
                    <a:solidFill>
                      <a:srgbClr val="000000"/>
                    </a:solidFill>
                    <a:latin typeface="Aptos" panose="020B0004020202020204" pitchFamily="34" charset="0"/>
                  </a:rPr>
                  <a:t>-</a:t>
                </a:r>
                <a:r>
                  <a:rPr lang="pt-BR" altLang="pt-BR" sz="2400" dirty="0">
                    <a:solidFill>
                      <a:srgbClr val="000000"/>
                    </a:solidFill>
                    <a:latin typeface="Aptos" panose="020B0004020202020204" pitchFamily="34" charset="0"/>
                  </a:rPr>
                  <a:t>                  K</a:t>
                </a:r>
                <a:r>
                  <a:rPr lang="pt-BR" altLang="pt-BR" sz="2400" baseline="-25000" dirty="0">
                    <a:solidFill>
                      <a:srgbClr val="000000"/>
                    </a:solidFill>
                    <a:latin typeface="Aptos" panose="020B0004020202020204" pitchFamily="34" charset="0"/>
                  </a:rPr>
                  <a:t>w</a:t>
                </a:r>
                <a:r>
                  <a:rPr lang="pt-BR" altLang="pt-BR" sz="2400" dirty="0">
                    <a:solidFill>
                      <a:srgbClr val="000000"/>
                    </a:solidFill>
                    <a:latin typeface="Aptos" panose="020B0004020202020204" pitchFamily="34" charset="0"/>
                  </a:rPr>
                  <a:t> = </a:t>
                </a:r>
                <a:r>
                  <a:rPr lang="pl-PL" altLang="pt-BR" sz="2400" dirty="0">
                    <a:latin typeface="Aptos" panose="020B0004020202020204" pitchFamily="34" charset="0"/>
                  </a:rPr>
                  <a:t>[H</a:t>
                </a:r>
                <a:r>
                  <a:rPr lang="pl-PL" altLang="pt-BR" sz="2400" baseline="30000" dirty="0">
                    <a:latin typeface="Aptos" panose="020B0004020202020204" pitchFamily="34" charset="0"/>
                  </a:rPr>
                  <a:t>+</a:t>
                </a:r>
                <a:r>
                  <a:rPr lang="pl-PL" altLang="pt-BR" sz="2400" dirty="0">
                    <a:latin typeface="Aptos" panose="020B0004020202020204" pitchFamily="34" charset="0"/>
                  </a:rPr>
                  <a:t>][OH</a:t>
                </a:r>
                <a:r>
                  <a:rPr lang="pl-PL" altLang="pt-BR" sz="2400" baseline="30000" dirty="0">
                    <a:latin typeface="Aptos" panose="020B0004020202020204" pitchFamily="34" charset="0"/>
                  </a:rPr>
                  <a:t>-</a:t>
                </a:r>
                <a:r>
                  <a:rPr lang="pl-PL" altLang="pt-BR" sz="2400" dirty="0">
                    <a:latin typeface="Aptos" panose="020B0004020202020204" pitchFamily="34" charset="0"/>
                  </a:rPr>
                  <a:t>]</a:t>
                </a:r>
                <a:r>
                  <a:rPr lang="pt-BR" altLang="pt-BR" sz="2400" dirty="0">
                    <a:latin typeface="Aptos" panose="020B0004020202020204" pitchFamily="34" charset="0"/>
                  </a:rPr>
                  <a:t> =</a:t>
                </a:r>
                <a:r>
                  <a:rPr lang="pt-BR" altLang="pt-BR" sz="2400" dirty="0">
                    <a:solidFill>
                      <a:srgbClr val="000000"/>
                    </a:solidFill>
                    <a:latin typeface="Aptos" panose="020B0004020202020204" pitchFamily="34" charset="0"/>
                  </a:rPr>
                  <a:t> 1,00 x 10</a:t>
                </a:r>
                <a:r>
                  <a:rPr lang="pt-BR" altLang="pt-BR" sz="2400" baseline="30000" dirty="0">
                    <a:solidFill>
                      <a:srgbClr val="000000"/>
                    </a:solidFill>
                    <a:latin typeface="Aptos" panose="020B0004020202020204" pitchFamily="34" charset="0"/>
                  </a:rPr>
                  <a:t>-14</a:t>
                </a:r>
                <a:endParaRPr lang="en-US" altLang="pt-BR" sz="2400" dirty="0">
                  <a:solidFill>
                    <a:srgbClr val="000000"/>
                  </a:solidFill>
                  <a:latin typeface="Aptos" panose="020B00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pt-BR" sz="2400" kern="0" dirty="0">
                  <a:latin typeface="Aptos" panose="020B0004020202020204" pitchFamily="34" charset="0"/>
                  <a:cs typeface="Arial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Balanço de massas para o Na</a:t>
                </a:r>
                <a:r>
                  <a:rPr lang="pt-BR" sz="2400" baseline="300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+</a:t>
                </a:r>
                <a:r>
                  <a:rPr 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:</a:t>
                </a:r>
                <a:r>
                  <a:rPr lang="pt-BR" sz="2400" dirty="0">
                    <a:solidFill>
                      <a:srgbClr val="C00000"/>
                    </a:solidFill>
                    <a:latin typeface="Aptos" panose="020B0004020202020204" pitchFamily="34" charset="0"/>
                  </a:rPr>
                  <a:t> </a:t>
                </a:r>
                <a:r>
                  <a:rPr lang="en-US" altLang="pt-BR" sz="2400" dirty="0">
                    <a:latin typeface="Aptos" panose="020B0004020202020204" pitchFamily="34" charset="0"/>
                  </a:rPr>
                  <a:t>C</a:t>
                </a:r>
                <a:r>
                  <a:rPr lang="en-US" altLang="pt-BR" sz="2400" baseline="-25000" dirty="0">
                    <a:latin typeface="Aptos" panose="020B0004020202020204" pitchFamily="34" charset="0"/>
                  </a:rPr>
                  <a:t>s</a:t>
                </a:r>
                <a:r>
                  <a:rPr lang="en-US" altLang="pt-BR" sz="2400" dirty="0">
                    <a:latin typeface="Aptos" panose="020B0004020202020204" pitchFamily="34" charset="0"/>
                  </a:rPr>
                  <a:t> = [Na</a:t>
                </a:r>
                <a:r>
                  <a:rPr lang="en-US" altLang="pt-BR" sz="2400" baseline="30000" dirty="0">
                    <a:latin typeface="Aptos" panose="020B0004020202020204" pitchFamily="34" charset="0"/>
                  </a:rPr>
                  <a:t>+</a:t>
                </a:r>
                <a:r>
                  <a:rPr lang="en-US" altLang="pt-BR" sz="2400" dirty="0">
                    <a:latin typeface="Aptos" panose="020B0004020202020204" pitchFamily="34" charset="0"/>
                  </a:rPr>
                  <a:t>] </a:t>
                </a:r>
                <a:r>
                  <a:rPr lang="en-US" altLang="pt-BR" sz="2400" dirty="0">
                    <a:solidFill>
                      <a:schemeClr val="accent1">
                        <a:lumMod val="75000"/>
                      </a:schemeClr>
                    </a:solidFill>
                    <a:latin typeface="Aptos" panose="020B0004020202020204" pitchFamily="34" charset="0"/>
                  </a:rPr>
                  <a:t>(1)</a:t>
                </a:r>
                <a:endParaRPr lang="en-US" sz="2400" kern="0" dirty="0">
                  <a:solidFill>
                    <a:schemeClr val="accent1">
                      <a:lumMod val="75000"/>
                    </a:schemeClr>
                  </a:solidFill>
                  <a:latin typeface="Aptos" panose="020B0004020202020204" pitchFamily="34" charset="0"/>
                  <a:cs typeface="Arial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Balanço de massas para o </a:t>
                </a:r>
                <a:r>
                  <a:rPr lang="pt-BR" sz="2400" dirty="0" err="1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OAc</a:t>
                </a:r>
                <a:r>
                  <a:rPr lang="pt-BR" sz="2400" baseline="300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-</a:t>
                </a:r>
                <a:r>
                  <a:rPr 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:</a:t>
                </a:r>
                <a:r>
                  <a:rPr lang="pt-BR" sz="2400" dirty="0">
                    <a:solidFill>
                      <a:srgbClr val="C00000"/>
                    </a:solidFill>
                    <a:latin typeface="Aptos" panose="020B0004020202020204" pitchFamily="34" charset="0"/>
                  </a:rPr>
                  <a:t> </a:t>
                </a:r>
                <a:r>
                  <a:rPr lang="en-US" altLang="pt-BR" sz="2400" dirty="0">
                    <a:latin typeface="Aptos" panose="020B0004020202020204" pitchFamily="34" charset="0"/>
                  </a:rPr>
                  <a:t>C</a:t>
                </a:r>
                <a:r>
                  <a:rPr lang="en-US" altLang="pt-BR" sz="2400" baseline="-25000" dirty="0">
                    <a:latin typeface="Aptos" panose="020B0004020202020204" pitchFamily="34" charset="0"/>
                  </a:rPr>
                  <a:t>s</a:t>
                </a:r>
                <a:r>
                  <a:rPr lang="en-US" altLang="pt-BR" sz="2400" dirty="0">
                    <a:latin typeface="Aptos" panose="020B0004020202020204" pitchFamily="34" charset="0"/>
                  </a:rPr>
                  <a:t> = [</a:t>
                </a:r>
                <a:r>
                  <a:rPr lang="en-US" altLang="pt-BR" sz="2400" dirty="0" err="1">
                    <a:latin typeface="Aptos" panose="020B0004020202020204" pitchFamily="34" charset="0"/>
                  </a:rPr>
                  <a:t>OAc</a:t>
                </a:r>
                <a:r>
                  <a:rPr lang="en-US" altLang="pt-BR" sz="2400" baseline="30000" dirty="0">
                    <a:latin typeface="Aptos" panose="020B0004020202020204" pitchFamily="34" charset="0"/>
                  </a:rPr>
                  <a:t>-</a:t>
                </a:r>
                <a:r>
                  <a:rPr lang="en-US" altLang="pt-BR" sz="2400" dirty="0">
                    <a:latin typeface="Aptos" panose="020B0004020202020204" pitchFamily="34" charset="0"/>
                  </a:rPr>
                  <a:t>] + [HOAc]  </a:t>
                </a:r>
                <a:r>
                  <a:rPr lang="en-US" altLang="pt-BR" sz="2400" dirty="0">
                    <a:solidFill>
                      <a:schemeClr val="accent1">
                        <a:lumMod val="75000"/>
                      </a:schemeClr>
                    </a:solidFill>
                    <a:latin typeface="Aptos" panose="020B0004020202020204" pitchFamily="34" charset="0"/>
                  </a:rPr>
                  <a:t>(2)</a:t>
                </a:r>
                <a:endParaRPr lang="pt-BR" sz="2400" kern="0" dirty="0">
                  <a:latin typeface="Aptos" panose="020B0004020202020204" pitchFamily="34" charset="0"/>
                  <a:cs typeface="Arial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pt-BR" altLang="pt-BR" sz="2400" kern="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Balanço de cargas:</a:t>
                </a:r>
                <a:r>
                  <a:rPr lang="pt-BR" altLang="pt-BR" sz="2400" kern="0" dirty="0">
                    <a:solidFill>
                      <a:srgbClr val="C00000"/>
                    </a:solidFill>
                    <a:latin typeface="Aptos" panose="020B0004020202020204" pitchFamily="34" charset="0"/>
                  </a:rPr>
                  <a:t> </a:t>
                </a:r>
                <a:r>
                  <a:rPr lang="pt-BR" sz="2400" dirty="0">
                    <a:latin typeface="Aptos" panose="020B0004020202020204" pitchFamily="34" charset="0"/>
                  </a:rPr>
                  <a:t>[</a:t>
                </a:r>
                <a:r>
                  <a:rPr lang="en-US" altLang="pt-BR" sz="2400" dirty="0">
                    <a:latin typeface="Aptos" panose="020B0004020202020204" pitchFamily="34" charset="0"/>
                  </a:rPr>
                  <a:t>Na</a:t>
                </a:r>
                <a:r>
                  <a:rPr lang="en-US" altLang="pt-BR" sz="2400" baseline="30000" dirty="0">
                    <a:latin typeface="Aptos" panose="020B0004020202020204" pitchFamily="34" charset="0"/>
                  </a:rPr>
                  <a:t>+</a:t>
                </a:r>
                <a:r>
                  <a:rPr lang="en-US" altLang="pt-BR" sz="2400" dirty="0">
                    <a:latin typeface="Aptos" panose="020B0004020202020204" pitchFamily="34" charset="0"/>
                  </a:rPr>
                  <a:t>] + [H</a:t>
                </a:r>
                <a:r>
                  <a:rPr lang="en-US" altLang="pt-BR" sz="2400" baseline="30000" dirty="0">
                    <a:latin typeface="Aptos" panose="020B0004020202020204" pitchFamily="34" charset="0"/>
                  </a:rPr>
                  <a:t>+</a:t>
                </a:r>
                <a:r>
                  <a:rPr lang="en-US" altLang="pt-BR" sz="2400" dirty="0">
                    <a:latin typeface="Aptos" panose="020B0004020202020204" pitchFamily="34" charset="0"/>
                  </a:rPr>
                  <a:t>] = [</a:t>
                </a:r>
                <a:r>
                  <a:rPr lang="en-US" altLang="pt-BR" sz="2400" dirty="0" err="1">
                    <a:latin typeface="Aptos" panose="020B0004020202020204" pitchFamily="34" charset="0"/>
                  </a:rPr>
                  <a:t>OAc</a:t>
                </a:r>
                <a:r>
                  <a:rPr lang="en-US" altLang="pt-BR" sz="2400" baseline="30000" dirty="0">
                    <a:latin typeface="Aptos" panose="020B0004020202020204" pitchFamily="34" charset="0"/>
                  </a:rPr>
                  <a:t>-</a:t>
                </a:r>
                <a:r>
                  <a:rPr lang="en-US" altLang="pt-BR" sz="2400" dirty="0">
                    <a:latin typeface="Aptos" panose="020B0004020202020204" pitchFamily="34" charset="0"/>
                  </a:rPr>
                  <a:t>] + [OH</a:t>
                </a:r>
                <a:r>
                  <a:rPr lang="en-US" altLang="pt-BR" sz="2400" baseline="30000" dirty="0">
                    <a:latin typeface="Aptos" panose="020B0004020202020204" pitchFamily="34" charset="0"/>
                  </a:rPr>
                  <a:t>-</a:t>
                </a:r>
                <a:r>
                  <a:rPr lang="en-US" altLang="pt-BR" sz="2400" dirty="0">
                    <a:latin typeface="Aptos" panose="020B0004020202020204" pitchFamily="34" charset="0"/>
                  </a:rPr>
                  <a:t>] </a:t>
                </a:r>
                <a:r>
                  <a:rPr lang="en-US" altLang="pt-BR" sz="2400" dirty="0">
                    <a:solidFill>
                      <a:schemeClr val="accent1">
                        <a:lumMod val="75000"/>
                      </a:schemeClr>
                    </a:solidFill>
                    <a:latin typeface="Aptos" panose="020B0004020202020204" pitchFamily="34" charset="0"/>
                  </a:rPr>
                  <a:t>(3)</a:t>
                </a:r>
                <a:r>
                  <a:rPr lang="pt-BR" sz="2400" dirty="0">
                    <a:solidFill>
                      <a:srgbClr val="C00000"/>
                    </a:solidFill>
                    <a:latin typeface="Aptos" panose="020B0004020202020204" pitchFamily="34" charset="0"/>
                    <a:cs typeface="Arial"/>
                  </a:rPr>
                  <a:t> 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94A98B81-B560-77AB-A892-05589C7434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403" y="689148"/>
                <a:ext cx="11527192" cy="5479705"/>
              </a:xfrm>
              <a:prstGeom prst="rect">
                <a:avLst/>
              </a:prstGeom>
              <a:blipFill>
                <a:blip r:embed="rId2"/>
                <a:stretch>
                  <a:fillRect l="-847" t="-890" b="-15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3263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67571-928C-8E2A-5A84-EF0DBB665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A283B83-A5D0-3AE9-244F-C59DF93BF756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Cálculo de pH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E369B66-DE07-D490-EBF2-4598639E2F76}"/>
              </a:ext>
            </a:extLst>
          </p:cNvPr>
          <p:cNvSpPr txBox="1"/>
          <p:nvPr/>
        </p:nvSpPr>
        <p:spPr>
          <a:xfrm>
            <a:off x="332403" y="982177"/>
            <a:ext cx="11527192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Tipo II. pH de sais derivados de um ácido fraco e uma base forte</a:t>
            </a:r>
          </a:p>
          <a:p>
            <a:pPr algn="r"/>
            <a:endParaRPr lang="pt-BR" sz="2400" dirty="0">
              <a:solidFill>
                <a:schemeClr val="accent2">
                  <a:lumMod val="75000"/>
                </a:schemeClr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Substituindo </a:t>
            </a:r>
            <a:r>
              <a:rPr lang="pt-BR" sz="2400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(1)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 e </a:t>
            </a:r>
            <a:r>
              <a:rPr lang="pt-BR" sz="2400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(2)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pt-BR" sz="2400" dirty="0" err="1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reaorganizada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 (</a:t>
            </a:r>
            <a:r>
              <a:rPr lang="en-US" altLang="pt-BR" sz="2400" dirty="0">
                <a:latin typeface="Aptos" panose="020B0004020202020204" pitchFamily="34" charset="0"/>
              </a:rPr>
              <a:t>[</a:t>
            </a:r>
            <a:r>
              <a:rPr lang="en-US" altLang="pt-BR" sz="2400" dirty="0" err="1">
                <a:latin typeface="Aptos" panose="020B0004020202020204" pitchFamily="34" charset="0"/>
              </a:rPr>
              <a:t>OAc</a:t>
            </a:r>
            <a:r>
              <a:rPr lang="en-US" altLang="pt-BR" sz="2400" baseline="30000" dirty="0">
                <a:latin typeface="Aptos" panose="020B0004020202020204" pitchFamily="34" charset="0"/>
              </a:rPr>
              <a:t>-</a:t>
            </a:r>
            <a:r>
              <a:rPr lang="en-US" altLang="pt-BR" sz="2400" dirty="0">
                <a:latin typeface="Aptos" panose="020B0004020202020204" pitchFamily="34" charset="0"/>
              </a:rPr>
              <a:t>] = C</a:t>
            </a:r>
            <a:r>
              <a:rPr lang="en-US" altLang="pt-BR" sz="2400" baseline="-25000" dirty="0">
                <a:latin typeface="Aptos" panose="020B0004020202020204" pitchFamily="34" charset="0"/>
              </a:rPr>
              <a:t>s </a:t>
            </a:r>
            <a:r>
              <a:rPr lang="en-US" altLang="pt-BR" sz="2400" dirty="0">
                <a:latin typeface="Aptos" panose="020B0004020202020204" pitchFamily="34" charset="0"/>
              </a:rPr>
              <a:t> - [HOAc]</a:t>
            </a:r>
            <a:r>
              <a:rPr lang="en-US" alt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) </a:t>
            </a:r>
            <a:r>
              <a:rPr lang="en-US" altLang="pt-BR" sz="2400" dirty="0" err="1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em</a:t>
            </a:r>
            <a:r>
              <a:rPr lang="en-US" alt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altLang="pt-BR" sz="2400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(3)</a:t>
            </a:r>
            <a:r>
              <a:rPr lang="en-US" alt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:</a:t>
            </a:r>
          </a:p>
          <a:p>
            <a:pPr algn="just"/>
            <a:endParaRPr lang="en-US" sz="2400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pt-BR" sz="2400" dirty="0">
                <a:latin typeface="Aptos" panose="020B0004020202020204" pitchFamily="34" charset="0"/>
              </a:rPr>
              <a:t>C</a:t>
            </a:r>
            <a:r>
              <a:rPr lang="en-US" altLang="pt-BR" sz="2400" baseline="-25000" dirty="0">
                <a:latin typeface="Aptos" panose="020B0004020202020204" pitchFamily="34" charset="0"/>
              </a:rPr>
              <a:t>s </a:t>
            </a:r>
            <a:r>
              <a:rPr lang="en-US" altLang="pt-BR" sz="2400" dirty="0">
                <a:latin typeface="Aptos" panose="020B0004020202020204" pitchFamily="34" charset="0"/>
              </a:rPr>
              <a:t>+ [H</a:t>
            </a:r>
            <a:r>
              <a:rPr lang="en-US" altLang="pt-BR" sz="2400" baseline="30000" dirty="0">
                <a:latin typeface="Aptos" panose="020B0004020202020204" pitchFamily="34" charset="0"/>
              </a:rPr>
              <a:t>+</a:t>
            </a:r>
            <a:r>
              <a:rPr lang="en-US" altLang="pt-BR" sz="2400" dirty="0">
                <a:latin typeface="Aptos" panose="020B0004020202020204" pitchFamily="34" charset="0"/>
              </a:rPr>
              <a:t>] = C</a:t>
            </a:r>
            <a:r>
              <a:rPr lang="en-US" altLang="pt-BR" sz="2400" baseline="-25000" dirty="0">
                <a:latin typeface="Aptos" panose="020B0004020202020204" pitchFamily="34" charset="0"/>
              </a:rPr>
              <a:t>s</a:t>
            </a:r>
            <a:r>
              <a:rPr lang="en-US" altLang="pt-BR" sz="2400" dirty="0">
                <a:latin typeface="Aptos" panose="020B0004020202020204" pitchFamily="34" charset="0"/>
              </a:rPr>
              <a:t> - [HOAc] + [OH</a:t>
            </a:r>
            <a:r>
              <a:rPr lang="en-US" altLang="pt-BR" sz="2400" baseline="30000" dirty="0">
                <a:latin typeface="Aptos" panose="020B0004020202020204" pitchFamily="34" charset="0"/>
              </a:rPr>
              <a:t>-</a:t>
            </a:r>
            <a:r>
              <a:rPr lang="en-US" altLang="pt-BR" sz="2400" dirty="0">
                <a:latin typeface="Aptos" panose="020B0004020202020204" pitchFamily="34" charset="0"/>
              </a:rPr>
              <a:t>] </a:t>
            </a:r>
            <a:r>
              <a:rPr lang="pt-BR" alt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 </a:t>
            </a:r>
            <a:r>
              <a:rPr lang="en-US" altLang="pt-BR" sz="2400" dirty="0">
                <a:latin typeface="Aptos" panose="020B0004020202020204" pitchFamily="34" charset="0"/>
              </a:rPr>
              <a:t> [OH</a:t>
            </a:r>
            <a:r>
              <a:rPr lang="en-US" altLang="pt-BR" sz="2400" baseline="30000" dirty="0">
                <a:latin typeface="Aptos" panose="020B0004020202020204" pitchFamily="34" charset="0"/>
              </a:rPr>
              <a:t>-</a:t>
            </a:r>
            <a:r>
              <a:rPr lang="en-US" altLang="pt-BR" sz="2400" dirty="0">
                <a:latin typeface="Aptos" panose="020B0004020202020204" pitchFamily="34" charset="0"/>
              </a:rPr>
              <a:t>] = [H</a:t>
            </a:r>
            <a:r>
              <a:rPr lang="en-US" altLang="pt-BR" sz="2400" baseline="30000" dirty="0">
                <a:latin typeface="Aptos" panose="020B0004020202020204" pitchFamily="34" charset="0"/>
              </a:rPr>
              <a:t>+</a:t>
            </a:r>
            <a:r>
              <a:rPr lang="en-US" altLang="pt-BR" sz="2400" dirty="0">
                <a:latin typeface="Aptos" panose="020B0004020202020204" pitchFamily="34" charset="0"/>
              </a:rPr>
              <a:t>] + [HOAc] </a:t>
            </a:r>
            <a:r>
              <a:rPr lang="en-US" altLang="pt-BR" sz="2400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(4)</a:t>
            </a:r>
          </a:p>
          <a:p>
            <a:pPr algn="ctr"/>
            <a:endParaRPr lang="en-US" sz="2400" dirty="0">
              <a:solidFill>
                <a:schemeClr val="accent1">
                  <a:lumMod val="75000"/>
                </a:schemeClr>
              </a:solidFill>
              <a:latin typeface="Aptos" panose="020B0004020202020204" pitchFamily="34" charset="0"/>
            </a:endParaRPr>
          </a:p>
          <a:p>
            <a:r>
              <a:rPr lang="pt-BR" alt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Como </a:t>
            </a:r>
            <a:r>
              <a:rPr lang="pt-BR" altLang="pt-BR" sz="2400" dirty="0" err="1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K</a:t>
            </a:r>
            <a:r>
              <a:rPr lang="pt-BR" altLang="pt-BR" sz="2400" baseline="-25000" dirty="0" err="1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h</a:t>
            </a:r>
            <a:r>
              <a:rPr lang="pt-BR" alt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 &gt;&gt; K</a:t>
            </a:r>
            <a:r>
              <a:rPr lang="pt-BR" altLang="pt-BR" sz="2400" baseline="-25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w</a:t>
            </a:r>
            <a:r>
              <a:rPr lang="pt-BR" altLang="pt-BR" sz="2400" dirty="0">
                <a:latin typeface="Aptos" panose="020B0004020202020204" pitchFamily="34" charset="0"/>
                <a:sym typeface="Symbol" panose="05050102010706020507" pitchFamily="18" charset="2"/>
              </a:rPr>
              <a:t> </a:t>
            </a:r>
            <a:r>
              <a:rPr lang="pt-BR" alt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</a:t>
            </a:r>
            <a:r>
              <a:rPr lang="pt-BR" altLang="pt-BR" sz="2400" dirty="0">
                <a:latin typeface="Aptos" panose="020B0004020202020204" pitchFamily="34" charset="0"/>
                <a:sym typeface="Symbol" panose="05050102010706020507" pitchFamily="18" charset="2"/>
              </a:rPr>
              <a:t> Despreza-se [H</a:t>
            </a:r>
            <a:r>
              <a:rPr lang="pt-BR" altLang="pt-BR" sz="2400" baseline="30000" dirty="0">
                <a:latin typeface="Aptos" panose="020B0004020202020204" pitchFamily="34" charset="0"/>
                <a:sym typeface="Symbol" panose="05050102010706020507" pitchFamily="18" charset="2"/>
              </a:rPr>
              <a:t>+</a:t>
            </a:r>
            <a:r>
              <a:rPr lang="pt-BR" altLang="pt-BR" sz="2400" dirty="0">
                <a:latin typeface="Aptos" panose="020B0004020202020204" pitchFamily="34" charset="0"/>
                <a:sym typeface="Symbol" panose="05050102010706020507" pitchFamily="18" charset="2"/>
              </a:rPr>
              <a:t>] em relação a [</a:t>
            </a:r>
            <a:r>
              <a:rPr lang="pt-BR" altLang="pt-BR" sz="2400" dirty="0" err="1">
                <a:latin typeface="Aptos" panose="020B0004020202020204" pitchFamily="34" charset="0"/>
                <a:sym typeface="Symbol" panose="05050102010706020507" pitchFamily="18" charset="2"/>
              </a:rPr>
              <a:t>HOAc</a:t>
            </a:r>
            <a:r>
              <a:rPr lang="pt-BR" altLang="pt-BR" sz="2400" dirty="0">
                <a:latin typeface="Aptos" panose="020B0004020202020204" pitchFamily="34" charset="0"/>
                <a:sym typeface="Symbol" panose="05050102010706020507" pitchFamily="18" charset="2"/>
              </a:rPr>
              <a:t>] em </a:t>
            </a:r>
            <a:r>
              <a:rPr lang="pt-BR" altLang="pt-BR" sz="2400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(4)</a:t>
            </a:r>
            <a:r>
              <a:rPr lang="pt-BR" altLang="pt-BR" sz="2400" dirty="0">
                <a:latin typeface="Aptos" panose="020B0004020202020204" pitchFamily="34" charset="0"/>
                <a:sym typeface="Symbol" panose="05050102010706020507" pitchFamily="18" charset="2"/>
              </a:rPr>
              <a:t>:</a:t>
            </a:r>
          </a:p>
          <a:p>
            <a:endParaRPr lang="pt-BR" altLang="pt-BR" sz="2400" dirty="0">
              <a:latin typeface="Aptos" panose="020B0004020202020204" pitchFamily="34" charset="0"/>
              <a:sym typeface="Symbol" panose="05050102010706020507" pitchFamily="18" charset="2"/>
            </a:endParaRPr>
          </a:p>
          <a:p>
            <a:pPr algn="ctr"/>
            <a:r>
              <a:rPr lang="en-US" altLang="pt-BR" sz="2400" dirty="0">
                <a:latin typeface="Aptos" panose="020B0004020202020204" pitchFamily="34" charset="0"/>
              </a:rPr>
              <a:t>[OH</a:t>
            </a:r>
            <a:r>
              <a:rPr lang="en-US" altLang="pt-BR" sz="2400" baseline="30000" dirty="0">
                <a:latin typeface="Aptos" panose="020B0004020202020204" pitchFamily="34" charset="0"/>
              </a:rPr>
              <a:t>-</a:t>
            </a:r>
            <a:r>
              <a:rPr lang="en-US" altLang="pt-BR" sz="2400" dirty="0">
                <a:latin typeface="Aptos" panose="020B0004020202020204" pitchFamily="34" charset="0"/>
              </a:rPr>
              <a:t>] </a:t>
            </a:r>
            <a:r>
              <a:rPr lang="en-US" altLang="pt-BR" sz="2400" dirty="0">
                <a:latin typeface="Comic Sans MS" panose="030F0702030302020204" pitchFamily="66" charset="0"/>
                <a:sym typeface="Symbol" panose="05050102010706020507" pitchFamily="18" charset="2"/>
              </a:rPr>
              <a:t></a:t>
            </a:r>
            <a:r>
              <a:rPr lang="en-US" altLang="pt-BR" sz="2400" dirty="0">
                <a:latin typeface="Aptos" panose="020B0004020202020204" pitchFamily="34" charset="0"/>
              </a:rPr>
              <a:t> [HOAc] </a:t>
            </a:r>
            <a:r>
              <a:rPr lang="en-US" altLang="pt-BR" sz="2400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(5)</a:t>
            </a:r>
          </a:p>
          <a:p>
            <a:pPr algn="ctr"/>
            <a:endParaRPr lang="en-US" altLang="pt-BR" sz="2400" dirty="0">
              <a:solidFill>
                <a:schemeClr val="accent1">
                  <a:lumMod val="75000"/>
                </a:schemeClr>
              </a:solidFill>
              <a:latin typeface="Aptos" panose="020B0004020202020204" pitchFamily="34" charset="0"/>
            </a:endParaRPr>
          </a:p>
          <a:p>
            <a:pPr algn="ctr"/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Substituindo </a:t>
            </a:r>
            <a:r>
              <a:rPr lang="pt-BR" sz="2400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(5)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 em </a:t>
            </a:r>
            <a:r>
              <a:rPr lang="pt-BR" sz="2400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(2)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 reorganizada:</a:t>
            </a:r>
          </a:p>
          <a:p>
            <a:pPr algn="ctr"/>
            <a:endParaRPr lang="pt-BR" sz="2400" dirty="0">
              <a:solidFill>
                <a:schemeClr val="accent1">
                  <a:lumMod val="75000"/>
                </a:schemeClr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altLang="pt-BR" sz="2400" dirty="0">
                <a:latin typeface="Aptos" panose="020B0004020202020204" pitchFamily="34" charset="0"/>
              </a:rPr>
              <a:t>[</a:t>
            </a:r>
            <a:r>
              <a:rPr lang="en-US" altLang="pt-BR" sz="2400" dirty="0" err="1">
                <a:latin typeface="Aptos" panose="020B0004020202020204" pitchFamily="34" charset="0"/>
              </a:rPr>
              <a:t>OAc</a:t>
            </a:r>
            <a:r>
              <a:rPr lang="en-US" altLang="pt-BR" sz="2400" baseline="30000" dirty="0">
                <a:latin typeface="Aptos" panose="020B0004020202020204" pitchFamily="34" charset="0"/>
              </a:rPr>
              <a:t>-</a:t>
            </a:r>
            <a:r>
              <a:rPr lang="en-US" altLang="pt-BR" sz="2400" dirty="0">
                <a:latin typeface="Aptos" panose="020B0004020202020204" pitchFamily="34" charset="0"/>
              </a:rPr>
              <a:t>] = C</a:t>
            </a:r>
            <a:r>
              <a:rPr lang="en-US" altLang="pt-BR" sz="2400" baseline="-25000" dirty="0">
                <a:latin typeface="Aptos" panose="020B0004020202020204" pitchFamily="34" charset="0"/>
              </a:rPr>
              <a:t>s </a:t>
            </a:r>
            <a:r>
              <a:rPr lang="en-US" altLang="pt-BR" sz="2400" dirty="0">
                <a:latin typeface="Aptos" panose="020B0004020202020204" pitchFamily="34" charset="0"/>
              </a:rPr>
              <a:t> - [OH</a:t>
            </a:r>
            <a:r>
              <a:rPr lang="en-US" altLang="pt-BR" sz="2400" baseline="30000" dirty="0">
                <a:latin typeface="Aptos" panose="020B0004020202020204" pitchFamily="34" charset="0"/>
              </a:rPr>
              <a:t>-</a:t>
            </a:r>
            <a:r>
              <a:rPr lang="en-US" altLang="pt-BR" sz="2400" dirty="0">
                <a:latin typeface="Aptos" panose="020B0004020202020204" pitchFamily="34" charset="0"/>
              </a:rPr>
              <a:t>]</a:t>
            </a:r>
            <a:r>
              <a:rPr lang="pt-BR" altLang="pt-BR" sz="2400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 (6)</a:t>
            </a:r>
          </a:p>
        </p:txBody>
      </p:sp>
    </p:spTree>
    <p:extLst>
      <p:ext uri="{BB962C8B-B14F-4D97-AF65-F5344CB8AC3E}">
        <p14:creationId xmlns:p14="http://schemas.microsoft.com/office/powerpoint/2010/main" val="2774671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3C007-D827-7555-3306-D580C6365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43691D6-918A-5834-BCD8-8BC416FFEFFA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Cálculo de pH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6AB9AA18-DF95-F63C-4D3D-6385FFC787A7}"/>
                  </a:ext>
                </a:extLst>
              </p:cNvPr>
              <p:cNvSpPr txBox="1"/>
              <p:nvPr/>
            </p:nvSpPr>
            <p:spPr>
              <a:xfrm>
                <a:off x="332403" y="689148"/>
                <a:ext cx="11527192" cy="54797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2400" b="1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Tipo II. pH de sais derivados de um ácido fraco e uma base forte</a:t>
                </a:r>
              </a:p>
              <a:p>
                <a:pPr algn="ctr"/>
                <a:endParaRPr lang="en-US" altLang="pt-BR" sz="2400" dirty="0">
                  <a:solidFill>
                    <a:schemeClr val="accent1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  <a:p>
                <a:pPr algn="ctr"/>
                <a:r>
                  <a:rPr 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  <a:cs typeface="Arial" panose="020B0604020202020204" pitchFamily="34" charset="0"/>
                  </a:rPr>
                  <a:t>Substituindo </a:t>
                </a:r>
                <a:r>
                  <a:rPr lang="pt-BR" sz="2400" dirty="0">
                    <a:solidFill>
                      <a:schemeClr val="accent1">
                        <a:lumMod val="75000"/>
                      </a:schemeClr>
                    </a:solidFill>
                    <a:latin typeface="Aptos" panose="020B0004020202020204" pitchFamily="34" charset="0"/>
                    <a:cs typeface="Arial" panose="020B0604020202020204" pitchFamily="34" charset="0"/>
                  </a:rPr>
                  <a:t>(5)</a:t>
                </a:r>
                <a:r>
                  <a:rPr 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  <a:cs typeface="Arial" panose="020B0604020202020204" pitchFamily="34" charset="0"/>
                  </a:rPr>
                  <a:t> em </a:t>
                </a:r>
                <a:r>
                  <a:rPr lang="pt-BR" sz="2400" dirty="0">
                    <a:solidFill>
                      <a:schemeClr val="accent1">
                        <a:lumMod val="75000"/>
                      </a:schemeClr>
                    </a:solidFill>
                    <a:latin typeface="Aptos" panose="020B0004020202020204" pitchFamily="34" charset="0"/>
                    <a:cs typeface="Arial" panose="020B0604020202020204" pitchFamily="34" charset="0"/>
                  </a:rPr>
                  <a:t>(6)</a:t>
                </a:r>
                <a:r>
                  <a:rPr 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  <a:cs typeface="Arial" panose="020B0604020202020204" pitchFamily="34" charset="0"/>
                  </a:rPr>
                  <a:t> na expressão de </a:t>
                </a:r>
                <a:r>
                  <a:rPr lang="pt-BR" sz="2400" dirty="0" err="1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  <a:cs typeface="Arial" panose="020B0604020202020204" pitchFamily="34" charset="0"/>
                  </a:rPr>
                  <a:t>K</a:t>
                </a:r>
                <a:r>
                  <a:rPr lang="pt-BR" sz="2400" baseline="-25000" dirty="0" err="1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  <a:cs typeface="Arial" panose="020B0604020202020204" pitchFamily="34" charset="0"/>
                  </a:rPr>
                  <a:t>h</a:t>
                </a:r>
                <a:r>
                  <a:rPr 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pPr algn="ctr"/>
                <a:endParaRPr lang="en-US" altLang="pt-BR" sz="2400" dirty="0">
                  <a:solidFill>
                    <a:schemeClr val="accent1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  <a:p>
                <a:pPr algn="ctr"/>
                <a:r>
                  <a:rPr lang="pt-BR" sz="2400" dirty="0">
                    <a:latin typeface="Aptos" panose="020B0004020202020204" pitchFamily="34" charset="0"/>
                  </a:rPr>
                  <a:t>K</a:t>
                </a:r>
                <a:r>
                  <a:rPr lang="pt-BR" sz="2400" baseline="-25000" dirty="0" err="1">
                    <a:latin typeface="Aptos" panose="020B0004020202020204" pitchFamily="34" charset="0"/>
                  </a:rPr>
                  <a:t>h</a:t>
                </a:r>
                <a:r>
                  <a:rPr lang="pt-BR" sz="2400" dirty="0">
                    <a:latin typeface="Aptos" panose="020B0004020202020204" pitchFamily="34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[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HOAc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][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OH</m:t>
                        </m:r>
                        <m:r>
                          <m:rPr>
                            <m:nor/>
                          </m:rPr>
                          <a:rPr lang="pt-BR" altLang="pt-BR" sz="2400" baseline="30000" dirty="0">
                            <a:latin typeface="Aptos" panose="020B0004020202020204" pitchFamily="34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] </m:t>
                        </m:r>
                      </m:num>
                      <m:den>
                        <m:r>
                          <a:rPr lang="pt-BR" altLang="pt-BR" sz="24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[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OAc</m:t>
                        </m:r>
                        <m:r>
                          <m:rPr>
                            <m:nor/>
                          </m:rPr>
                          <a:rPr lang="pt-BR" altLang="pt-BR" sz="2400" baseline="30000" dirty="0">
                            <a:latin typeface="Aptos" panose="020B0004020202020204" pitchFamily="34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] </m:t>
                        </m:r>
                      </m:den>
                    </m:f>
                  </m:oMath>
                </a14:m>
                <a:r>
                  <a:rPr lang="en-US" altLang="pt-BR" sz="2400" dirty="0">
                    <a:latin typeface="Aptos" panose="020B0004020202020204" pitchFamily="34" charset="0"/>
                  </a:rPr>
                  <a:t> </a:t>
                </a:r>
                <a:r>
                  <a:rPr lang="pt-BR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  <a:sym typeface="Symbol" panose="05050102010706020507" pitchFamily="18" charset="2"/>
                  </a:rPr>
                  <a:t>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[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OH</m:t>
                        </m:r>
                        <m:r>
                          <m:rPr>
                            <m:nor/>
                          </m:rPr>
                          <a:rPr lang="pt-BR" altLang="pt-BR" sz="2400" baseline="30000" dirty="0">
                            <a:latin typeface="Aptos" panose="020B0004020202020204" pitchFamily="34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][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OH</m:t>
                        </m:r>
                        <m:r>
                          <m:rPr>
                            <m:nor/>
                          </m:rPr>
                          <a:rPr lang="pt-BR" altLang="pt-BR" sz="2400" baseline="30000" dirty="0">
                            <a:latin typeface="Aptos" panose="020B0004020202020204" pitchFamily="34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] 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en-US" altLang="pt-BR" sz="2400" baseline="-25000" dirty="0">
                            <a:latin typeface="Aptos" panose="020B0004020202020204" pitchFamily="34" charset="0"/>
                          </a:rPr>
                          <m:t>s</m:t>
                        </m:r>
                        <m:r>
                          <m:rPr>
                            <m:nor/>
                          </m:rPr>
                          <a:rPr lang="en-US" altLang="pt-BR" sz="2400" baseline="-25000" dirty="0">
                            <a:latin typeface="Aptos" panose="020B0004020202020204" pitchFamily="34" charset="0"/>
                          </a:rPr>
                          <m:t>  −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[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OH</m:t>
                        </m:r>
                        <m:r>
                          <m:rPr>
                            <m:nor/>
                          </m:rPr>
                          <a:rPr lang="pt-BR" altLang="pt-BR" sz="2400" baseline="30000" dirty="0">
                            <a:latin typeface="Aptos" panose="020B0004020202020204" pitchFamily="34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]</m:t>
                        </m:r>
                      </m:den>
                    </m:f>
                  </m:oMath>
                </a14:m>
                <a:endParaRPr lang="pt-BR" altLang="pt-BR" sz="2400" dirty="0">
                  <a:latin typeface="Aptos" panose="020B0004020202020204" pitchFamily="34" charset="0"/>
                </a:endParaRPr>
              </a:p>
              <a:p>
                <a:pPr algn="ctr"/>
                <a:endParaRPr lang="pt-BR" altLang="pt-BR" sz="2400" dirty="0">
                  <a:latin typeface="Aptos" panose="020B0004020202020204" pitchFamily="34" charset="0"/>
                </a:endParaRPr>
              </a:p>
              <a:p>
                <a:pPr algn="ctr"/>
                <a:r>
                  <a:rPr lang="pt-BR" altLang="pt-BR" sz="2400" dirty="0">
                    <a:solidFill>
                      <a:srgbClr val="002060"/>
                    </a:solidFill>
                    <a:latin typeface="Aptos" panose="020B0004020202020204" pitchFamily="34" charset="0"/>
                    <a:sym typeface="Symbol" panose="05050102010706020507" pitchFamily="18" charset="2"/>
                  </a:rPr>
                  <a:t>[</a:t>
                </a:r>
                <a:r>
                  <a:rPr lang="pt-BR" altLang="pt-BR" sz="2400" dirty="0">
                    <a:latin typeface="Aptos" panose="020B00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OH</a:t>
                </a:r>
                <a:r>
                  <a:rPr lang="pt-BR" altLang="pt-BR" sz="2400" baseline="30000" dirty="0">
                    <a:latin typeface="Aptos" panose="020B0004020202020204" pitchFamily="34" charset="0"/>
                    <a:cs typeface="Arial" panose="020B0604020202020204" pitchFamily="34" charset="0"/>
                  </a:rPr>
                  <a:t>-</a:t>
                </a:r>
                <a:r>
                  <a:rPr lang="pt-BR" altLang="pt-BR" sz="2400" dirty="0">
                    <a:latin typeface="Aptos" panose="020B0004020202020204" pitchFamily="34" charset="0"/>
                    <a:cs typeface="Arial" panose="020B0604020202020204" pitchFamily="34" charset="0"/>
                  </a:rPr>
                  <a:t>]</a:t>
                </a:r>
                <a:r>
                  <a:rPr lang="pt-BR" altLang="pt-BR" sz="2400" baseline="30000" dirty="0">
                    <a:latin typeface="Aptos" panose="020B00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pt-BR" altLang="pt-BR" sz="2400" dirty="0">
                    <a:latin typeface="Aptos" panose="020B0004020202020204" pitchFamily="34" charset="0"/>
                    <a:cs typeface="Arial" panose="020B0604020202020204" pitchFamily="34" charset="0"/>
                  </a:rPr>
                  <a:t> = </a:t>
                </a:r>
                <a:r>
                  <a:rPr lang="pt-BR" altLang="pt-BR" sz="2400" dirty="0" err="1">
                    <a:latin typeface="Aptos" panose="020B0004020202020204" pitchFamily="34" charset="0"/>
                    <a:cs typeface="Arial" panose="020B0604020202020204" pitchFamily="34" charset="0"/>
                  </a:rPr>
                  <a:t>K</a:t>
                </a:r>
                <a:r>
                  <a:rPr lang="pt-BR" altLang="pt-BR" sz="2400" baseline="-25000" dirty="0" err="1">
                    <a:latin typeface="Aptos" panose="020B0004020202020204" pitchFamily="34" charset="0"/>
                    <a:cs typeface="Arial" panose="020B0604020202020204" pitchFamily="34" charset="0"/>
                  </a:rPr>
                  <a:t>h</a:t>
                </a:r>
                <a:r>
                  <a:rPr lang="pt-BR" altLang="pt-BR" sz="2400" baseline="-25000" dirty="0">
                    <a:latin typeface="Aptos" panose="020B00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BR" altLang="pt-BR" sz="2400" dirty="0">
                    <a:latin typeface="Aptos" panose="020B0004020202020204" pitchFamily="34" charset="0"/>
                    <a:cs typeface="Arial" panose="020B0604020202020204" pitchFamily="34" charset="0"/>
                  </a:rPr>
                  <a:t>(C</a:t>
                </a:r>
                <a:r>
                  <a:rPr lang="pt-BR" altLang="pt-BR" sz="2400" baseline="-25000" dirty="0">
                    <a:latin typeface="Aptos" panose="020B0004020202020204" pitchFamily="34" charset="0"/>
                    <a:cs typeface="Arial" panose="020B0604020202020204" pitchFamily="34" charset="0"/>
                  </a:rPr>
                  <a:t>s</a:t>
                </a:r>
                <a:r>
                  <a:rPr lang="pt-BR" altLang="pt-BR" sz="2400" dirty="0">
                    <a:latin typeface="Aptos" panose="020B0004020202020204" pitchFamily="34" charset="0"/>
                    <a:cs typeface="Arial" panose="020B0604020202020204" pitchFamily="34" charset="0"/>
                  </a:rPr>
                  <a:t> - [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pt-BR" altLang="pt-BR" sz="2400" dirty="0">
                        <a:latin typeface="Aptos" panose="020B0004020202020204" pitchFamily="34" charset="0"/>
                      </a:rPr>
                      <m:t>OH</m:t>
                    </m:r>
                    <m:r>
                      <m:rPr>
                        <m:nor/>
                      </m:rPr>
                      <a:rPr lang="pt-BR" altLang="pt-BR" sz="2400" baseline="30000" dirty="0">
                        <a:latin typeface="Aptos" panose="020B0004020202020204" pitchFamily="34" charset="0"/>
                      </a:rPr>
                      <m:t>−</m:t>
                    </m:r>
                  </m:oMath>
                </a14:m>
                <a:r>
                  <a:rPr lang="pt-BR" altLang="pt-BR" sz="2400" dirty="0">
                    <a:latin typeface="Aptos" panose="020B0004020202020204" pitchFamily="34" charset="0"/>
                    <a:cs typeface="Arial" panose="020B0604020202020204" pitchFamily="34" charset="0"/>
                  </a:rPr>
                  <a:t>])</a:t>
                </a:r>
                <a:r>
                  <a:rPr lang="pt-BR" altLang="pt-BR" sz="2400" dirty="0">
                    <a:solidFill>
                      <a:schemeClr val="accent1">
                        <a:lumMod val="75000"/>
                      </a:schemeClr>
                    </a:solidFill>
                    <a:latin typeface="Aptos" panose="020B0004020202020204" pitchFamily="34" charset="0"/>
                    <a:cs typeface="Arial" panose="020B0604020202020204" pitchFamily="34" charset="0"/>
                  </a:rPr>
                  <a:t> (7)</a:t>
                </a:r>
              </a:p>
              <a:p>
                <a:pPr algn="ctr"/>
                <a:endParaRPr lang="pt-BR" altLang="pt-BR" sz="2400" dirty="0">
                  <a:latin typeface="Aptos" panose="020B00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pt-BR" sz="2400" dirty="0">
                    <a:latin typeface="Aptos" panose="020B0004020202020204" pitchFamily="34" charset="0"/>
                  </a:rPr>
                  <a:t>Como C</a:t>
                </a:r>
                <a:r>
                  <a:rPr lang="pt-BR" sz="2400" baseline="-25000" dirty="0">
                    <a:latin typeface="Aptos" panose="020B0004020202020204" pitchFamily="34" charset="0"/>
                  </a:rPr>
                  <a:t>s</a:t>
                </a:r>
                <a:r>
                  <a:rPr lang="pt-BR" sz="2400" dirty="0">
                    <a:latin typeface="Aptos" panose="020B0004020202020204" pitchFamily="34" charset="0"/>
                  </a:rPr>
                  <a:t>/</a:t>
                </a:r>
                <a:r>
                  <a:rPr lang="pt-BR" sz="2400" dirty="0" err="1">
                    <a:latin typeface="Aptos" panose="020B0004020202020204" pitchFamily="34" charset="0"/>
                  </a:rPr>
                  <a:t>K</a:t>
                </a:r>
                <a:r>
                  <a:rPr lang="pt-BR" sz="2400" baseline="-25000" dirty="0" err="1">
                    <a:latin typeface="Aptos" panose="020B0004020202020204" pitchFamily="34" charset="0"/>
                  </a:rPr>
                  <a:t>h</a:t>
                </a:r>
                <a:r>
                  <a:rPr lang="pt-BR" sz="2400" dirty="0">
                    <a:latin typeface="Aptos" panose="020B0004020202020204" pitchFamily="34" charset="0"/>
                  </a:rPr>
                  <a:t> &gt; 10</a:t>
                </a:r>
                <a:r>
                  <a:rPr lang="pt-BR" sz="2400" baseline="30000" dirty="0">
                    <a:latin typeface="Aptos" panose="020B0004020202020204" pitchFamily="34" charset="0"/>
                  </a:rPr>
                  <a:t>3 </a:t>
                </a:r>
                <a:r>
                  <a:rPr lang="pt-BR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  <a:sym typeface="Symbol" panose="05050102010706020507" pitchFamily="18" charset="2"/>
                  </a:rPr>
                  <a:t></a:t>
                </a:r>
                <a:r>
                  <a:rPr lang="pt-BR" altLang="pt-BR" sz="2400" dirty="0">
                    <a:latin typeface="Aptos" panose="020B0004020202020204" pitchFamily="34" charset="0"/>
                    <a:sym typeface="Symbol" panose="05050102010706020507" pitchFamily="18" charset="2"/>
                  </a:rPr>
                  <a:t> Considera-se que  C</a:t>
                </a:r>
                <a:r>
                  <a:rPr lang="pt-BR" altLang="pt-BR" sz="2400" baseline="-25000" dirty="0">
                    <a:latin typeface="Aptos" panose="020B0004020202020204" pitchFamily="34" charset="0"/>
                    <a:sym typeface="Symbol" panose="05050102010706020507" pitchFamily="18" charset="2"/>
                  </a:rPr>
                  <a:t>s</a:t>
                </a:r>
                <a:r>
                  <a:rPr lang="pt-BR" altLang="pt-BR" sz="2400" dirty="0">
                    <a:latin typeface="Aptos" panose="020B0004020202020204" pitchFamily="34" charset="0"/>
                    <a:sym typeface="Symbol" panose="05050102010706020507" pitchFamily="18" charset="2"/>
                  </a:rPr>
                  <a:t> &gt;&gt;&gt; [OH</a:t>
                </a:r>
                <a:r>
                  <a:rPr lang="pt-BR" altLang="pt-BR" sz="2400" baseline="30000" dirty="0">
                    <a:latin typeface="Aptos" panose="020B0004020202020204" pitchFamily="34" charset="0"/>
                    <a:sym typeface="Symbol" panose="05050102010706020507" pitchFamily="18" charset="2"/>
                  </a:rPr>
                  <a:t>-</a:t>
                </a:r>
                <a:r>
                  <a:rPr lang="pt-BR" altLang="pt-BR" sz="2400" dirty="0">
                    <a:latin typeface="Aptos" panose="020B0004020202020204" pitchFamily="34" charset="0"/>
                    <a:sym typeface="Symbol" panose="05050102010706020507" pitchFamily="18" charset="2"/>
                  </a:rPr>
                  <a:t>] e despreza-se [OH</a:t>
                </a:r>
                <a:r>
                  <a:rPr lang="pt-BR" altLang="pt-BR" sz="2400" baseline="30000" dirty="0">
                    <a:latin typeface="Aptos" panose="020B0004020202020204" pitchFamily="34" charset="0"/>
                    <a:sym typeface="Symbol" panose="05050102010706020507" pitchFamily="18" charset="2"/>
                  </a:rPr>
                  <a:t>-</a:t>
                </a:r>
                <a:r>
                  <a:rPr lang="pt-BR" altLang="pt-BR" sz="2400" dirty="0">
                    <a:latin typeface="Aptos" panose="020B0004020202020204" pitchFamily="34" charset="0"/>
                    <a:sym typeface="Symbol" panose="05050102010706020507" pitchFamily="18" charset="2"/>
                  </a:rPr>
                  <a:t>] em </a:t>
                </a:r>
                <a:r>
                  <a:rPr lang="pt-BR" altLang="pt-BR" sz="2400" dirty="0">
                    <a:solidFill>
                      <a:schemeClr val="accent1">
                        <a:lumMod val="75000"/>
                      </a:schemeClr>
                    </a:solidFill>
                    <a:latin typeface="Aptos" panose="020B0004020202020204" pitchFamily="34" charset="0"/>
                    <a:sym typeface="Symbol" panose="05050102010706020507" pitchFamily="18" charset="2"/>
                  </a:rPr>
                  <a:t>(7)</a:t>
                </a:r>
                <a:r>
                  <a:rPr lang="pt-BR" altLang="pt-BR" sz="2400" dirty="0">
                    <a:latin typeface="Aptos" panose="020B0004020202020204" pitchFamily="34" charset="0"/>
                    <a:sym typeface="Symbol" panose="05050102010706020507" pitchFamily="18" charset="2"/>
                  </a:rPr>
                  <a:t>:</a:t>
                </a:r>
              </a:p>
              <a:p>
                <a:pPr algn="ctr">
                  <a:lnSpc>
                    <a:spcPct val="150000"/>
                  </a:lnSpc>
                </a:pPr>
                <a:endParaRPr lang="pt-BR" altLang="pt-BR" sz="2400" dirty="0">
                  <a:solidFill>
                    <a:srgbClr val="002060"/>
                  </a:solidFill>
                  <a:latin typeface="Aptos" panose="020B0004020202020204" pitchFamily="34" charset="0"/>
                  <a:sym typeface="Symbol" panose="05050102010706020507" pitchFamily="18" charset="2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pt-BR" altLang="pt-BR" sz="2400" dirty="0">
                    <a:solidFill>
                      <a:srgbClr val="002060"/>
                    </a:solidFill>
                    <a:latin typeface="Aptos" panose="020B0004020202020204" pitchFamily="34" charset="0"/>
                    <a:sym typeface="Symbol" panose="05050102010706020507" pitchFamily="18" charset="2"/>
                  </a:rPr>
                  <a:t>[</a:t>
                </a:r>
                <a:r>
                  <a:rPr lang="pt-BR" altLang="pt-BR" sz="2400" dirty="0">
                    <a:latin typeface="Aptos" panose="020B00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OH</a:t>
                </a:r>
                <a:r>
                  <a:rPr lang="pt-BR" altLang="pt-BR" sz="2400" baseline="30000" dirty="0">
                    <a:latin typeface="Aptos" panose="020B0004020202020204" pitchFamily="34" charset="0"/>
                    <a:cs typeface="Arial" panose="020B0604020202020204" pitchFamily="34" charset="0"/>
                  </a:rPr>
                  <a:t>-</a:t>
                </a:r>
                <a:r>
                  <a:rPr lang="pt-BR" altLang="pt-BR" sz="2400" dirty="0">
                    <a:latin typeface="Aptos" panose="020B0004020202020204" pitchFamily="34" charset="0"/>
                    <a:cs typeface="Arial" panose="020B0604020202020204" pitchFamily="34" charset="0"/>
                  </a:rPr>
                  <a:t>]</a:t>
                </a:r>
                <a:r>
                  <a:rPr lang="pt-BR" altLang="pt-BR" sz="2400" baseline="30000" dirty="0">
                    <a:latin typeface="Aptos" panose="020B00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pt-BR" altLang="pt-BR" sz="2400" dirty="0">
                    <a:latin typeface="Aptos" panose="020B0004020202020204" pitchFamily="34" charset="0"/>
                    <a:cs typeface="Arial" panose="020B0604020202020204" pitchFamily="34" charset="0"/>
                  </a:rPr>
                  <a:t> = </a:t>
                </a:r>
                <a:r>
                  <a:rPr lang="pt-BR" altLang="pt-BR" sz="2400" dirty="0" err="1">
                    <a:latin typeface="Aptos" panose="020B0004020202020204" pitchFamily="34" charset="0"/>
                    <a:cs typeface="Arial" panose="020B0604020202020204" pitchFamily="34" charset="0"/>
                  </a:rPr>
                  <a:t>K</a:t>
                </a:r>
                <a:r>
                  <a:rPr lang="pt-BR" altLang="pt-BR" sz="2400" baseline="-25000" dirty="0" err="1">
                    <a:latin typeface="Aptos" panose="020B0004020202020204" pitchFamily="34" charset="0"/>
                    <a:cs typeface="Arial" panose="020B0604020202020204" pitchFamily="34" charset="0"/>
                  </a:rPr>
                  <a:t>h</a:t>
                </a:r>
                <a:r>
                  <a:rPr lang="pt-BR" altLang="pt-BR" sz="2400" dirty="0" err="1">
                    <a:latin typeface="Aptos" panose="020B0004020202020204" pitchFamily="34" charset="0"/>
                    <a:cs typeface="Arial" panose="020B0604020202020204" pitchFamily="34" charset="0"/>
                  </a:rPr>
                  <a:t>C</a:t>
                </a:r>
                <a:r>
                  <a:rPr lang="pt-BR" altLang="pt-BR" sz="2400" baseline="-25000" dirty="0" err="1">
                    <a:latin typeface="Aptos" panose="020B0004020202020204" pitchFamily="34" charset="0"/>
                    <a:cs typeface="Arial" panose="020B0604020202020204" pitchFamily="34" charset="0"/>
                  </a:rPr>
                  <a:t>s</a:t>
                </a:r>
                <a:endParaRPr lang="pt-BR" altLang="pt-BR" sz="2400" dirty="0">
                  <a:latin typeface="Aptos" panose="020B0004020202020204" pitchFamily="34" charset="0"/>
                  <a:cs typeface="Arial" panose="020B0604020202020204" pitchFamily="34" charset="0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pt-BR" altLang="pt-BR" sz="2400" b="1" dirty="0">
                    <a:latin typeface="Aptos" panose="020B0004020202020204" pitchFamily="34" charset="0"/>
                    <a:cs typeface="Arial" panose="020B0604020202020204" pitchFamily="34" charset="0"/>
                  </a:rPr>
                  <a:t>[</a:t>
                </a:r>
                <a:r>
                  <a:rPr lang="pt-BR" altLang="pt-BR" sz="2400" b="1" dirty="0">
                    <a:latin typeface="Aptos" panose="020B00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OH</a:t>
                </a:r>
                <a:r>
                  <a:rPr lang="pt-BR" altLang="pt-BR" sz="2400" b="1" baseline="30000" dirty="0">
                    <a:latin typeface="Aptos" panose="020B0004020202020204" pitchFamily="34" charset="0"/>
                    <a:cs typeface="Arial" panose="020B0604020202020204" pitchFamily="34" charset="0"/>
                  </a:rPr>
                  <a:t>-</a:t>
                </a:r>
                <a:r>
                  <a:rPr lang="pt-BR" altLang="pt-BR" sz="2400" b="1" dirty="0">
                    <a:latin typeface="Aptos" panose="020B0004020202020204" pitchFamily="34" charset="0"/>
                    <a:cs typeface="Arial" panose="020B0604020202020204" pitchFamily="34" charset="0"/>
                  </a:rPr>
                  <a:t>] = (</a:t>
                </a:r>
                <a:r>
                  <a:rPr lang="pt-BR" altLang="pt-BR" sz="2400" b="1" dirty="0" err="1">
                    <a:latin typeface="Aptos" panose="020B0004020202020204" pitchFamily="34" charset="0"/>
                    <a:cs typeface="Arial" panose="020B0604020202020204" pitchFamily="34" charset="0"/>
                  </a:rPr>
                  <a:t>K</a:t>
                </a:r>
                <a:r>
                  <a:rPr lang="pt-BR" altLang="pt-BR" sz="2400" b="1" baseline="-25000" dirty="0" err="1">
                    <a:latin typeface="Aptos" panose="020B0004020202020204" pitchFamily="34" charset="0"/>
                    <a:cs typeface="Arial" panose="020B0604020202020204" pitchFamily="34" charset="0"/>
                  </a:rPr>
                  <a:t>h</a:t>
                </a:r>
                <a:r>
                  <a:rPr lang="pt-BR" altLang="pt-BR" sz="2400" b="1" dirty="0" err="1">
                    <a:latin typeface="Aptos" panose="020B0004020202020204" pitchFamily="34" charset="0"/>
                    <a:cs typeface="Arial" panose="020B0604020202020204" pitchFamily="34" charset="0"/>
                  </a:rPr>
                  <a:t>C</a:t>
                </a:r>
                <a:r>
                  <a:rPr lang="pt-BR" altLang="pt-BR" sz="2400" b="1" baseline="-25000" dirty="0" err="1">
                    <a:latin typeface="Aptos" panose="020B0004020202020204" pitchFamily="34" charset="0"/>
                    <a:cs typeface="Arial" panose="020B0604020202020204" pitchFamily="34" charset="0"/>
                  </a:rPr>
                  <a:t>s</a:t>
                </a:r>
                <a:r>
                  <a:rPr lang="pt-BR" altLang="pt-BR" sz="2400" b="1" dirty="0">
                    <a:latin typeface="Aptos" panose="020B0004020202020204" pitchFamily="34" charset="0"/>
                    <a:cs typeface="Arial" panose="020B0604020202020204" pitchFamily="34" charset="0"/>
                  </a:rPr>
                  <a:t>)</a:t>
                </a:r>
                <a:r>
                  <a:rPr lang="pt-BR" altLang="pt-BR" sz="2400" b="1" baseline="30000" dirty="0">
                    <a:latin typeface="Aptos" panose="020B0004020202020204" pitchFamily="34" charset="0"/>
                    <a:cs typeface="Arial" panose="020B0604020202020204" pitchFamily="34" charset="0"/>
                  </a:rPr>
                  <a:t>1/2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6AB9AA18-DF95-F63C-4D3D-6385FFC787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403" y="689148"/>
                <a:ext cx="11527192" cy="5479705"/>
              </a:xfrm>
              <a:prstGeom prst="rect">
                <a:avLst/>
              </a:prstGeom>
              <a:blipFill>
                <a:blip r:embed="rId2"/>
                <a:stretch>
                  <a:fillRect l="-847" t="-890" b="-15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Conector de Seta Reta 2">
            <a:extLst>
              <a:ext uri="{FF2B5EF4-FFF2-40B4-BE49-F238E27FC236}">
                <a16:creationId xmlns:a16="http://schemas.microsoft.com/office/drawing/2014/main" id="{6F433A6E-1E9C-47BD-3587-08C8D1BD8597}"/>
              </a:ext>
            </a:extLst>
          </p:cNvPr>
          <p:cNvCxnSpPr>
            <a:cxnSpLocks/>
          </p:cNvCxnSpPr>
          <p:nvPr/>
        </p:nvCxnSpPr>
        <p:spPr>
          <a:xfrm flipV="1">
            <a:off x="6638645" y="3238397"/>
            <a:ext cx="367033" cy="381206"/>
          </a:xfrm>
          <a:prstGeom prst="straightConnector1">
            <a:avLst/>
          </a:prstGeom>
          <a:ln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7839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E658D-D8FC-C135-989B-56A38AB56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FD8BF50-9CFA-330A-74B9-C5818A5E4735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Cálculo de pH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618D7C4-5FC3-62D2-7C55-3F6DE49D76E2}"/>
              </a:ext>
            </a:extLst>
          </p:cNvPr>
          <p:cNvSpPr txBox="1"/>
          <p:nvPr/>
        </p:nvSpPr>
        <p:spPr>
          <a:xfrm>
            <a:off x="332403" y="1287901"/>
            <a:ext cx="11527192" cy="4282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[</a:t>
            </a:r>
            <a:r>
              <a:rPr lang="pt-BR" sz="2400" dirty="0">
                <a:latin typeface="Aptos" panose="020B0004020202020204" pitchFamily="34" charset="0"/>
                <a:cs typeface="Arial" charset="0"/>
              </a:rPr>
              <a:t>OH</a:t>
            </a:r>
            <a:r>
              <a:rPr lang="pt-BR" sz="2400" baseline="30000" dirty="0">
                <a:latin typeface="Aptos" panose="020B0004020202020204" pitchFamily="34" charset="0"/>
                <a:cs typeface="Arial" charset="0"/>
              </a:rPr>
              <a:t>-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] = (</a:t>
            </a:r>
            <a:r>
              <a:rPr lang="pt-BR" altLang="pt-BR" sz="2400" dirty="0">
                <a:latin typeface="Aptos" panose="020B0004020202020204" pitchFamily="34" charset="0"/>
              </a:rPr>
              <a:t>5,71 x 10</a:t>
            </a:r>
            <a:r>
              <a:rPr lang="pt-BR" altLang="pt-BR" sz="2400" baseline="30000" dirty="0">
                <a:latin typeface="Aptos" panose="020B0004020202020204" pitchFamily="34" charset="0"/>
              </a:rPr>
              <a:t>-10</a:t>
            </a:r>
            <a:r>
              <a:rPr lang="pt-BR" altLang="pt-BR" sz="2400" baseline="-25000" dirty="0">
                <a:latin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x </a:t>
            </a:r>
            <a:r>
              <a:rPr lang="pt-BR" altLang="pt-BR" sz="2400" dirty="0">
                <a:solidFill>
                  <a:srgbClr val="000000"/>
                </a:solidFill>
                <a:latin typeface="Aptos" panose="020B0004020202020204" pitchFamily="34" charset="0"/>
              </a:rPr>
              <a:t>0,1000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)</a:t>
            </a:r>
            <a:r>
              <a:rPr lang="pt-BR" altLang="pt-BR" sz="2400" baseline="30000" dirty="0">
                <a:latin typeface="Aptos" panose="020B0004020202020204" pitchFamily="34" charset="0"/>
                <a:cs typeface="Arial" panose="020B0604020202020204" pitchFamily="34" charset="0"/>
              </a:rPr>
              <a:t>1/2  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= 7,56 x 10</a:t>
            </a:r>
            <a:r>
              <a:rPr lang="pt-BR" altLang="pt-BR" sz="2400" baseline="30000" dirty="0">
                <a:latin typeface="Aptos" panose="020B0004020202020204" pitchFamily="34" charset="0"/>
                <a:cs typeface="Arial" panose="020B0604020202020204" pitchFamily="34" charset="0"/>
              </a:rPr>
              <a:t>-6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 mol L</a:t>
            </a:r>
            <a:r>
              <a:rPr lang="pt-BR" altLang="pt-BR" sz="2400" baseline="30000" dirty="0">
                <a:latin typeface="Aptos" panose="020B0004020202020204" pitchFamily="34" charset="0"/>
                <a:cs typeface="Arial" panose="020B0604020202020204" pitchFamily="34" charset="0"/>
              </a:rPr>
              <a:t>-1</a:t>
            </a:r>
            <a:endParaRPr lang="pt-BR" altLang="pt-BR" sz="24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endParaRPr lang="pt-BR" altLang="pt-BR" sz="2400" baseline="300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pt-BR" altLang="pt-BR" sz="2400" kern="0" dirty="0" err="1">
                <a:latin typeface="Aptos" panose="020B0004020202020204" pitchFamily="34" charset="0"/>
              </a:rPr>
              <a:t>pOH</a:t>
            </a:r>
            <a:r>
              <a:rPr lang="pt-BR" altLang="pt-BR" sz="2400" kern="0" dirty="0">
                <a:latin typeface="Aptos" panose="020B0004020202020204" pitchFamily="34" charset="0"/>
              </a:rPr>
              <a:t> = - log [</a:t>
            </a:r>
            <a:r>
              <a:rPr lang="pt-BR" sz="2400" dirty="0">
                <a:latin typeface="Aptos" panose="020B0004020202020204" pitchFamily="34" charset="0"/>
                <a:cs typeface="Arial" charset="0"/>
              </a:rPr>
              <a:t>OH</a:t>
            </a:r>
            <a:r>
              <a:rPr lang="pt-BR" sz="2400" baseline="30000" dirty="0">
                <a:latin typeface="Aptos" panose="020B0004020202020204" pitchFamily="34" charset="0"/>
                <a:cs typeface="Arial" charset="0"/>
              </a:rPr>
              <a:t>-</a:t>
            </a:r>
            <a:r>
              <a:rPr lang="pt-BR" altLang="pt-BR" sz="2400" kern="0" dirty="0">
                <a:latin typeface="Aptos" panose="020B0004020202020204" pitchFamily="34" charset="0"/>
              </a:rPr>
              <a:t>] = - log 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7,56 x 10</a:t>
            </a:r>
            <a:r>
              <a:rPr lang="pt-BR" altLang="pt-BR" sz="2400" baseline="30000" dirty="0">
                <a:latin typeface="Aptos" panose="020B0004020202020204" pitchFamily="34" charset="0"/>
                <a:cs typeface="Arial" panose="020B0604020202020204" pitchFamily="34" charset="0"/>
              </a:rPr>
              <a:t>-6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pt-BR" altLang="pt-BR" sz="2400" kern="0" dirty="0">
                <a:latin typeface="Aptos" panose="020B0004020202020204" pitchFamily="34" charset="0"/>
              </a:rPr>
              <a:t>= 5,12</a:t>
            </a:r>
            <a:endParaRPr lang="pt-BR" sz="2400" dirty="0">
              <a:latin typeface="Aptos" panose="020B00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pt-BR" altLang="pt-BR" sz="2400" b="1" dirty="0">
                <a:latin typeface="Aptos" panose="020B0004020202020204" pitchFamily="34" charset="0"/>
                <a:sym typeface="Symbol" panose="05050102010706020507" pitchFamily="18" charset="2"/>
              </a:rPr>
              <a:t>pH = 14 – 5,12 = 8,88</a:t>
            </a:r>
          </a:p>
          <a:p>
            <a:pPr algn="ctr">
              <a:lnSpc>
                <a:spcPct val="150000"/>
              </a:lnSpc>
            </a:pPr>
            <a:endParaRPr lang="pt-BR" sz="2400" dirty="0">
              <a:latin typeface="Aptos" panose="020B00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2400" dirty="0">
                <a:latin typeface="Aptos" panose="020B0004020202020204" pitchFamily="34" charset="0"/>
              </a:rPr>
              <a:t>Se C</a:t>
            </a:r>
            <a:r>
              <a:rPr lang="pt-BR" sz="2400" baseline="-25000" dirty="0">
                <a:latin typeface="Aptos" panose="020B0004020202020204" pitchFamily="34" charset="0"/>
              </a:rPr>
              <a:t>s</a:t>
            </a:r>
            <a:r>
              <a:rPr lang="pt-BR" sz="2400" dirty="0">
                <a:latin typeface="Aptos" panose="020B0004020202020204" pitchFamily="34" charset="0"/>
              </a:rPr>
              <a:t>/</a:t>
            </a:r>
            <a:r>
              <a:rPr lang="pt-BR" sz="2400" dirty="0" err="1">
                <a:latin typeface="Aptos" panose="020B0004020202020204" pitchFamily="34" charset="0"/>
              </a:rPr>
              <a:t>K</a:t>
            </a:r>
            <a:r>
              <a:rPr lang="pt-BR" sz="2400" baseline="-25000" dirty="0" err="1">
                <a:latin typeface="Aptos" panose="020B0004020202020204" pitchFamily="34" charset="0"/>
              </a:rPr>
              <a:t>h</a:t>
            </a:r>
            <a:r>
              <a:rPr lang="pt-BR" sz="2400" dirty="0">
                <a:latin typeface="Aptos" panose="020B0004020202020204" pitchFamily="34" charset="0"/>
              </a:rPr>
              <a:t> &lt; 10</a:t>
            </a:r>
            <a:r>
              <a:rPr lang="pt-BR" sz="2400" baseline="30000" dirty="0">
                <a:latin typeface="Aptos" panose="020B0004020202020204" pitchFamily="34" charset="0"/>
              </a:rPr>
              <a:t>3 </a:t>
            </a:r>
            <a:r>
              <a:rPr lang="pt-BR" alt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</a:t>
            </a:r>
            <a:r>
              <a:rPr lang="pt-BR" altLang="pt-BR" sz="2400" dirty="0">
                <a:latin typeface="Aptos" panose="020B0004020202020204" pitchFamily="34" charset="0"/>
                <a:sym typeface="Symbol" panose="05050102010706020507" pitchFamily="18" charset="2"/>
              </a:rPr>
              <a:t> Não despreza-se [OH</a:t>
            </a:r>
            <a:r>
              <a:rPr lang="pt-BR" altLang="pt-BR" sz="2400" baseline="30000" dirty="0">
                <a:latin typeface="Aptos" panose="020B0004020202020204" pitchFamily="34" charset="0"/>
                <a:sym typeface="Symbol" panose="05050102010706020507" pitchFamily="18" charset="2"/>
              </a:rPr>
              <a:t>-</a:t>
            </a:r>
            <a:r>
              <a:rPr lang="pt-BR" altLang="pt-BR" sz="2400" dirty="0">
                <a:latin typeface="Aptos" panose="020B0004020202020204" pitchFamily="34" charset="0"/>
                <a:sym typeface="Symbol" panose="05050102010706020507" pitchFamily="18" charset="2"/>
              </a:rPr>
              <a:t>] em (7) e:</a:t>
            </a:r>
          </a:p>
          <a:p>
            <a:pPr algn="ctr">
              <a:lnSpc>
                <a:spcPct val="150000"/>
              </a:lnSpc>
            </a:pPr>
            <a:endParaRPr lang="pt-BR" altLang="pt-BR" sz="2400" dirty="0">
              <a:latin typeface="Aptos" panose="020B00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pt-BR" altLang="pt-BR" sz="2400" b="1" dirty="0">
                <a:latin typeface="Aptos" panose="020B0004020202020204" pitchFamily="34" charset="0"/>
                <a:cs typeface="Arial" panose="020B0604020202020204" pitchFamily="34" charset="0"/>
              </a:rPr>
              <a:t>[</a:t>
            </a:r>
            <a:r>
              <a:rPr lang="pt-BR" sz="2400" b="1" dirty="0">
                <a:latin typeface="Aptos" panose="020B0004020202020204" pitchFamily="34" charset="0"/>
                <a:cs typeface="Arial" charset="0"/>
              </a:rPr>
              <a:t>OH</a:t>
            </a:r>
            <a:r>
              <a:rPr lang="pt-BR" sz="2400" b="1" baseline="30000" dirty="0">
                <a:latin typeface="Aptos" panose="020B0004020202020204" pitchFamily="34" charset="0"/>
                <a:cs typeface="Arial" charset="0"/>
              </a:rPr>
              <a:t>-</a:t>
            </a:r>
            <a:r>
              <a:rPr lang="pt-BR" altLang="pt-BR" sz="2400" b="1" dirty="0">
                <a:latin typeface="Aptos" panose="020B0004020202020204" pitchFamily="34" charset="0"/>
                <a:cs typeface="Arial" panose="020B0604020202020204" pitchFamily="34" charset="0"/>
              </a:rPr>
              <a:t>]</a:t>
            </a:r>
            <a:r>
              <a:rPr lang="pt-BR" altLang="pt-BR" sz="2400" b="1" baseline="30000" dirty="0">
                <a:latin typeface="Aptos" panose="020B0004020202020204" pitchFamily="34" charset="0"/>
                <a:cs typeface="Arial" panose="020B0604020202020204" pitchFamily="34" charset="0"/>
              </a:rPr>
              <a:t>2  </a:t>
            </a:r>
            <a:r>
              <a:rPr lang="pt-BR" altLang="pt-BR" sz="2400" b="1" dirty="0">
                <a:latin typeface="Aptos" panose="020B0004020202020204" pitchFamily="34" charset="0"/>
                <a:cs typeface="Arial" panose="020B0604020202020204" pitchFamily="34" charset="0"/>
              </a:rPr>
              <a:t>+  </a:t>
            </a:r>
            <a:r>
              <a:rPr lang="pt-BR" altLang="pt-BR" sz="2400" b="1" dirty="0" err="1">
                <a:latin typeface="Aptos" panose="020B0004020202020204" pitchFamily="34" charset="0"/>
                <a:cs typeface="Arial" panose="020B0604020202020204" pitchFamily="34" charset="0"/>
              </a:rPr>
              <a:t>K</a:t>
            </a:r>
            <a:r>
              <a:rPr lang="pt-BR" altLang="pt-BR" sz="2400" b="1" baseline="-25000" dirty="0" err="1">
                <a:latin typeface="Aptos" panose="020B0004020202020204" pitchFamily="34" charset="0"/>
                <a:cs typeface="Arial" panose="020B0604020202020204" pitchFamily="34" charset="0"/>
              </a:rPr>
              <a:t>h</a:t>
            </a:r>
            <a:r>
              <a:rPr lang="pt-BR" altLang="pt-BR" sz="2400" b="1" baseline="-25000" dirty="0">
                <a:latin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pt-BR" altLang="pt-BR" sz="2400" b="1" dirty="0">
                <a:latin typeface="Aptos" panose="020B0004020202020204" pitchFamily="34" charset="0"/>
                <a:cs typeface="Arial" panose="020B0604020202020204" pitchFamily="34" charset="0"/>
              </a:rPr>
              <a:t>[</a:t>
            </a:r>
            <a:r>
              <a:rPr lang="pt-BR" sz="2400" b="1" dirty="0">
                <a:latin typeface="Aptos" panose="020B0004020202020204" pitchFamily="34" charset="0"/>
                <a:cs typeface="Arial" charset="0"/>
              </a:rPr>
              <a:t>OH</a:t>
            </a:r>
            <a:r>
              <a:rPr lang="pt-BR" sz="2400" b="1" baseline="30000" dirty="0">
                <a:latin typeface="Aptos" panose="020B0004020202020204" pitchFamily="34" charset="0"/>
                <a:cs typeface="Arial" charset="0"/>
              </a:rPr>
              <a:t>-</a:t>
            </a:r>
            <a:r>
              <a:rPr lang="pt-BR" altLang="pt-BR" sz="2400" b="1" dirty="0">
                <a:latin typeface="Aptos" panose="020B0004020202020204" pitchFamily="34" charset="0"/>
                <a:cs typeface="Arial" panose="020B0604020202020204" pitchFamily="34" charset="0"/>
              </a:rPr>
              <a:t>] - </a:t>
            </a:r>
            <a:r>
              <a:rPr lang="pt-BR" altLang="pt-BR" sz="2400" b="1" dirty="0" err="1">
                <a:latin typeface="Aptos" panose="020B0004020202020204" pitchFamily="34" charset="0"/>
                <a:cs typeface="Arial" panose="020B0604020202020204" pitchFamily="34" charset="0"/>
              </a:rPr>
              <a:t>K</a:t>
            </a:r>
            <a:r>
              <a:rPr lang="pt-BR" altLang="pt-BR" sz="2400" b="1" baseline="-25000" dirty="0" err="1">
                <a:latin typeface="Aptos" panose="020B0004020202020204" pitchFamily="34" charset="0"/>
                <a:cs typeface="Arial" panose="020B0604020202020204" pitchFamily="34" charset="0"/>
              </a:rPr>
              <a:t>h</a:t>
            </a:r>
            <a:r>
              <a:rPr lang="pt-BR" altLang="pt-BR" sz="2400" b="1" baseline="-25000" dirty="0">
                <a:latin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pt-BR" altLang="pt-BR" sz="2400" b="1" dirty="0">
                <a:latin typeface="Aptos" panose="020B0004020202020204" pitchFamily="34" charset="0"/>
                <a:cs typeface="Arial" panose="020B0604020202020204" pitchFamily="34" charset="0"/>
              </a:rPr>
              <a:t>C</a:t>
            </a:r>
            <a:r>
              <a:rPr lang="pt-BR" altLang="pt-BR" sz="2400" b="1" baseline="-25000" dirty="0">
                <a:latin typeface="Aptos" panose="020B0004020202020204" pitchFamily="34" charset="0"/>
                <a:cs typeface="Arial" panose="020B0604020202020204" pitchFamily="34" charset="0"/>
              </a:rPr>
              <a:t>s</a:t>
            </a:r>
            <a:r>
              <a:rPr lang="pt-BR" altLang="pt-BR" sz="2400" b="1" dirty="0">
                <a:latin typeface="Aptos" panose="020B0004020202020204" pitchFamily="34" charset="0"/>
                <a:cs typeface="Arial" panose="020B0604020202020204" pitchFamily="34" charset="0"/>
              </a:rPr>
              <a:t>= 0 </a:t>
            </a:r>
            <a:r>
              <a:rPr lang="pt-BR" sz="2400" kern="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/>
                <a:sym typeface="Symbol" panose="05050102010706020507" pitchFamily="18" charset="2"/>
              </a:rPr>
              <a:t> Equação Geral</a:t>
            </a:r>
            <a:endParaRPr lang="en-US" sz="2400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0627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478E4-1A51-6A0C-A87A-CFBCA183B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48474756-B7D4-C9A9-00F7-83DE85FFA022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Cálculo de pH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C15AABC8-625F-319A-E251-2C2C88060671}"/>
                  </a:ext>
                </a:extLst>
              </p:cNvPr>
              <p:cNvSpPr txBox="1"/>
              <p:nvPr/>
            </p:nvSpPr>
            <p:spPr>
              <a:xfrm>
                <a:off x="332403" y="2481144"/>
                <a:ext cx="11527192" cy="18957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dirty="0">
                    <a:latin typeface="Aptos" panose="020B0004020202020204" pitchFamily="34" charset="0"/>
                    <a:cs typeface="Arial" panose="020B0604020202020204" pitchFamily="34" charset="0"/>
                  </a:rPr>
                  <a:t>Lembrando que:</a:t>
                </a:r>
                <a:endParaRPr lang="pt-BR" sz="2400" dirty="0">
                  <a:solidFill>
                    <a:schemeClr val="accent1">
                      <a:lumMod val="50000"/>
                    </a:schemeClr>
                  </a:solidFill>
                  <a:latin typeface="Aptos" panose="020B0004020202020204" pitchFamily="34" charset="0"/>
                  <a:cs typeface="Arial" panose="020B0604020202020204" pitchFamily="34" charset="0"/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pt-BR" sz="2400" b="0" i="0" smtClean="0">
                              <a:solidFill>
                                <a:schemeClr val="tx1"/>
                              </a:solidFill>
                              <a:latin typeface="Aptos" panose="020B0004020202020204" pitchFamily="34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pt-BR" sz="2400" b="0" i="0" smtClean="0">
                              <a:solidFill>
                                <a:schemeClr val="tx1"/>
                              </a:solidFill>
                              <a:latin typeface="Aptos" panose="020B0004020202020204" pitchFamily="34" charset="0"/>
                            </a:rPr>
                            <m:t>h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400" i="0" smtClean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pt-BR" sz="2400" b="0" i="0" smtClean="0">
                              <a:solidFill>
                                <a:schemeClr val="tx1"/>
                              </a:solidFill>
                              <a:latin typeface="Aptos" panose="020B0004020202020204" pitchFamily="34" charset="0"/>
                              <a:ea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pt-BR" sz="2400" b="0" i="0" smtClean="0">
                              <a:solidFill>
                                <a:schemeClr val="tx1"/>
                              </a:solidFill>
                              <a:latin typeface="Aptos" panose="020B0004020202020204" pitchFamily="34" charset="0"/>
                              <a:ea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400" i="0" smtClean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pt-BR" sz="2400" b="0" i="0" smtClean="0">
                                  <a:solidFill>
                                    <a:srgbClr val="C00000"/>
                                  </a:solidFill>
                                  <a:latin typeface="Aptos" panose="020B0004020202020204" pitchFamily="34" charset="0"/>
                                  <a:ea typeface="Cambria Math" panose="02040503050406030204" pitchFamily="18" charset="0"/>
                                </a:rPr>
                                <m:t>HA</m:t>
                              </m:r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nor/>
                                    </m:rPr>
                                    <a:rPr lang="pt-BR" sz="2400" b="0" i="0" smtClean="0">
                                      <a:solidFill>
                                        <a:schemeClr val="accent3"/>
                                      </a:solidFill>
                                      <a:latin typeface="Aptos" panose="020B0004020202020204" pitchFamily="34" charset="0"/>
                                      <a:ea typeface="Cambria Math" panose="02040503050406030204" pitchFamily="18" charset="0"/>
                                    </a:rPr>
                                    <m:t>OH</m:t>
                                  </m:r>
                                </m:e>
                                <m:sup>
                                  <m:r>
                                    <m:rPr>
                                      <m:nor/>
                                    </m:rPr>
                                    <a:rPr lang="pt-BR" sz="2400" b="0" i="0" smtClean="0">
                                      <a:solidFill>
                                        <a:schemeClr val="accent3"/>
                                      </a:solidFill>
                                      <a:latin typeface="Aptos" panose="020B0004020202020204" pitchFamily="34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</m:sup>
                              </m:sSup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i="1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nor/>
                                    </m:rPr>
                                    <a:rPr lang="pt-BR" sz="2400">
                                      <a:solidFill>
                                        <a:schemeClr val="accent3"/>
                                      </a:solidFill>
                                      <a:latin typeface="Aptos" panose="020B0004020202020204" pitchFamily="34" charset="0"/>
                                      <a:ea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p>
                                  <m:r>
                                    <m:rPr>
                                      <m:nor/>
                                    </m:rPr>
                                    <a:rPr lang="pt-BR" sz="2400">
                                      <a:solidFill>
                                        <a:schemeClr val="accent3"/>
                                      </a:solidFill>
                                      <a:latin typeface="Aptos" panose="020B0004020202020204" pitchFamily="34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nor/>
                                    </m:rPr>
                                    <a:rPr lang="pt-BR" sz="2400" b="0" i="0" smtClean="0">
                                      <a:solidFill>
                                        <a:srgbClr val="C00000"/>
                                      </a:solidFill>
                                      <a:latin typeface="Aptos" panose="020B0004020202020204" pitchFamily="34" charset="0"/>
                                      <a:ea typeface="Cambria Math" panose="02040503050406030204" pitchFamily="18" charset="0"/>
                                    </a:rPr>
                                    <m:t>A</m:t>
                                  </m:r>
                                </m:e>
                                <m:sup>
                                  <m:r>
                                    <m:rPr>
                                      <m:nor/>
                                    </m:rPr>
                                    <a:rPr lang="pt-BR" sz="2400" i="0">
                                      <a:solidFill>
                                        <a:srgbClr val="C00000"/>
                                      </a:solidFill>
                                      <a:latin typeface="Aptos" panose="020B0004020202020204" pitchFamily="34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</m:sup>
                              </m:sSup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nor/>
                                    </m:rPr>
                                    <a:rPr lang="pt-BR" sz="2400" i="0">
                                      <a:solidFill>
                                        <a:srgbClr val="C00000"/>
                                      </a:solidFill>
                                      <a:latin typeface="Aptos" panose="020B0004020202020204" pitchFamily="34" charset="0"/>
                                      <a:ea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p>
                                  <m:r>
                                    <m:rPr>
                                      <m:nor/>
                                    </m:rPr>
                                    <a:rPr lang="pt-BR" sz="2400" i="0">
                                      <a:solidFill>
                                        <a:srgbClr val="C00000"/>
                                      </a:solidFill>
                                      <a:latin typeface="Aptos" panose="020B0004020202020204" pitchFamily="34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</m:sup>
                              </m:sSup>
                            </m:e>
                          </m:d>
                        </m:den>
                      </m:f>
                      <m:r>
                        <m:rPr>
                          <m:nor/>
                        </m:rPr>
                        <a:rPr lang="en-US" sz="2400" i="0" smtClean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pt-BR" sz="2400" b="0" i="0" smtClean="0">
                                  <a:solidFill>
                                    <a:schemeClr val="accent3"/>
                                  </a:solidFill>
                                  <a:latin typeface="Aptos" panose="020B0004020202020204" pitchFamily="34" charset="0"/>
                                  <a:ea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pt-BR" sz="2400" b="0" i="0" smtClean="0">
                                  <a:solidFill>
                                    <a:schemeClr val="accent3"/>
                                  </a:solidFill>
                                  <a:latin typeface="Aptos" panose="020B0004020202020204" pitchFamily="34" charset="0"/>
                                  <a:ea typeface="Cambria Math" panose="02040503050406030204" pitchFamily="18" charset="0"/>
                                </a:rPr>
                                <m:t>w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pt-BR" sz="2400" b="0" i="0" smtClean="0">
                                  <a:solidFill>
                                    <a:srgbClr val="C00000"/>
                                  </a:solidFill>
                                  <a:latin typeface="Aptos" panose="020B0004020202020204" pitchFamily="34" charset="0"/>
                                  <a:ea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pt-BR" sz="2400" b="0" i="0" smtClean="0">
                                  <a:solidFill>
                                    <a:srgbClr val="C00000"/>
                                  </a:solidFill>
                                  <a:latin typeface="Aptos" panose="020B0004020202020204" pitchFamily="34" charset="0"/>
                                  <a:ea typeface="Cambria Math" panose="02040503050406030204" pitchFamily="18" charset="0"/>
                                </a:rPr>
                                <m:t>a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C15AABC8-625F-319A-E251-2C2C880606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403" y="2481144"/>
                <a:ext cx="11527192" cy="1895712"/>
              </a:xfrm>
              <a:prstGeom prst="rect">
                <a:avLst/>
              </a:prstGeom>
              <a:blipFill>
                <a:blip r:embed="rId2"/>
                <a:stretch>
                  <a:fillRect l="-8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61864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83037-17F8-BBB2-DC9E-D9D43084B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5A6434B-157D-1705-FEC9-768B82AAD683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Cálculo de pH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07F22636-2AEB-AD10-BB76-EE40271D91BE}"/>
                  </a:ext>
                </a:extLst>
              </p:cNvPr>
              <p:cNvSpPr txBox="1"/>
              <p:nvPr/>
            </p:nvSpPr>
            <p:spPr>
              <a:xfrm>
                <a:off x="332403" y="689148"/>
                <a:ext cx="11527192" cy="54797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2400" b="1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Tipo III. pH de sais derivados de um ácido forte e uma base fraca</a:t>
                </a:r>
              </a:p>
              <a:p>
                <a:pPr algn="r"/>
                <a:endParaRPr lang="pt-BR" sz="2400" dirty="0">
                  <a:solidFill>
                    <a:schemeClr val="accent2">
                      <a:lumMod val="75000"/>
                    </a:schemeClr>
                  </a:solidFill>
                  <a:latin typeface="Aptos" panose="020B00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pt-BR" sz="2400" b="1" kern="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  <a:cs typeface="Arial"/>
                  </a:rPr>
                  <a:t>Exemplo 3: </a:t>
                </a:r>
                <a:r>
                  <a:rPr lang="pt-BR" sz="2400" kern="0" dirty="0">
                    <a:latin typeface="Aptos" panose="020B0004020202020204" pitchFamily="34" charset="0"/>
                    <a:cs typeface="Arial"/>
                  </a:rPr>
                  <a:t>NH</a:t>
                </a:r>
                <a:r>
                  <a:rPr lang="pt-BR" sz="2400" kern="0" baseline="-25000" dirty="0">
                    <a:latin typeface="Aptos" panose="020B0004020202020204" pitchFamily="34" charset="0"/>
                    <a:cs typeface="Arial"/>
                  </a:rPr>
                  <a:t>4</a:t>
                </a:r>
                <a:r>
                  <a:rPr lang="pt-BR" sz="2400" kern="0" dirty="0">
                    <a:latin typeface="Aptos" panose="020B0004020202020204" pitchFamily="34" charset="0"/>
                    <a:cs typeface="Arial"/>
                  </a:rPr>
                  <a:t>Cl</a:t>
                </a:r>
                <a:r>
                  <a:rPr lang="pt-BR" altLang="pt-BR" sz="2400" kern="0" dirty="0">
                    <a:latin typeface="Aptos" panose="020B0004020202020204" pitchFamily="34" charset="0"/>
                  </a:rPr>
                  <a:t> 0,1000 mol.L</a:t>
                </a:r>
                <a:r>
                  <a:rPr lang="pt-BR" altLang="pt-BR" sz="2400" kern="0" baseline="30000" dirty="0">
                    <a:latin typeface="Aptos" panose="020B0004020202020204" pitchFamily="34" charset="0"/>
                  </a:rPr>
                  <a:t>-1</a:t>
                </a:r>
                <a:r>
                  <a:rPr lang="pt-BR" altLang="pt-BR" sz="2400" kern="0" dirty="0">
                    <a:latin typeface="Aptos" panose="020B0004020202020204" pitchFamily="34" charset="0"/>
                  </a:rPr>
                  <a:t>, K</a:t>
                </a:r>
                <a:r>
                  <a:rPr lang="pt-BR" altLang="pt-BR" sz="2400" kern="0" baseline="-25000" dirty="0">
                    <a:latin typeface="Aptos" panose="020B0004020202020204" pitchFamily="34" charset="0"/>
                  </a:rPr>
                  <a:t>b</a:t>
                </a:r>
                <a:r>
                  <a:rPr lang="pt-BR" altLang="pt-BR" sz="2400" kern="0" dirty="0">
                    <a:latin typeface="Aptos" panose="020B0004020202020204" pitchFamily="34" charset="0"/>
                  </a:rPr>
                  <a:t> = </a:t>
                </a:r>
                <a:r>
                  <a:rPr lang="pt-BR" altLang="pt-BR" sz="2400" dirty="0">
                    <a:latin typeface="Aptos" panose="020B0004020202020204" pitchFamily="34" charset="0"/>
                  </a:rPr>
                  <a:t>1,75 x 10</a:t>
                </a:r>
                <a:r>
                  <a:rPr lang="pt-BR" altLang="pt-BR" sz="2400" baseline="30000" dirty="0">
                    <a:latin typeface="Aptos" panose="020B0004020202020204" pitchFamily="34" charset="0"/>
                  </a:rPr>
                  <a:t>-5</a:t>
                </a:r>
                <a:endParaRPr lang="pt-BR" sz="2400" dirty="0">
                  <a:latin typeface="Aptos" panose="020B00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pt-BR" sz="2400" kern="0" dirty="0">
                  <a:latin typeface="Aptos" panose="020B0004020202020204" pitchFamily="34" charset="0"/>
                  <a:cs typeface="Arial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pt-BR" sz="2400" kern="0" dirty="0">
                    <a:latin typeface="Aptos" panose="020B0004020202020204" pitchFamily="34" charset="0"/>
                    <a:cs typeface="Arial"/>
                  </a:rPr>
                  <a:t>                                                   NH</a:t>
                </a:r>
                <a:r>
                  <a:rPr lang="pt-BR" sz="2400" kern="0" baseline="-25000" dirty="0">
                    <a:latin typeface="Aptos" panose="020B0004020202020204" pitchFamily="34" charset="0"/>
                    <a:cs typeface="Arial"/>
                  </a:rPr>
                  <a:t>4</a:t>
                </a:r>
                <a:r>
                  <a:rPr lang="pt-BR" sz="2400" kern="0" dirty="0">
                    <a:latin typeface="Aptos" panose="020B0004020202020204" pitchFamily="34" charset="0"/>
                    <a:cs typeface="Arial"/>
                  </a:rPr>
                  <a:t>Cl</a:t>
                </a:r>
                <a:r>
                  <a:rPr lang="en-US" altLang="pt-BR" sz="2400" dirty="0">
                    <a:solidFill>
                      <a:srgbClr val="000000"/>
                    </a:solidFill>
                    <a:latin typeface="Aptos" panose="020B0004020202020204" pitchFamily="34" charset="0"/>
                  </a:rPr>
                  <a:t> </a:t>
                </a:r>
                <a:r>
                  <a:rPr lang="pt-BR" altLang="pt-BR" sz="2400" dirty="0">
                    <a:solidFill>
                      <a:srgbClr val="000000"/>
                    </a:solidFill>
                    <a:latin typeface="Aptos" panose="020B0004020202020204" pitchFamily="34" charset="0"/>
                  </a:rPr>
                  <a:t>→</a:t>
                </a:r>
                <a:r>
                  <a:rPr lang="en-US" altLang="pt-BR" sz="2400" dirty="0">
                    <a:solidFill>
                      <a:srgbClr val="000000"/>
                    </a:solidFill>
                    <a:latin typeface="Aptos" panose="020B0004020202020204" pitchFamily="34" charset="0"/>
                  </a:rPr>
                  <a:t> NH</a:t>
                </a:r>
                <a:r>
                  <a:rPr lang="en-US" altLang="pt-BR" sz="2400" baseline="-25000" dirty="0">
                    <a:solidFill>
                      <a:srgbClr val="000000"/>
                    </a:solidFill>
                    <a:latin typeface="Aptos" panose="020B0004020202020204" pitchFamily="34" charset="0"/>
                  </a:rPr>
                  <a:t>4</a:t>
                </a:r>
                <a:r>
                  <a:rPr lang="en-US" altLang="pt-BR" sz="2400" baseline="30000" dirty="0">
                    <a:solidFill>
                      <a:srgbClr val="000000"/>
                    </a:solidFill>
                    <a:latin typeface="Aptos" panose="020B0004020202020204" pitchFamily="34" charset="0"/>
                  </a:rPr>
                  <a:t>+</a:t>
                </a:r>
                <a:r>
                  <a:rPr lang="en-US" altLang="pt-BR" sz="2400" dirty="0">
                    <a:solidFill>
                      <a:srgbClr val="000000"/>
                    </a:solidFill>
                    <a:latin typeface="Aptos" panose="020B0004020202020204" pitchFamily="34" charset="0"/>
                  </a:rPr>
                  <a:t> + Cl</a:t>
                </a:r>
                <a:r>
                  <a:rPr lang="en-US" altLang="pt-BR" sz="2400" baseline="30000" dirty="0">
                    <a:solidFill>
                      <a:srgbClr val="000000"/>
                    </a:solidFill>
                    <a:latin typeface="Aptos" panose="020B0004020202020204" pitchFamily="34" charset="0"/>
                  </a:rPr>
                  <a:t>- </a:t>
                </a:r>
                <a:r>
                  <a:rPr lang="en-US" altLang="pt-BR" sz="2400" dirty="0">
                    <a:solidFill>
                      <a:srgbClr val="000000"/>
                    </a:solidFill>
                    <a:latin typeface="Aptos" panose="020B0004020202020204" pitchFamily="34" charset="0"/>
                  </a:rPr>
                  <a:t>             </a:t>
                </a:r>
              </a:p>
              <a:p>
                <a:pPr algn="ctr">
                  <a:buFont typeface="Arial" charset="0"/>
                  <a:buNone/>
                  <a:defRPr/>
                </a:pPr>
                <a:r>
                  <a:rPr lang="en-US" altLang="pt-BR" sz="2400" dirty="0">
                    <a:solidFill>
                      <a:srgbClr val="000000"/>
                    </a:solidFill>
                    <a:latin typeface="Aptos" panose="020B0004020202020204" pitchFamily="34" charset="0"/>
                  </a:rPr>
                  <a:t>NH</a:t>
                </a:r>
                <a:r>
                  <a:rPr lang="en-US" altLang="pt-BR" sz="2400" baseline="-25000" dirty="0">
                    <a:solidFill>
                      <a:srgbClr val="000000"/>
                    </a:solidFill>
                    <a:latin typeface="Aptos" panose="020B0004020202020204" pitchFamily="34" charset="0"/>
                  </a:rPr>
                  <a:t>4</a:t>
                </a:r>
                <a:r>
                  <a:rPr lang="en-US" altLang="pt-BR" sz="2400" baseline="30000" dirty="0">
                    <a:solidFill>
                      <a:srgbClr val="000000"/>
                    </a:solidFill>
                    <a:latin typeface="Aptos" panose="020B0004020202020204" pitchFamily="34" charset="0"/>
                  </a:rPr>
                  <a:t>+</a:t>
                </a:r>
                <a:r>
                  <a:rPr lang="pt-BR" altLang="pt-BR" sz="2400" dirty="0">
                    <a:latin typeface="Aptos" panose="020B0004020202020204" pitchFamily="34" charset="0"/>
                  </a:rPr>
                  <a:t> + H</a:t>
                </a:r>
                <a:r>
                  <a:rPr lang="pt-BR" altLang="pt-BR" sz="2400" baseline="-25000" dirty="0">
                    <a:latin typeface="Aptos" panose="020B0004020202020204" pitchFamily="34" charset="0"/>
                  </a:rPr>
                  <a:t>2</a:t>
                </a:r>
                <a:r>
                  <a:rPr lang="pt-BR" altLang="pt-BR" sz="2400" dirty="0">
                    <a:latin typeface="Aptos" panose="020B0004020202020204" pitchFamily="34" charset="0"/>
                  </a:rPr>
                  <a:t>O ⇌ </a:t>
                </a:r>
                <a:r>
                  <a:rPr lang="en-US" altLang="pt-BR" sz="2400" dirty="0">
                    <a:solidFill>
                      <a:srgbClr val="000000"/>
                    </a:solidFill>
                    <a:latin typeface="Aptos" panose="020B0004020202020204" pitchFamily="34" charset="0"/>
                  </a:rPr>
                  <a:t>NH</a:t>
                </a:r>
                <a:r>
                  <a:rPr lang="en-US" altLang="pt-BR" sz="2400" baseline="-25000" dirty="0">
                    <a:solidFill>
                      <a:srgbClr val="000000"/>
                    </a:solidFill>
                    <a:latin typeface="Aptos" panose="020B0004020202020204" pitchFamily="34" charset="0"/>
                  </a:rPr>
                  <a:t>4</a:t>
                </a:r>
                <a:r>
                  <a:rPr lang="en-US" altLang="pt-BR" sz="2400" dirty="0">
                    <a:solidFill>
                      <a:srgbClr val="000000"/>
                    </a:solidFill>
                    <a:latin typeface="Aptos" panose="020B0004020202020204" pitchFamily="34" charset="0"/>
                  </a:rPr>
                  <a:t>OH</a:t>
                </a:r>
                <a:r>
                  <a:rPr lang="pt-BR" altLang="pt-BR" sz="2400" dirty="0">
                    <a:latin typeface="Aptos" panose="020B0004020202020204" pitchFamily="34" charset="0"/>
                  </a:rPr>
                  <a:t> + H</a:t>
                </a:r>
                <a:r>
                  <a:rPr lang="pt-BR" altLang="pt-BR" sz="2400" baseline="30000" dirty="0">
                    <a:latin typeface="Aptos" panose="020B0004020202020204" pitchFamily="34" charset="0"/>
                  </a:rPr>
                  <a:t>+</a:t>
                </a:r>
                <a:r>
                  <a:rPr lang="pt-BR" altLang="pt-BR" sz="2400" dirty="0">
                    <a:latin typeface="Aptos" panose="020B0004020202020204" pitchFamily="34" charset="0"/>
                  </a:rPr>
                  <a:t>          </a:t>
                </a:r>
                <a:r>
                  <a:rPr lang="pt-BR" altLang="pt-BR" sz="2400" dirty="0" err="1">
                    <a:latin typeface="Aptos" panose="020B0004020202020204" pitchFamily="34" charset="0"/>
                  </a:rPr>
                  <a:t>K</a:t>
                </a:r>
                <a:r>
                  <a:rPr lang="pt-BR" altLang="pt-BR" sz="2400" baseline="-25000" dirty="0" err="1">
                    <a:latin typeface="Aptos" panose="020B0004020202020204" pitchFamily="34" charset="0"/>
                  </a:rPr>
                  <a:t>h</a:t>
                </a:r>
                <a:r>
                  <a:rPr lang="pt-BR" altLang="pt-BR" sz="2400" dirty="0">
                    <a:latin typeface="Aptos" panose="020B0004020202020204" pitchFamily="34" charset="0"/>
                  </a:rPr>
                  <a:t> =</a:t>
                </a:r>
                <a:r>
                  <a:rPr lang="pt-BR" sz="2400" dirty="0">
                    <a:latin typeface="Aptos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[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solidFill>
                              <a:srgbClr val="000000"/>
                            </a:solidFill>
                            <a:latin typeface="Aptos" panose="020B0004020202020204" pitchFamily="34" charset="0"/>
                          </a:rPr>
                          <m:t>NH</m:t>
                        </m:r>
                        <m:r>
                          <m:rPr>
                            <m:nor/>
                          </m:rPr>
                          <a:rPr lang="en-US" altLang="pt-BR" sz="2400" baseline="-25000" dirty="0">
                            <a:solidFill>
                              <a:srgbClr val="000000"/>
                            </a:solidFill>
                            <a:latin typeface="Aptos" panose="020B0004020202020204" pitchFamily="34" charset="0"/>
                          </a:rPr>
                          <m:t>4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solidFill>
                              <a:srgbClr val="000000"/>
                            </a:solidFill>
                            <a:latin typeface="Aptos" panose="020B0004020202020204" pitchFamily="34" charset="0"/>
                          </a:rPr>
                          <m:t>OH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][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H</m:t>
                        </m:r>
                        <m:r>
                          <m:rPr>
                            <m:nor/>
                          </m:rPr>
                          <a:rPr lang="pt-BR" altLang="pt-BR" sz="2400" baseline="30000" dirty="0">
                            <a:latin typeface="Aptos" panose="020B0004020202020204" pitchFamily="34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] </m:t>
                        </m:r>
                      </m:num>
                      <m:den>
                        <m:r>
                          <a:rPr lang="pt-BR" altLang="pt-BR" sz="24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[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solidFill>
                              <a:srgbClr val="000000"/>
                            </a:solidFill>
                            <a:latin typeface="Aptos" panose="020B0004020202020204" pitchFamily="34" charset="0"/>
                          </a:rPr>
                          <m:t>NH</m:t>
                        </m:r>
                        <m:r>
                          <m:rPr>
                            <m:nor/>
                          </m:rPr>
                          <a:rPr lang="en-US" altLang="pt-BR" sz="2400" baseline="-25000" dirty="0">
                            <a:solidFill>
                              <a:srgbClr val="000000"/>
                            </a:solidFill>
                            <a:latin typeface="Aptos" panose="020B0004020202020204" pitchFamily="34" charset="0"/>
                          </a:rPr>
                          <m:t>4</m:t>
                        </m:r>
                        <m:r>
                          <m:rPr>
                            <m:nor/>
                          </m:rPr>
                          <a:rPr lang="en-US" altLang="pt-BR" sz="2400" baseline="30000" dirty="0">
                            <a:solidFill>
                              <a:srgbClr val="000000"/>
                            </a:solidFill>
                            <a:latin typeface="Aptos" panose="020B0004020202020204" pitchFamily="34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] </m:t>
                        </m:r>
                      </m:den>
                    </m:f>
                  </m:oMath>
                </a14:m>
                <a:r>
                  <a:rPr lang="pt-BR" altLang="pt-BR" sz="2400" dirty="0">
                    <a:latin typeface="Aptos" panose="020B0004020202020204" pitchFamily="34" charset="0"/>
                  </a:rPr>
                  <a:t> </a:t>
                </a:r>
                <a:endParaRPr lang="en-US" altLang="pt-BR" sz="2400" dirty="0">
                  <a:latin typeface="Aptos" panose="020B0004020202020204" pitchFamily="34" charset="0"/>
                </a:endParaRPr>
              </a:p>
              <a:p>
                <a:pPr marL="44450" indent="0">
                  <a:buFontTx/>
                  <a:buNone/>
                </a:pPr>
                <a:r>
                  <a:rPr lang="pt-BR" altLang="pt-BR" sz="2400" dirty="0">
                    <a:solidFill>
                      <a:srgbClr val="000000"/>
                    </a:solidFill>
                    <a:latin typeface="Aptos" panose="020B0004020202020204" pitchFamily="34" charset="0"/>
                  </a:rPr>
                  <a:t>                                                      H</a:t>
                </a:r>
                <a:r>
                  <a:rPr lang="pt-BR" altLang="pt-BR" sz="2400" baseline="-25000" dirty="0">
                    <a:solidFill>
                      <a:srgbClr val="000000"/>
                    </a:solidFill>
                    <a:latin typeface="Aptos" panose="020B0004020202020204" pitchFamily="34" charset="0"/>
                  </a:rPr>
                  <a:t>2</a:t>
                </a:r>
                <a:r>
                  <a:rPr lang="pt-BR" altLang="pt-BR" sz="2400" dirty="0">
                    <a:solidFill>
                      <a:srgbClr val="000000"/>
                    </a:solidFill>
                    <a:latin typeface="Aptos" panose="020B0004020202020204" pitchFamily="34" charset="0"/>
                  </a:rPr>
                  <a:t>O  ⇌ H</a:t>
                </a:r>
                <a:r>
                  <a:rPr lang="pt-BR" altLang="pt-BR" sz="2400" baseline="30000" dirty="0">
                    <a:solidFill>
                      <a:srgbClr val="000000"/>
                    </a:solidFill>
                    <a:latin typeface="Aptos" panose="020B0004020202020204" pitchFamily="34" charset="0"/>
                  </a:rPr>
                  <a:t>+</a:t>
                </a:r>
                <a:r>
                  <a:rPr lang="pt-BR" altLang="pt-BR" sz="2400" dirty="0">
                    <a:solidFill>
                      <a:srgbClr val="000000"/>
                    </a:solidFill>
                    <a:latin typeface="Aptos" panose="020B0004020202020204" pitchFamily="34" charset="0"/>
                  </a:rPr>
                  <a:t> + OH</a:t>
                </a:r>
                <a:r>
                  <a:rPr lang="pt-BR" altLang="pt-BR" sz="2400" baseline="30000" dirty="0">
                    <a:solidFill>
                      <a:srgbClr val="000000"/>
                    </a:solidFill>
                    <a:latin typeface="Aptos" panose="020B0004020202020204" pitchFamily="34" charset="0"/>
                  </a:rPr>
                  <a:t>-</a:t>
                </a:r>
                <a:r>
                  <a:rPr lang="pt-BR" altLang="pt-BR" sz="2400" dirty="0">
                    <a:solidFill>
                      <a:srgbClr val="000000"/>
                    </a:solidFill>
                    <a:latin typeface="Aptos" panose="020B0004020202020204" pitchFamily="34" charset="0"/>
                  </a:rPr>
                  <a:t>                 K</a:t>
                </a:r>
                <a:r>
                  <a:rPr lang="pt-BR" altLang="pt-BR" sz="2400" baseline="-25000" dirty="0">
                    <a:solidFill>
                      <a:srgbClr val="000000"/>
                    </a:solidFill>
                    <a:latin typeface="Aptos" panose="020B0004020202020204" pitchFamily="34" charset="0"/>
                  </a:rPr>
                  <a:t>w</a:t>
                </a:r>
                <a:r>
                  <a:rPr lang="pt-BR" altLang="pt-BR" sz="2400" dirty="0">
                    <a:solidFill>
                      <a:srgbClr val="000000"/>
                    </a:solidFill>
                    <a:latin typeface="Aptos" panose="020B0004020202020204" pitchFamily="34" charset="0"/>
                  </a:rPr>
                  <a:t> = </a:t>
                </a:r>
                <a:r>
                  <a:rPr lang="pl-PL" altLang="pt-BR" sz="2400" dirty="0">
                    <a:latin typeface="Aptos" panose="020B0004020202020204" pitchFamily="34" charset="0"/>
                  </a:rPr>
                  <a:t>[H</a:t>
                </a:r>
                <a:r>
                  <a:rPr lang="pl-PL" altLang="pt-BR" sz="2400" baseline="30000" dirty="0">
                    <a:latin typeface="Aptos" panose="020B0004020202020204" pitchFamily="34" charset="0"/>
                  </a:rPr>
                  <a:t>+</a:t>
                </a:r>
                <a:r>
                  <a:rPr lang="pl-PL" altLang="pt-BR" sz="2400" dirty="0">
                    <a:latin typeface="Aptos" panose="020B0004020202020204" pitchFamily="34" charset="0"/>
                  </a:rPr>
                  <a:t>][OH</a:t>
                </a:r>
                <a:r>
                  <a:rPr lang="pl-PL" altLang="pt-BR" sz="2400" baseline="30000" dirty="0">
                    <a:latin typeface="Aptos" panose="020B0004020202020204" pitchFamily="34" charset="0"/>
                  </a:rPr>
                  <a:t>-</a:t>
                </a:r>
                <a:r>
                  <a:rPr lang="pl-PL" altLang="pt-BR" sz="2400" dirty="0">
                    <a:latin typeface="Aptos" panose="020B0004020202020204" pitchFamily="34" charset="0"/>
                  </a:rPr>
                  <a:t>]</a:t>
                </a:r>
                <a:r>
                  <a:rPr lang="pt-BR" altLang="pt-BR" sz="2400" dirty="0">
                    <a:latin typeface="Aptos" panose="020B0004020202020204" pitchFamily="34" charset="0"/>
                  </a:rPr>
                  <a:t> =</a:t>
                </a:r>
                <a:r>
                  <a:rPr lang="pt-BR" altLang="pt-BR" sz="2400" dirty="0">
                    <a:solidFill>
                      <a:srgbClr val="000000"/>
                    </a:solidFill>
                    <a:latin typeface="Aptos" panose="020B0004020202020204" pitchFamily="34" charset="0"/>
                  </a:rPr>
                  <a:t> 1,00 x 10</a:t>
                </a:r>
                <a:r>
                  <a:rPr lang="pt-BR" altLang="pt-BR" sz="2400" baseline="30000" dirty="0">
                    <a:solidFill>
                      <a:srgbClr val="000000"/>
                    </a:solidFill>
                    <a:latin typeface="Aptos" panose="020B0004020202020204" pitchFamily="34" charset="0"/>
                  </a:rPr>
                  <a:t>-14</a:t>
                </a:r>
                <a:endParaRPr lang="en-US" altLang="pt-BR" sz="2400" dirty="0">
                  <a:solidFill>
                    <a:srgbClr val="000000"/>
                  </a:solidFill>
                  <a:latin typeface="Aptos" panose="020B00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pt-BR" sz="2400" kern="0" dirty="0">
                  <a:latin typeface="Aptos" panose="020B0004020202020204" pitchFamily="34" charset="0"/>
                  <a:cs typeface="Arial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Balanço de massas para o NH</a:t>
                </a:r>
                <a:r>
                  <a:rPr lang="pt-BR" sz="2400" baseline="-250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4</a:t>
                </a:r>
                <a:r>
                  <a:rPr lang="pt-BR" sz="2400" baseline="300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+</a:t>
                </a:r>
                <a:r>
                  <a:rPr 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:</a:t>
                </a:r>
                <a:r>
                  <a:rPr lang="pt-BR" sz="2400" dirty="0">
                    <a:solidFill>
                      <a:srgbClr val="C00000"/>
                    </a:solidFill>
                    <a:latin typeface="Aptos" panose="020B0004020202020204" pitchFamily="34" charset="0"/>
                  </a:rPr>
                  <a:t> </a:t>
                </a:r>
                <a:r>
                  <a:rPr lang="en-US" altLang="pt-BR" sz="2400" dirty="0">
                    <a:latin typeface="Aptos" panose="020B0004020202020204" pitchFamily="34" charset="0"/>
                  </a:rPr>
                  <a:t>C</a:t>
                </a:r>
                <a:r>
                  <a:rPr lang="en-US" altLang="pt-BR" sz="2400" baseline="-25000" dirty="0">
                    <a:latin typeface="Aptos" panose="020B0004020202020204" pitchFamily="34" charset="0"/>
                  </a:rPr>
                  <a:t>s</a:t>
                </a:r>
                <a:r>
                  <a:rPr lang="en-US" altLang="pt-BR" sz="2400" dirty="0">
                    <a:latin typeface="Aptos" panose="020B0004020202020204" pitchFamily="34" charset="0"/>
                  </a:rPr>
                  <a:t> = [</a:t>
                </a:r>
                <a:r>
                  <a:rPr lang="pt-BR" sz="2400" dirty="0">
                    <a:latin typeface="Aptos" panose="020B0004020202020204" pitchFamily="34" charset="0"/>
                  </a:rPr>
                  <a:t>NH</a:t>
                </a:r>
                <a:r>
                  <a:rPr lang="pt-BR" sz="2400" baseline="-25000" dirty="0">
                    <a:latin typeface="Aptos" panose="020B0004020202020204" pitchFamily="34" charset="0"/>
                  </a:rPr>
                  <a:t>4</a:t>
                </a:r>
                <a:r>
                  <a:rPr lang="pt-BR" sz="2400" baseline="30000" dirty="0">
                    <a:latin typeface="Aptos" panose="020B0004020202020204" pitchFamily="34" charset="0"/>
                  </a:rPr>
                  <a:t>+</a:t>
                </a:r>
                <a:r>
                  <a:rPr lang="en-US" altLang="pt-BR" sz="2400" dirty="0">
                    <a:latin typeface="Aptos" panose="020B0004020202020204" pitchFamily="34" charset="0"/>
                  </a:rPr>
                  <a:t>] + [</a:t>
                </a:r>
                <a:r>
                  <a:rPr lang="en-US" altLang="pt-BR" sz="2400" dirty="0">
                    <a:solidFill>
                      <a:srgbClr val="000000"/>
                    </a:solidFill>
                    <a:latin typeface="Aptos" panose="020B0004020202020204" pitchFamily="34" charset="0"/>
                  </a:rPr>
                  <a:t>NH</a:t>
                </a:r>
                <a:r>
                  <a:rPr lang="en-US" altLang="pt-BR" sz="2400" baseline="-25000" dirty="0">
                    <a:solidFill>
                      <a:srgbClr val="000000"/>
                    </a:solidFill>
                    <a:latin typeface="Aptos" panose="020B0004020202020204" pitchFamily="34" charset="0"/>
                  </a:rPr>
                  <a:t>4</a:t>
                </a:r>
                <a:r>
                  <a:rPr lang="en-US" altLang="pt-BR" sz="2400" dirty="0">
                    <a:solidFill>
                      <a:srgbClr val="000000"/>
                    </a:solidFill>
                    <a:latin typeface="Aptos" panose="020B0004020202020204" pitchFamily="34" charset="0"/>
                  </a:rPr>
                  <a:t>OH] </a:t>
                </a:r>
                <a:r>
                  <a:rPr lang="en-US" altLang="pt-BR" sz="2400" dirty="0">
                    <a:solidFill>
                      <a:schemeClr val="accent1">
                        <a:lumMod val="75000"/>
                      </a:schemeClr>
                    </a:solidFill>
                    <a:latin typeface="Aptos" panose="020B0004020202020204" pitchFamily="34" charset="0"/>
                  </a:rPr>
                  <a:t>(1)</a:t>
                </a:r>
                <a:endParaRPr lang="en-US" sz="2400" kern="0" dirty="0">
                  <a:solidFill>
                    <a:schemeClr val="accent1">
                      <a:lumMod val="75000"/>
                    </a:schemeClr>
                  </a:solidFill>
                  <a:latin typeface="Aptos" panose="020B0004020202020204" pitchFamily="34" charset="0"/>
                  <a:cs typeface="Arial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Balanço de massas para o Cl</a:t>
                </a:r>
                <a:r>
                  <a:rPr lang="pt-BR" sz="2400" baseline="300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-</a:t>
                </a:r>
                <a:r>
                  <a:rPr 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:</a:t>
                </a:r>
                <a:r>
                  <a:rPr lang="pt-BR" sz="2400" dirty="0">
                    <a:solidFill>
                      <a:srgbClr val="C00000"/>
                    </a:solidFill>
                    <a:latin typeface="Aptos" panose="020B0004020202020204" pitchFamily="34" charset="0"/>
                  </a:rPr>
                  <a:t> </a:t>
                </a:r>
                <a:r>
                  <a:rPr lang="en-US" altLang="pt-BR" sz="2400" dirty="0">
                    <a:latin typeface="Aptos" panose="020B0004020202020204" pitchFamily="34" charset="0"/>
                  </a:rPr>
                  <a:t>C</a:t>
                </a:r>
                <a:r>
                  <a:rPr lang="en-US" altLang="pt-BR" sz="2400" baseline="-25000" dirty="0">
                    <a:latin typeface="Aptos" panose="020B0004020202020204" pitchFamily="34" charset="0"/>
                  </a:rPr>
                  <a:t>s</a:t>
                </a:r>
                <a:r>
                  <a:rPr lang="en-US" altLang="pt-BR" sz="2400" dirty="0">
                    <a:latin typeface="Aptos" panose="020B0004020202020204" pitchFamily="34" charset="0"/>
                  </a:rPr>
                  <a:t> = [Cl</a:t>
                </a:r>
                <a:r>
                  <a:rPr lang="en-US" altLang="pt-BR" sz="2400" baseline="30000" dirty="0">
                    <a:latin typeface="Aptos" panose="020B0004020202020204" pitchFamily="34" charset="0"/>
                  </a:rPr>
                  <a:t>-</a:t>
                </a:r>
                <a:r>
                  <a:rPr lang="en-US" altLang="pt-BR" sz="2400" dirty="0">
                    <a:latin typeface="Aptos" panose="020B0004020202020204" pitchFamily="34" charset="0"/>
                  </a:rPr>
                  <a:t>] </a:t>
                </a:r>
                <a:r>
                  <a:rPr lang="en-US" altLang="pt-BR" sz="2400" dirty="0">
                    <a:solidFill>
                      <a:schemeClr val="accent1">
                        <a:lumMod val="75000"/>
                      </a:schemeClr>
                    </a:solidFill>
                    <a:latin typeface="Aptos" panose="020B0004020202020204" pitchFamily="34" charset="0"/>
                  </a:rPr>
                  <a:t>(2)</a:t>
                </a:r>
                <a:endParaRPr lang="pt-BR" sz="2400" kern="0" dirty="0">
                  <a:latin typeface="Aptos" panose="020B0004020202020204" pitchFamily="34" charset="0"/>
                  <a:cs typeface="Arial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pt-BR" altLang="pt-BR" sz="2400" kern="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Balanço de cargas:</a:t>
                </a:r>
                <a:r>
                  <a:rPr lang="pt-BR" altLang="pt-BR" sz="2400" kern="0" dirty="0">
                    <a:solidFill>
                      <a:srgbClr val="C00000"/>
                    </a:solidFill>
                    <a:latin typeface="Aptos" panose="020B0004020202020204" pitchFamily="34" charset="0"/>
                  </a:rPr>
                  <a:t> </a:t>
                </a:r>
                <a:r>
                  <a:rPr lang="en-US" altLang="pt-BR" sz="2400" dirty="0">
                    <a:latin typeface="Aptos" panose="020B0004020202020204" pitchFamily="34" charset="0"/>
                  </a:rPr>
                  <a:t>[</a:t>
                </a:r>
                <a:r>
                  <a:rPr lang="pt-BR" sz="2400" dirty="0">
                    <a:latin typeface="Aptos" panose="020B0004020202020204" pitchFamily="34" charset="0"/>
                  </a:rPr>
                  <a:t>NH</a:t>
                </a:r>
                <a:r>
                  <a:rPr lang="pt-BR" sz="2400" baseline="-25000" dirty="0">
                    <a:latin typeface="Aptos" panose="020B0004020202020204" pitchFamily="34" charset="0"/>
                  </a:rPr>
                  <a:t>4</a:t>
                </a:r>
                <a:r>
                  <a:rPr lang="pt-BR" sz="2400" baseline="30000" dirty="0">
                    <a:latin typeface="Aptos" panose="020B0004020202020204" pitchFamily="34" charset="0"/>
                  </a:rPr>
                  <a:t>+</a:t>
                </a:r>
                <a:r>
                  <a:rPr lang="en-US" altLang="pt-BR" sz="2400" dirty="0">
                    <a:latin typeface="Aptos" panose="020B0004020202020204" pitchFamily="34" charset="0"/>
                  </a:rPr>
                  <a:t>] + [H</a:t>
                </a:r>
                <a:r>
                  <a:rPr lang="en-US" altLang="pt-BR" sz="2400" baseline="30000" dirty="0">
                    <a:latin typeface="Aptos" panose="020B0004020202020204" pitchFamily="34" charset="0"/>
                  </a:rPr>
                  <a:t>+</a:t>
                </a:r>
                <a:r>
                  <a:rPr lang="en-US" altLang="pt-BR" sz="2400" dirty="0">
                    <a:latin typeface="Aptos" panose="020B0004020202020204" pitchFamily="34" charset="0"/>
                  </a:rPr>
                  <a:t>] = [</a:t>
                </a:r>
                <a:r>
                  <a:rPr lang="en-US" altLang="pt-BR" sz="2400" dirty="0">
                    <a:solidFill>
                      <a:srgbClr val="000000"/>
                    </a:solidFill>
                    <a:latin typeface="Aptos" panose="020B0004020202020204" pitchFamily="34" charset="0"/>
                  </a:rPr>
                  <a:t>Cl</a:t>
                </a:r>
                <a:r>
                  <a:rPr lang="en-US" altLang="pt-BR" sz="2400" baseline="30000" dirty="0">
                    <a:solidFill>
                      <a:srgbClr val="000000"/>
                    </a:solidFill>
                    <a:latin typeface="Aptos" panose="020B0004020202020204" pitchFamily="34" charset="0"/>
                  </a:rPr>
                  <a:t>- </a:t>
                </a:r>
                <a:r>
                  <a:rPr lang="en-US" altLang="pt-BR" sz="2400" dirty="0">
                    <a:latin typeface="Aptos" panose="020B0004020202020204" pitchFamily="34" charset="0"/>
                  </a:rPr>
                  <a:t>] + [OH</a:t>
                </a:r>
                <a:r>
                  <a:rPr lang="en-US" altLang="pt-BR" sz="2400" baseline="30000" dirty="0">
                    <a:latin typeface="Aptos" panose="020B0004020202020204" pitchFamily="34" charset="0"/>
                  </a:rPr>
                  <a:t>-</a:t>
                </a:r>
                <a:r>
                  <a:rPr lang="en-US" altLang="pt-BR" sz="2400" dirty="0">
                    <a:latin typeface="Aptos" panose="020B0004020202020204" pitchFamily="34" charset="0"/>
                  </a:rPr>
                  <a:t>] </a:t>
                </a:r>
                <a:r>
                  <a:rPr lang="en-US" altLang="pt-BR" sz="2400" dirty="0">
                    <a:solidFill>
                      <a:schemeClr val="accent1">
                        <a:lumMod val="75000"/>
                      </a:schemeClr>
                    </a:solidFill>
                    <a:latin typeface="Aptos" panose="020B0004020202020204" pitchFamily="34" charset="0"/>
                  </a:rPr>
                  <a:t>(3)</a:t>
                </a:r>
                <a:r>
                  <a:rPr lang="pt-BR" sz="2400" dirty="0">
                    <a:solidFill>
                      <a:srgbClr val="C00000"/>
                    </a:solidFill>
                    <a:latin typeface="Aptos" panose="020B0004020202020204" pitchFamily="34" charset="0"/>
                    <a:cs typeface="Arial"/>
                  </a:rPr>
                  <a:t> 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07F22636-2AEB-AD10-BB76-EE40271D91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403" y="689148"/>
                <a:ext cx="11527192" cy="5479705"/>
              </a:xfrm>
              <a:prstGeom prst="rect">
                <a:avLst/>
              </a:prstGeom>
              <a:blipFill>
                <a:blip r:embed="rId2"/>
                <a:stretch>
                  <a:fillRect l="-847" t="-890" b="-15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1633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3860F-8AC1-6A1C-E2EF-0DEA0D627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310F6D3-1B60-FAAF-9AC4-0DEA0AB0540E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Cálculo de pH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90009FF-EA8C-67E5-DC6E-93344BC5DC2E}"/>
              </a:ext>
            </a:extLst>
          </p:cNvPr>
          <p:cNvSpPr txBox="1"/>
          <p:nvPr/>
        </p:nvSpPr>
        <p:spPr>
          <a:xfrm>
            <a:off x="332403" y="982177"/>
            <a:ext cx="11527192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Tipo III. pH de sais derivados de um ácido forte e uma base fraca</a:t>
            </a:r>
          </a:p>
          <a:p>
            <a:pPr algn="r"/>
            <a:endParaRPr lang="pt-BR" sz="2400" dirty="0">
              <a:solidFill>
                <a:schemeClr val="accent2">
                  <a:lumMod val="75000"/>
                </a:schemeClr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Substituindo </a:t>
            </a:r>
            <a:r>
              <a:rPr lang="pt-BR" sz="2400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(1)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 e </a:t>
            </a:r>
            <a:r>
              <a:rPr lang="pt-BR" sz="2400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(2)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pt-BR" sz="2400" dirty="0" err="1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reaorganizada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 (</a:t>
            </a:r>
            <a:r>
              <a:rPr lang="en-US" altLang="pt-BR" sz="2400" dirty="0">
                <a:latin typeface="Aptos" panose="020B0004020202020204" pitchFamily="34" charset="0"/>
              </a:rPr>
              <a:t>[</a:t>
            </a:r>
            <a:r>
              <a:rPr lang="pt-BR" sz="2400" dirty="0">
                <a:latin typeface="Aptos" panose="020B0004020202020204" pitchFamily="34" charset="0"/>
              </a:rPr>
              <a:t>NH</a:t>
            </a:r>
            <a:r>
              <a:rPr lang="pt-BR" sz="2400" baseline="-25000" dirty="0">
                <a:latin typeface="Aptos" panose="020B0004020202020204" pitchFamily="34" charset="0"/>
              </a:rPr>
              <a:t>4</a:t>
            </a:r>
            <a:r>
              <a:rPr lang="pt-BR" sz="2400" baseline="30000" dirty="0">
                <a:latin typeface="Aptos" panose="020B0004020202020204" pitchFamily="34" charset="0"/>
              </a:rPr>
              <a:t>+</a:t>
            </a:r>
            <a:r>
              <a:rPr lang="en-US" altLang="pt-BR" sz="2400" dirty="0">
                <a:latin typeface="Aptos" panose="020B0004020202020204" pitchFamily="34" charset="0"/>
              </a:rPr>
              <a:t>] = C</a:t>
            </a:r>
            <a:r>
              <a:rPr lang="en-US" altLang="pt-BR" sz="2400" baseline="-25000" dirty="0">
                <a:latin typeface="Aptos" panose="020B0004020202020204" pitchFamily="34" charset="0"/>
              </a:rPr>
              <a:t>s </a:t>
            </a:r>
            <a:r>
              <a:rPr lang="en-US" altLang="pt-BR" sz="2400" dirty="0">
                <a:latin typeface="Aptos" panose="020B0004020202020204" pitchFamily="34" charset="0"/>
              </a:rPr>
              <a:t> - [</a:t>
            </a:r>
            <a:r>
              <a:rPr lang="en-US" altLang="pt-BR" sz="2400" dirty="0">
                <a:solidFill>
                  <a:srgbClr val="000000"/>
                </a:solidFill>
                <a:latin typeface="Aptos" panose="020B0004020202020204" pitchFamily="34" charset="0"/>
              </a:rPr>
              <a:t>NH</a:t>
            </a:r>
            <a:r>
              <a:rPr lang="en-US" altLang="pt-BR" sz="2400" baseline="-25000" dirty="0">
                <a:solidFill>
                  <a:srgbClr val="000000"/>
                </a:solidFill>
                <a:latin typeface="Aptos" panose="020B0004020202020204" pitchFamily="34" charset="0"/>
              </a:rPr>
              <a:t>4</a:t>
            </a:r>
            <a:r>
              <a:rPr lang="en-US" altLang="pt-BR" sz="2400" dirty="0">
                <a:solidFill>
                  <a:srgbClr val="000000"/>
                </a:solidFill>
                <a:latin typeface="Aptos" panose="020B0004020202020204" pitchFamily="34" charset="0"/>
              </a:rPr>
              <a:t>OH]</a:t>
            </a:r>
            <a:r>
              <a:rPr lang="en-US" alt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) </a:t>
            </a:r>
            <a:r>
              <a:rPr lang="en-US" altLang="pt-BR" sz="2400" dirty="0" err="1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em</a:t>
            </a:r>
            <a:r>
              <a:rPr lang="en-US" alt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altLang="pt-BR" sz="2400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(3)</a:t>
            </a:r>
            <a:r>
              <a:rPr lang="en-US" alt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:</a:t>
            </a:r>
          </a:p>
          <a:p>
            <a:pPr algn="just"/>
            <a:endParaRPr lang="en-US" sz="2400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pt-BR" sz="2400" dirty="0">
                <a:latin typeface="Aptos" panose="020B0004020202020204" pitchFamily="34" charset="0"/>
              </a:rPr>
              <a:t>C</a:t>
            </a:r>
            <a:r>
              <a:rPr lang="en-US" altLang="pt-BR" sz="2400" baseline="-25000" dirty="0">
                <a:latin typeface="Aptos" panose="020B0004020202020204" pitchFamily="34" charset="0"/>
              </a:rPr>
              <a:t>s </a:t>
            </a:r>
            <a:r>
              <a:rPr lang="en-US" altLang="pt-BR" sz="2400" dirty="0">
                <a:latin typeface="Aptos" panose="020B0004020202020204" pitchFamily="34" charset="0"/>
              </a:rPr>
              <a:t> - [</a:t>
            </a:r>
            <a:r>
              <a:rPr lang="en-US" altLang="pt-BR" sz="2400" dirty="0">
                <a:solidFill>
                  <a:srgbClr val="000000"/>
                </a:solidFill>
                <a:latin typeface="Aptos" panose="020B0004020202020204" pitchFamily="34" charset="0"/>
              </a:rPr>
              <a:t>NH</a:t>
            </a:r>
            <a:r>
              <a:rPr lang="en-US" altLang="pt-BR" sz="2400" baseline="-25000" dirty="0">
                <a:solidFill>
                  <a:srgbClr val="000000"/>
                </a:solidFill>
                <a:latin typeface="Aptos" panose="020B0004020202020204" pitchFamily="34" charset="0"/>
              </a:rPr>
              <a:t>4</a:t>
            </a:r>
            <a:r>
              <a:rPr lang="en-US" altLang="pt-BR" sz="2400" dirty="0">
                <a:solidFill>
                  <a:srgbClr val="000000"/>
                </a:solidFill>
                <a:latin typeface="Aptos" panose="020B0004020202020204" pitchFamily="34" charset="0"/>
              </a:rPr>
              <a:t>OH]</a:t>
            </a:r>
            <a:r>
              <a:rPr lang="en-US" altLang="pt-BR" sz="2400" baseline="-25000" dirty="0">
                <a:latin typeface="Aptos" panose="020B0004020202020204" pitchFamily="34" charset="0"/>
              </a:rPr>
              <a:t> </a:t>
            </a:r>
            <a:r>
              <a:rPr lang="en-US" altLang="pt-BR" sz="2400" dirty="0">
                <a:latin typeface="Aptos" panose="020B0004020202020204" pitchFamily="34" charset="0"/>
              </a:rPr>
              <a:t>+ [H</a:t>
            </a:r>
            <a:r>
              <a:rPr lang="en-US" altLang="pt-BR" sz="2400" baseline="30000" dirty="0">
                <a:latin typeface="Aptos" panose="020B0004020202020204" pitchFamily="34" charset="0"/>
              </a:rPr>
              <a:t>+</a:t>
            </a:r>
            <a:r>
              <a:rPr lang="en-US" altLang="pt-BR" sz="2400" dirty="0">
                <a:latin typeface="Aptos" panose="020B0004020202020204" pitchFamily="34" charset="0"/>
              </a:rPr>
              <a:t>] = C</a:t>
            </a:r>
            <a:r>
              <a:rPr lang="en-US" altLang="pt-BR" sz="2400" baseline="-25000" dirty="0">
                <a:latin typeface="Aptos" panose="020B0004020202020204" pitchFamily="34" charset="0"/>
              </a:rPr>
              <a:t>s</a:t>
            </a:r>
            <a:r>
              <a:rPr lang="en-US" altLang="pt-BR" sz="2400" dirty="0">
                <a:latin typeface="Aptos" panose="020B0004020202020204" pitchFamily="34" charset="0"/>
              </a:rPr>
              <a:t> + [OH</a:t>
            </a:r>
            <a:r>
              <a:rPr lang="en-US" altLang="pt-BR" sz="2400" baseline="30000" dirty="0">
                <a:latin typeface="Aptos" panose="020B0004020202020204" pitchFamily="34" charset="0"/>
              </a:rPr>
              <a:t>-</a:t>
            </a:r>
            <a:r>
              <a:rPr lang="en-US" altLang="pt-BR" sz="2400" dirty="0">
                <a:latin typeface="Aptos" panose="020B0004020202020204" pitchFamily="34" charset="0"/>
              </a:rPr>
              <a:t>] </a:t>
            </a:r>
            <a:r>
              <a:rPr lang="pt-BR" alt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 </a:t>
            </a:r>
            <a:r>
              <a:rPr lang="en-US" altLang="pt-BR" sz="2400" dirty="0">
                <a:latin typeface="Aptos" panose="020B0004020202020204" pitchFamily="34" charset="0"/>
              </a:rPr>
              <a:t>  [H</a:t>
            </a:r>
            <a:r>
              <a:rPr lang="en-US" altLang="pt-BR" sz="2400" baseline="30000" dirty="0">
                <a:latin typeface="Aptos" panose="020B0004020202020204" pitchFamily="34" charset="0"/>
              </a:rPr>
              <a:t>+</a:t>
            </a:r>
            <a:r>
              <a:rPr lang="en-US" altLang="pt-BR" sz="2400" dirty="0">
                <a:latin typeface="Aptos" panose="020B0004020202020204" pitchFamily="34" charset="0"/>
              </a:rPr>
              <a:t>] = [OH</a:t>
            </a:r>
            <a:r>
              <a:rPr lang="en-US" altLang="pt-BR" sz="2400" baseline="30000" dirty="0">
                <a:latin typeface="Aptos" panose="020B0004020202020204" pitchFamily="34" charset="0"/>
              </a:rPr>
              <a:t>-</a:t>
            </a:r>
            <a:r>
              <a:rPr lang="en-US" altLang="pt-BR" sz="2400" dirty="0">
                <a:latin typeface="Aptos" panose="020B0004020202020204" pitchFamily="34" charset="0"/>
              </a:rPr>
              <a:t>] + [</a:t>
            </a:r>
            <a:r>
              <a:rPr lang="en-US" altLang="pt-BR" sz="2400" dirty="0">
                <a:solidFill>
                  <a:srgbClr val="000000"/>
                </a:solidFill>
                <a:latin typeface="Aptos" panose="020B0004020202020204" pitchFamily="34" charset="0"/>
              </a:rPr>
              <a:t>NH</a:t>
            </a:r>
            <a:r>
              <a:rPr lang="en-US" altLang="pt-BR" sz="2400" baseline="-25000" dirty="0">
                <a:solidFill>
                  <a:srgbClr val="000000"/>
                </a:solidFill>
                <a:latin typeface="Aptos" panose="020B0004020202020204" pitchFamily="34" charset="0"/>
              </a:rPr>
              <a:t>4</a:t>
            </a:r>
            <a:r>
              <a:rPr lang="en-US" altLang="pt-BR" sz="2400" dirty="0">
                <a:solidFill>
                  <a:srgbClr val="000000"/>
                </a:solidFill>
                <a:latin typeface="Aptos" panose="020B0004020202020204" pitchFamily="34" charset="0"/>
              </a:rPr>
              <a:t>OH]</a:t>
            </a:r>
            <a:r>
              <a:rPr lang="en-US" altLang="pt-BR" sz="2400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(4)</a:t>
            </a:r>
          </a:p>
          <a:p>
            <a:pPr algn="ctr"/>
            <a:endParaRPr lang="en-US" sz="2400" dirty="0">
              <a:solidFill>
                <a:schemeClr val="accent1">
                  <a:lumMod val="75000"/>
                </a:schemeClr>
              </a:solidFill>
              <a:latin typeface="Aptos" panose="020B0004020202020204" pitchFamily="34" charset="0"/>
            </a:endParaRPr>
          </a:p>
          <a:p>
            <a:r>
              <a:rPr lang="pt-BR" alt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Como </a:t>
            </a:r>
            <a:r>
              <a:rPr lang="pt-BR" altLang="pt-BR" sz="2400" dirty="0" err="1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K</a:t>
            </a:r>
            <a:r>
              <a:rPr lang="pt-BR" altLang="pt-BR" sz="2400" baseline="-25000" dirty="0" err="1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h</a:t>
            </a:r>
            <a:r>
              <a:rPr lang="pt-BR" alt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 &gt;&gt; K</a:t>
            </a:r>
            <a:r>
              <a:rPr lang="pt-BR" altLang="pt-BR" sz="2400" baseline="-25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w</a:t>
            </a:r>
            <a:r>
              <a:rPr lang="pt-BR" altLang="pt-BR" sz="2400" dirty="0">
                <a:latin typeface="Aptos" panose="020B0004020202020204" pitchFamily="34" charset="0"/>
                <a:sym typeface="Symbol" panose="05050102010706020507" pitchFamily="18" charset="2"/>
              </a:rPr>
              <a:t> </a:t>
            </a:r>
            <a:r>
              <a:rPr lang="pt-BR" alt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</a:t>
            </a:r>
            <a:r>
              <a:rPr lang="pt-BR" altLang="pt-BR" sz="2400" dirty="0">
                <a:latin typeface="Aptos" panose="020B0004020202020204" pitchFamily="34" charset="0"/>
                <a:sym typeface="Symbol" panose="05050102010706020507" pitchFamily="18" charset="2"/>
              </a:rPr>
              <a:t> Despreza-se [OH</a:t>
            </a:r>
            <a:r>
              <a:rPr lang="pt-BR" altLang="pt-BR" sz="2400" baseline="30000" dirty="0">
                <a:latin typeface="Aptos" panose="020B0004020202020204" pitchFamily="34" charset="0"/>
                <a:sym typeface="Symbol" panose="05050102010706020507" pitchFamily="18" charset="2"/>
              </a:rPr>
              <a:t>-</a:t>
            </a:r>
            <a:r>
              <a:rPr lang="pt-BR" altLang="pt-BR" sz="2400" dirty="0">
                <a:latin typeface="Aptos" panose="020B0004020202020204" pitchFamily="34" charset="0"/>
                <a:sym typeface="Symbol" panose="05050102010706020507" pitchFamily="18" charset="2"/>
              </a:rPr>
              <a:t>] em relação a </a:t>
            </a:r>
            <a:r>
              <a:rPr lang="en-US" altLang="pt-BR" sz="2400" dirty="0">
                <a:latin typeface="Aptos" panose="020B0004020202020204" pitchFamily="34" charset="0"/>
              </a:rPr>
              <a:t>[</a:t>
            </a:r>
            <a:r>
              <a:rPr lang="en-US" altLang="pt-BR" sz="2400" dirty="0">
                <a:solidFill>
                  <a:srgbClr val="000000"/>
                </a:solidFill>
                <a:latin typeface="Aptos" panose="020B0004020202020204" pitchFamily="34" charset="0"/>
              </a:rPr>
              <a:t>NH</a:t>
            </a:r>
            <a:r>
              <a:rPr lang="en-US" altLang="pt-BR" sz="2400" baseline="-25000" dirty="0">
                <a:solidFill>
                  <a:srgbClr val="000000"/>
                </a:solidFill>
                <a:latin typeface="Aptos" panose="020B0004020202020204" pitchFamily="34" charset="0"/>
              </a:rPr>
              <a:t>4</a:t>
            </a:r>
            <a:r>
              <a:rPr lang="en-US" altLang="pt-BR" sz="2400" dirty="0">
                <a:solidFill>
                  <a:srgbClr val="000000"/>
                </a:solidFill>
                <a:latin typeface="Aptos" panose="020B0004020202020204" pitchFamily="34" charset="0"/>
              </a:rPr>
              <a:t>OH]</a:t>
            </a:r>
            <a:r>
              <a:rPr lang="pt-BR" altLang="pt-BR" sz="2400" dirty="0">
                <a:latin typeface="Aptos" panose="020B0004020202020204" pitchFamily="34" charset="0"/>
                <a:sym typeface="Symbol" panose="05050102010706020507" pitchFamily="18" charset="2"/>
              </a:rPr>
              <a:t> em </a:t>
            </a:r>
            <a:r>
              <a:rPr lang="pt-BR" altLang="pt-BR" sz="2400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(4)</a:t>
            </a:r>
            <a:r>
              <a:rPr lang="pt-BR" altLang="pt-BR" sz="2400" dirty="0">
                <a:latin typeface="Aptos" panose="020B0004020202020204" pitchFamily="34" charset="0"/>
                <a:sym typeface="Symbol" panose="05050102010706020507" pitchFamily="18" charset="2"/>
              </a:rPr>
              <a:t>:</a:t>
            </a:r>
          </a:p>
          <a:p>
            <a:endParaRPr lang="pt-BR" altLang="pt-BR" sz="2400" dirty="0">
              <a:latin typeface="Aptos" panose="020B0004020202020204" pitchFamily="34" charset="0"/>
              <a:sym typeface="Symbol" panose="05050102010706020507" pitchFamily="18" charset="2"/>
            </a:endParaRPr>
          </a:p>
          <a:p>
            <a:pPr algn="ctr"/>
            <a:r>
              <a:rPr lang="en-US" altLang="pt-BR" sz="2400" dirty="0">
                <a:latin typeface="Aptos" panose="020B0004020202020204" pitchFamily="34" charset="0"/>
              </a:rPr>
              <a:t>[H</a:t>
            </a:r>
            <a:r>
              <a:rPr lang="en-US" altLang="pt-BR" sz="2400" baseline="30000" dirty="0">
                <a:latin typeface="Aptos" panose="020B0004020202020204" pitchFamily="34" charset="0"/>
              </a:rPr>
              <a:t>+</a:t>
            </a:r>
            <a:r>
              <a:rPr lang="en-US" altLang="pt-BR" sz="2400" dirty="0">
                <a:latin typeface="Aptos" panose="020B0004020202020204" pitchFamily="34" charset="0"/>
              </a:rPr>
              <a:t>] </a:t>
            </a:r>
            <a:r>
              <a:rPr lang="en-US" altLang="pt-BR" sz="2400" dirty="0">
                <a:latin typeface="Comic Sans MS" panose="030F0702030302020204" pitchFamily="66" charset="0"/>
                <a:sym typeface="Symbol" panose="05050102010706020507" pitchFamily="18" charset="2"/>
              </a:rPr>
              <a:t></a:t>
            </a:r>
            <a:r>
              <a:rPr lang="en-US" altLang="pt-BR" sz="2400" dirty="0">
                <a:latin typeface="Aptos" panose="020B0004020202020204" pitchFamily="34" charset="0"/>
              </a:rPr>
              <a:t> [</a:t>
            </a:r>
            <a:r>
              <a:rPr lang="en-US" altLang="pt-BR" sz="2400" dirty="0">
                <a:solidFill>
                  <a:srgbClr val="000000"/>
                </a:solidFill>
                <a:latin typeface="Aptos" panose="020B0004020202020204" pitchFamily="34" charset="0"/>
              </a:rPr>
              <a:t>NH</a:t>
            </a:r>
            <a:r>
              <a:rPr lang="en-US" altLang="pt-BR" sz="2400" baseline="-25000" dirty="0">
                <a:solidFill>
                  <a:srgbClr val="000000"/>
                </a:solidFill>
                <a:latin typeface="Aptos" panose="020B0004020202020204" pitchFamily="34" charset="0"/>
              </a:rPr>
              <a:t>4</a:t>
            </a:r>
            <a:r>
              <a:rPr lang="en-US" altLang="pt-BR" sz="2400" dirty="0">
                <a:solidFill>
                  <a:srgbClr val="000000"/>
                </a:solidFill>
                <a:latin typeface="Aptos" panose="020B0004020202020204" pitchFamily="34" charset="0"/>
              </a:rPr>
              <a:t>OH]</a:t>
            </a:r>
            <a:r>
              <a:rPr lang="en-US" altLang="pt-BR" sz="2400" dirty="0">
                <a:latin typeface="Aptos" panose="020B0004020202020204" pitchFamily="34" charset="0"/>
              </a:rPr>
              <a:t> </a:t>
            </a:r>
            <a:r>
              <a:rPr lang="en-US" altLang="pt-BR" sz="2400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(5)</a:t>
            </a:r>
          </a:p>
          <a:p>
            <a:pPr algn="ctr"/>
            <a:endParaRPr lang="en-US" altLang="pt-BR" sz="2400" dirty="0">
              <a:solidFill>
                <a:schemeClr val="accent1">
                  <a:lumMod val="75000"/>
                </a:schemeClr>
              </a:solidFill>
              <a:latin typeface="Aptos" panose="020B0004020202020204" pitchFamily="34" charset="0"/>
            </a:endParaRPr>
          </a:p>
          <a:p>
            <a:pPr algn="ctr"/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Substituindo </a:t>
            </a:r>
            <a:r>
              <a:rPr lang="pt-BR" sz="2400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(5)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 em  </a:t>
            </a:r>
            <a:r>
              <a:rPr lang="pt-BR" sz="2400" dirty="0" err="1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em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pt-BR" sz="2400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(2)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 reorganizada:</a:t>
            </a:r>
            <a:endParaRPr lang="pt-BR" sz="2400" dirty="0">
              <a:solidFill>
                <a:schemeClr val="accent1">
                  <a:lumMod val="75000"/>
                </a:schemeClr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algn="ctr"/>
            <a:endParaRPr lang="pt-BR" sz="2400" dirty="0">
              <a:solidFill>
                <a:schemeClr val="accent1">
                  <a:lumMod val="75000"/>
                </a:schemeClr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pt-BR" sz="2400" dirty="0">
                <a:latin typeface="Aptos" panose="020B0004020202020204" pitchFamily="34" charset="0"/>
              </a:rPr>
              <a:t>[</a:t>
            </a:r>
            <a:r>
              <a:rPr lang="pt-BR" sz="2400" dirty="0">
                <a:latin typeface="Aptos" panose="020B0004020202020204" pitchFamily="34" charset="0"/>
              </a:rPr>
              <a:t>NH</a:t>
            </a:r>
            <a:r>
              <a:rPr lang="pt-BR" sz="2400" baseline="-25000" dirty="0">
                <a:latin typeface="Aptos" panose="020B0004020202020204" pitchFamily="34" charset="0"/>
              </a:rPr>
              <a:t>4</a:t>
            </a:r>
            <a:r>
              <a:rPr lang="pt-BR" sz="2400" baseline="30000" dirty="0">
                <a:latin typeface="Aptos" panose="020B0004020202020204" pitchFamily="34" charset="0"/>
              </a:rPr>
              <a:t>+</a:t>
            </a:r>
            <a:r>
              <a:rPr lang="en-US" altLang="pt-BR" sz="2400" dirty="0">
                <a:latin typeface="Aptos" panose="020B0004020202020204" pitchFamily="34" charset="0"/>
              </a:rPr>
              <a:t>] = C</a:t>
            </a:r>
            <a:r>
              <a:rPr lang="en-US" altLang="pt-BR" sz="2400" baseline="-25000" dirty="0">
                <a:latin typeface="Aptos" panose="020B0004020202020204" pitchFamily="34" charset="0"/>
              </a:rPr>
              <a:t>s </a:t>
            </a:r>
            <a:r>
              <a:rPr lang="en-US" altLang="pt-BR" sz="2400" dirty="0">
                <a:latin typeface="Aptos" panose="020B0004020202020204" pitchFamily="34" charset="0"/>
              </a:rPr>
              <a:t> - [H</a:t>
            </a:r>
            <a:r>
              <a:rPr lang="en-US" altLang="pt-BR" sz="2400" baseline="30000" dirty="0">
                <a:latin typeface="Aptos" panose="020B0004020202020204" pitchFamily="34" charset="0"/>
              </a:rPr>
              <a:t>+</a:t>
            </a:r>
            <a:r>
              <a:rPr lang="en-US" altLang="pt-BR" sz="2400" dirty="0">
                <a:latin typeface="Aptos" panose="020B0004020202020204" pitchFamily="34" charset="0"/>
              </a:rPr>
              <a:t>]</a:t>
            </a:r>
            <a:r>
              <a:rPr lang="pt-BR" altLang="pt-BR" sz="2400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 (6)</a:t>
            </a:r>
          </a:p>
        </p:txBody>
      </p:sp>
    </p:spTree>
    <p:extLst>
      <p:ext uri="{BB962C8B-B14F-4D97-AF65-F5344CB8AC3E}">
        <p14:creationId xmlns:p14="http://schemas.microsoft.com/office/powerpoint/2010/main" val="1664742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7A3DE-4602-55CC-14A0-F02137B13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1A9CD30-4569-3B9D-D87A-0CB860C24F78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Cálculo de pH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8663E9F4-D64B-7C18-7AE8-ABAF8AA99AD2}"/>
                  </a:ext>
                </a:extLst>
              </p:cNvPr>
              <p:cNvSpPr txBox="1"/>
              <p:nvPr/>
            </p:nvSpPr>
            <p:spPr>
              <a:xfrm>
                <a:off x="332403" y="689148"/>
                <a:ext cx="11527192" cy="54797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2400" b="1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Tipo III. pH de sais derivados de um ácido forte e uma base fraca</a:t>
                </a:r>
              </a:p>
              <a:p>
                <a:pPr algn="ctr"/>
                <a:endParaRPr lang="en-US" altLang="pt-BR" sz="2400" dirty="0">
                  <a:solidFill>
                    <a:schemeClr val="accent1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  <a:p>
                <a:pPr algn="ctr"/>
                <a:r>
                  <a:rPr 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  <a:cs typeface="Arial" panose="020B0604020202020204" pitchFamily="34" charset="0"/>
                  </a:rPr>
                  <a:t>Substituindo </a:t>
                </a:r>
                <a:r>
                  <a:rPr lang="pt-BR" sz="2400" dirty="0">
                    <a:solidFill>
                      <a:schemeClr val="accent1">
                        <a:lumMod val="75000"/>
                      </a:schemeClr>
                    </a:solidFill>
                    <a:latin typeface="Aptos" panose="020B0004020202020204" pitchFamily="34" charset="0"/>
                    <a:cs typeface="Arial" panose="020B0604020202020204" pitchFamily="34" charset="0"/>
                  </a:rPr>
                  <a:t>(5)</a:t>
                </a:r>
                <a:r>
                  <a:rPr 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  <a:cs typeface="Arial" panose="020B0604020202020204" pitchFamily="34" charset="0"/>
                  </a:rPr>
                  <a:t> em </a:t>
                </a:r>
                <a:r>
                  <a:rPr lang="pt-BR" sz="2400" dirty="0">
                    <a:solidFill>
                      <a:schemeClr val="accent1">
                        <a:lumMod val="75000"/>
                      </a:schemeClr>
                    </a:solidFill>
                    <a:latin typeface="Aptos" panose="020B0004020202020204" pitchFamily="34" charset="0"/>
                    <a:cs typeface="Arial" panose="020B0604020202020204" pitchFamily="34" charset="0"/>
                  </a:rPr>
                  <a:t>(6)</a:t>
                </a:r>
                <a:r>
                  <a:rPr 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  <a:cs typeface="Arial" panose="020B0604020202020204" pitchFamily="34" charset="0"/>
                  </a:rPr>
                  <a:t> na expressão de </a:t>
                </a:r>
                <a:r>
                  <a:rPr lang="pt-BR" sz="2400" dirty="0" err="1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  <a:cs typeface="Arial" panose="020B0604020202020204" pitchFamily="34" charset="0"/>
                  </a:rPr>
                  <a:t>K</a:t>
                </a:r>
                <a:r>
                  <a:rPr lang="pt-BR" sz="2400" baseline="-25000" dirty="0" err="1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  <a:cs typeface="Arial" panose="020B0604020202020204" pitchFamily="34" charset="0"/>
                  </a:rPr>
                  <a:t>h</a:t>
                </a:r>
                <a:r>
                  <a:rPr 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pPr algn="ctr"/>
                <a:endParaRPr lang="en-US" altLang="pt-BR" sz="2400" dirty="0">
                  <a:solidFill>
                    <a:schemeClr val="accent1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  <a:p>
                <a:pPr algn="ctr"/>
                <a:r>
                  <a:rPr lang="pt-BR" altLang="pt-BR" sz="2400" dirty="0">
                    <a:latin typeface="Aptos" panose="020B0004020202020204" pitchFamily="34" charset="0"/>
                  </a:rPr>
                  <a:t>K</a:t>
                </a:r>
                <a:r>
                  <a:rPr lang="pt-BR" altLang="pt-BR" sz="2400" baseline="-25000" dirty="0" err="1">
                    <a:latin typeface="Aptos" panose="020B0004020202020204" pitchFamily="34" charset="0"/>
                  </a:rPr>
                  <a:t>h</a:t>
                </a:r>
                <a:r>
                  <a:rPr lang="pt-BR" altLang="pt-BR" sz="2400" dirty="0">
                    <a:latin typeface="Aptos" panose="020B0004020202020204" pitchFamily="34" charset="0"/>
                  </a:rPr>
                  <a:t> =</a:t>
                </a:r>
                <a:r>
                  <a:rPr lang="pt-BR" sz="2400" dirty="0">
                    <a:latin typeface="Aptos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[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solidFill>
                              <a:srgbClr val="000000"/>
                            </a:solidFill>
                            <a:latin typeface="Aptos" panose="020B0004020202020204" pitchFamily="34" charset="0"/>
                          </a:rPr>
                          <m:t>NH</m:t>
                        </m:r>
                        <m:r>
                          <m:rPr>
                            <m:nor/>
                          </m:rPr>
                          <a:rPr lang="en-US" altLang="pt-BR" sz="2400" baseline="-25000" dirty="0">
                            <a:solidFill>
                              <a:srgbClr val="000000"/>
                            </a:solidFill>
                            <a:latin typeface="Aptos" panose="020B0004020202020204" pitchFamily="34" charset="0"/>
                          </a:rPr>
                          <m:t>4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solidFill>
                              <a:srgbClr val="000000"/>
                            </a:solidFill>
                            <a:latin typeface="Aptos" panose="020B0004020202020204" pitchFamily="34" charset="0"/>
                          </a:rPr>
                          <m:t>OH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][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H</m:t>
                        </m:r>
                        <m:r>
                          <m:rPr>
                            <m:nor/>
                          </m:rPr>
                          <a:rPr lang="pt-BR" altLang="pt-BR" sz="2400" baseline="30000" dirty="0">
                            <a:latin typeface="Aptos" panose="020B0004020202020204" pitchFamily="34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] </m:t>
                        </m:r>
                      </m:num>
                      <m:den>
                        <m:r>
                          <a:rPr lang="pt-BR" altLang="pt-BR" sz="24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[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solidFill>
                              <a:srgbClr val="000000"/>
                            </a:solidFill>
                            <a:latin typeface="Aptos" panose="020B0004020202020204" pitchFamily="34" charset="0"/>
                          </a:rPr>
                          <m:t>NH</m:t>
                        </m:r>
                        <m:r>
                          <m:rPr>
                            <m:nor/>
                          </m:rPr>
                          <a:rPr lang="en-US" altLang="pt-BR" sz="2400" baseline="-25000" dirty="0">
                            <a:solidFill>
                              <a:srgbClr val="000000"/>
                            </a:solidFill>
                            <a:latin typeface="Aptos" panose="020B0004020202020204" pitchFamily="34" charset="0"/>
                          </a:rPr>
                          <m:t>4</m:t>
                        </m:r>
                        <m:r>
                          <m:rPr>
                            <m:nor/>
                          </m:rPr>
                          <a:rPr lang="en-US" altLang="pt-BR" sz="2400" baseline="30000" dirty="0">
                            <a:solidFill>
                              <a:srgbClr val="000000"/>
                            </a:solidFill>
                            <a:latin typeface="Aptos" panose="020B0004020202020204" pitchFamily="34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] </m:t>
                        </m:r>
                      </m:den>
                    </m:f>
                  </m:oMath>
                </a14:m>
                <a:r>
                  <a:rPr lang="en-US" altLang="pt-BR" sz="2400" dirty="0">
                    <a:latin typeface="Aptos" panose="020B0004020202020204" pitchFamily="34" charset="0"/>
                  </a:rPr>
                  <a:t> </a:t>
                </a:r>
                <a:r>
                  <a:rPr lang="pt-BR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  <a:sym typeface="Symbol" panose="05050102010706020507" pitchFamily="18" charset="2"/>
                  </a:rPr>
                  <a:t>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[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H</m:t>
                        </m:r>
                        <m:r>
                          <m:rPr>
                            <m:nor/>
                          </m:rPr>
                          <a:rPr lang="pt-BR" altLang="pt-BR" sz="2400" baseline="30000" dirty="0">
                            <a:latin typeface="Aptos" panose="020B0004020202020204" pitchFamily="34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][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H</m:t>
                        </m:r>
                        <m:r>
                          <m:rPr>
                            <m:nor/>
                          </m:rPr>
                          <a:rPr lang="pt-BR" altLang="pt-BR" sz="2400" baseline="30000" dirty="0">
                            <a:latin typeface="Aptos" panose="020B0004020202020204" pitchFamily="34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]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en-US" altLang="pt-BR" sz="2400" baseline="-25000" dirty="0">
                            <a:latin typeface="Aptos" panose="020B0004020202020204" pitchFamily="34" charset="0"/>
                          </a:rPr>
                          <m:t>s</m:t>
                        </m:r>
                        <m:r>
                          <m:rPr>
                            <m:nor/>
                          </m:rPr>
                          <a:rPr lang="en-US" altLang="pt-BR" sz="2400" baseline="-25000" dirty="0">
                            <a:latin typeface="Aptos" panose="020B0004020202020204" pitchFamily="34" charset="0"/>
                          </a:rPr>
                          <m:t>  −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[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H</m:t>
                        </m:r>
                        <m:r>
                          <m:rPr>
                            <m:nor/>
                          </m:rPr>
                          <a:rPr lang="pt-BR" altLang="pt-BR" sz="2400" b="0" i="0" baseline="30000" dirty="0" smtClean="0">
                            <a:latin typeface="Aptos" panose="020B0004020202020204" pitchFamily="34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]</m:t>
                        </m:r>
                      </m:den>
                    </m:f>
                  </m:oMath>
                </a14:m>
                <a:endParaRPr lang="pt-BR" altLang="pt-BR" sz="2400" dirty="0">
                  <a:latin typeface="Aptos" panose="020B0004020202020204" pitchFamily="34" charset="0"/>
                </a:endParaRPr>
              </a:p>
              <a:p>
                <a:pPr algn="ctr"/>
                <a:endParaRPr lang="pt-BR" altLang="pt-BR" sz="2400" dirty="0">
                  <a:latin typeface="Aptos" panose="020B0004020202020204" pitchFamily="34" charset="0"/>
                </a:endParaRPr>
              </a:p>
              <a:p>
                <a:pPr algn="ctr"/>
                <a:r>
                  <a:rPr lang="pt-BR" altLang="pt-BR" sz="2400" dirty="0">
                    <a:solidFill>
                      <a:srgbClr val="002060"/>
                    </a:solidFill>
                    <a:latin typeface="Aptos" panose="020B0004020202020204" pitchFamily="34" charset="0"/>
                    <a:sym typeface="Symbol" panose="05050102010706020507" pitchFamily="18" charset="2"/>
                  </a:rPr>
                  <a:t>[</a:t>
                </a:r>
                <a:r>
                  <a:rPr lang="pt-BR" altLang="pt-BR" sz="2400" dirty="0">
                    <a:latin typeface="Aptos" panose="020B00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H</a:t>
                </a:r>
                <a:r>
                  <a:rPr lang="pt-BR" altLang="pt-BR" sz="2400" baseline="30000" dirty="0">
                    <a:latin typeface="Aptos" panose="020B0004020202020204" pitchFamily="34" charset="0"/>
                    <a:cs typeface="Arial" panose="020B0604020202020204" pitchFamily="34" charset="0"/>
                  </a:rPr>
                  <a:t>+</a:t>
                </a:r>
                <a:r>
                  <a:rPr lang="pt-BR" altLang="pt-BR" sz="2400" dirty="0">
                    <a:latin typeface="Aptos" panose="020B0004020202020204" pitchFamily="34" charset="0"/>
                    <a:cs typeface="Arial" panose="020B0604020202020204" pitchFamily="34" charset="0"/>
                  </a:rPr>
                  <a:t>]</a:t>
                </a:r>
                <a:r>
                  <a:rPr lang="pt-BR" altLang="pt-BR" sz="2400" baseline="30000" dirty="0">
                    <a:latin typeface="Aptos" panose="020B00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pt-BR" altLang="pt-BR" sz="2400" dirty="0">
                    <a:latin typeface="Aptos" panose="020B0004020202020204" pitchFamily="34" charset="0"/>
                    <a:cs typeface="Arial" panose="020B0604020202020204" pitchFamily="34" charset="0"/>
                  </a:rPr>
                  <a:t> = </a:t>
                </a:r>
                <a:r>
                  <a:rPr lang="pt-BR" altLang="pt-BR" sz="2400" dirty="0" err="1">
                    <a:latin typeface="Aptos" panose="020B0004020202020204" pitchFamily="34" charset="0"/>
                    <a:cs typeface="Arial" panose="020B0604020202020204" pitchFamily="34" charset="0"/>
                  </a:rPr>
                  <a:t>K</a:t>
                </a:r>
                <a:r>
                  <a:rPr lang="pt-BR" altLang="pt-BR" sz="2400" baseline="-25000" dirty="0" err="1">
                    <a:latin typeface="Aptos" panose="020B0004020202020204" pitchFamily="34" charset="0"/>
                    <a:cs typeface="Arial" panose="020B0604020202020204" pitchFamily="34" charset="0"/>
                  </a:rPr>
                  <a:t>h</a:t>
                </a:r>
                <a:r>
                  <a:rPr lang="pt-BR" altLang="pt-BR" sz="2400" baseline="-25000" dirty="0">
                    <a:latin typeface="Aptos" panose="020B00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BR" altLang="pt-BR" sz="2400" dirty="0">
                    <a:latin typeface="Aptos" panose="020B0004020202020204" pitchFamily="34" charset="0"/>
                    <a:cs typeface="Arial" panose="020B0604020202020204" pitchFamily="34" charset="0"/>
                  </a:rPr>
                  <a:t>(C</a:t>
                </a:r>
                <a:r>
                  <a:rPr lang="pt-BR" altLang="pt-BR" sz="2400" baseline="-25000" dirty="0">
                    <a:latin typeface="Aptos" panose="020B0004020202020204" pitchFamily="34" charset="0"/>
                    <a:cs typeface="Arial" panose="020B0604020202020204" pitchFamily="34" charset="0"/>
                  </a:rPr>
                  <a:t>s</a:t>
                </a:r>
                <a:r>
                  <a:rPr lang="pt-BR" altLang="pt-BR" sz="2400" dirty="0">
                    <a:latin typeface="Aptos" panose="020B0004020202020204" pitchFamily="34" charset="0"/>
                    <a:cs typeface="Arial" panose="020B0604020202020204" pitchFamily="34" charset="0"/>
                  </a:rPr>
                  <a:t> - [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pt-BR" altLang="pt-BR" sz="2400" dirty="0">
                        <a:latin typeface="Aptos" panose="020B0004020202020204" pitchFamily="34" charset="0"/>
                      </a:rPr>
                      <m:t>H</m:t>
                    </m:r>
                    <m:r>
                      <m:rPr>
                        <m:nor/>
                      </m:rPr>
                      <a:rPr lang="pt-BR" altLang="pt-BR" sz="2400" b="0" i="0" baseline="30000" dirty="0" smtClean="0">
                        <a:latin typeface="Aptos" panose="020B0004020202020204" pitchFamily="34" charset="0"/>
                      </a:rPr>
                      <m:t>+</m:t>
                    </m:r>
                  </m:oMath>
                </a14:m>
                <a:r>
                  <a:rPr lang="pt-BR" altLang="pt-BR" sz="2400" dirty="0">
                    <a:latin typeface="Aptos" panose="020B0004020202020204" pitchFamily="34" charset="0"/>
                    <a:cs typeface="Arial" panose="020B0604020202020204" pitchFamily="34" charset="0"/>
                  </a:rPr>
                  <a:t>])</a:t>
                </a:r>
                <a:r>
                  <a:rPr lang="pt-BR" altLang="pt-BR" sz="2400" dirty="0">
                    <a:solidFill>
                      <a:schemeClr val="accent1">
                        <a:lumMod val="75000"/>
                      </a:schemeClr>
                    </a:solidFill>
                    <a:latin typeface="Aptos" panose="020B0004020202020204" pitchFamily="34" charset="0"/>
                    <a:cs typeface="Arial" panose="020B0604020202020204" pitchFamily="34" charset="0"/>
                  </a:rPr>
                  <a:t> (7)</a:t>
                </a:r>
              </a:p>
              <a:p>
                <a:pPr algn="ctr"/>
                <a:endParaRPr lang="pt-BR" altLang="pt-BR" sz="2400" dirty="0">
                  <a:latin typeface="Aptos" panose="020B00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pt-BR" sz="2400" dirty="0">
                    <a:latin typeface="Aptos" panose="020B0004020202020204" pitchFamily="34" charset="0"/>
                  </a:rPr>
                  <a:t>Como C</a:t>
                </a:r>
                <a:r>
                  <a:rPr lang="pt-BR" sz="2400" baseline="-25000" dirty="0">
                    <a:latin typeface="Aptos" panose="020B0004020202020204" pitchFamily="34" charset="0"/>
                  </a:rPr>
                  <a:t>s</a:t>
                </a:r>
                <a:r>
                  <a:rPr lang="pt-BR" sz="2400" dirty="0">
                    <a:latin typeface="Aptos" panose="020B0004020202020204" pitchFamily="34" charset="0"/>
                  </a:rPr>
                  <a:t>/</a:t>
                </a:r>
                <a:r>
                  <a:rPr lang="pt-BR" sz="2400" dirty="0" err="1">
                    <a:latin typeface="Aptos" panose="020B0004020202020204" pitchFamily="34" charset="0"/>
                  </a:rPr>
                  <a:t>K</a:t>
                </a:r>
                <a:r>
                  <a:rPr lang="pt-BR" sz="2400" baseline="-25000" dirty="0" err="1">
                    <a:latin typeface="Aptos" panose="020B0004020202020204" pitchFamily="34" charset="0"/>
                  </a:rPr>
                  <a:t>h</a:t>
                </a:r>
                <a:r>
                  <a:rPr lang="pt-BR" sz="2400" dirty="0">
                    <a:latin typeface="Aptos" panose="020B0004020202020204" pitchFamily="34" charset="0"/>
                  </a:rPr>
                  <a:t> &gt; 10</a:t>
                </a:r>
                <a:r>
                  <a:rPr lang="pt-BR" sz="2400" baseline="30000" dirty="0">
                    <a:latin typeface="Aptos" panose="020B0004020202020204" pitchFamily="34" charset="0"/>
                  </a:rPr>
                  <a:t>3 </a:t>
                </a:r>
                <a:r>
                  <a:rPr lang="pt-BR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  <a:sym typeface="Symbol" panose="05050102010706020507" pitchFamily="18" charset="2"/>
                  </a:rPr>
                  <a:t></a:t>
                </a:r>
                <a:r>
                  <a:rPr lang="pt-BR" altLang="pt-BR" sz="2400" dirty="0">
                    <a:latin typeface="Aptos" panose="020B0004020202020204" pitchFamily="34" charset="0"/>
                    <a:sym typeface="Symbol" panose="05050102010706020507" pitchFamily="18" charset="2"/>
                  </a:rPr>
                  <a:t> Considera-se que  C</a:t>
                </a:r>
                <a:r>
                  <a:rPr lang="pt-BR" altLang="pt-BR" sz="2400" baseline="-25000" dirty="0">
                    <a:latin typeface="Aptos" panose="020B0004020202020204" pitchFamily="34" charset="0"/>
                    <a:sym typeface="Symbol" panose="05050102010706020507" pitchFamily="18" charset="2"/>
                  </a:rPr>
                  <a:t>s</a:t>
                </a:r>
                <a:r>
                  <a:rPr lang="pt-BR" altLang="pt-BR" sz="2400" dirty="0">
                    <a:latin typeface="Aptos" panose="020B0004020202020204" pitchFamily="34" charset="0"/>
                    <a:sym typeface="Symbol" panose="05050102010706020507" pitchFamily="18" charset="2"/>
                  </a:rPr>
                  <a:t> &gt;&gt;&gt; [H</a:t>
                </a:r>
                <a:r>
                  <a:rPr lang="pt-BR" altLang="pt-BR" sz="2400" baseline="30000" dirty="0">
                    <a:latin typeface="Aptos" panose="020B0004020202020204" pitchFamily="34" charset="0"/>
                    <a:sym typeface="Symbol" panose="05050102010706020507" pitchFamily="18" charset="2"/>
                  </a:rPr>
                  <a:t>+</a:t>
                </a:r>
                <a:r>
                  <a:rPr lang="pt-BR" altLang="pt-BR" sz="2400" dirty="0">
                    <a:latin typeface="Aptos" panose="020B0004020202020204" pitchFamily="34" charset="0"/>
                    <a:sym typeface="Symbol" panose="05050102010706020507" pitchFamily="18" charset="2"/>
                  </a:rPr>
                  <a:t>] e despreza-se [H</a:t>
                </a:r>
                <a:r>
                  <a:rPr lang="pt-BR" altLang="pt-BR" sz="2400" baseline="30000" dirty="0">
                    <a:latin typeface="Aptos" panose="020B0004020202020204" pitchFamily="34" charset="0"/>
                    <a:sym typeface="Symbol" panose="05050102010706020507" pitchFamily="18" charset="2"/>
                  </a:rPr>
                  <a:t>+</a:t>
                </a:r>
                <a:r>
                  <a:rPr lang="pt-BR" altLang="pt-BR" sz="2400" dirty="0">
                    <a:latin typeface="Aptos" panose="020B0004020202020204" pitchFamily="34" charset="0"/>
                    <a:sym typeface="Symbol" panose="05050102010706020507" pitchFamily="18" charset="2"/>
                  </a:rPr>
                  <a:t>] em </a:t>
                </a:r>
                <a:r>
                  <a:rPr lang="pt-BR" altLang="pt-BR" sz="2400" dirty="0">
                    <a:solidFill>
                      <a:schemeClr val="accent1">
                        <a:lumMod val="75000"/>
                      </a:schemeClr>
                    </a:solidFill>
                    <a:latin typeface="Aptos" panose="020B0004020202020204" pitchFamily="34" charset="0"/>
                    <a:sym typeface="Symbol" panose="05050102010706020507" pitchFamily="18" charset="2"/>
                  </a:rPr>
                  <a:t>(7)</a:t>
                </a:r>
                <a:r>
                  <a:rPr lang="pt-BR" altLang="pt-BR" sz="2400" dirty="0">
                    <a:latin typeface="Aptos" panose="020B0004020202020204" pitchFamily="34" charset="0"/>
                    <a:sym typeface="Symbol" panose="05050102010706020507" pitchFamily="18" charset="2"/>
                  </a:rPr>
                  <a:t>:</a:t>
                </a:r>
              </a:p>
              <a:p>
                <a:pPr algn="ctr">
                  <a:lnSpc>
                    <a:spcPct val="150000"/>
                  </a:lnSpc>
                </a:pPr>
                <a:endParaRPr lang="pt-BR" altLang="pt-BR" sz="2400" dirty="0">
                  <a:solidFill>
                    <a:srgbClr val="002060"/>
                  </a:solidFill>
                  <a:latin typeface="Aptos" panose="020B0004020202020204" pitchFamily="34" charset="0"/>
                  <a:sym typeface="Symbol" panose="05050102010706020507" pitchFamily="18" charset="2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pt-BR" altLang="pt-BR" sz="2400" dirty="0">
                    <a:latin typeface="Aptos" panose="020B0004020202020204" pitchFamily="34" charset="0"/>
                    <a:sym typeface="Symbol" panose="05050102010706020507" pitchFamily="18" charset="2"/>
                  </a:rPr>
                  <a:t>[H</a:t>
                </a:r>
                <a:r>
                  <a:rPr lang="pt-BR" altLang="pt-BR" sz="2400" baseline="30000" dirty="0">
                    <a:latin typeface="Aptos" panose="020B0004020202020204" pitchFamily="34" charset="0"/>
                    <a:sym typeface="Symbol" panose="05050102010706020507" pitchFamily="18" charset="2"/>
                  </a:rPr>
                  <a:t>+</a:t>
                </a:r>
                <a:r>
                  <a:rPr lang="pt-BR" altLang="pt-BR" sz="2400" dirty="0">
                    <a:latin typeface="Aptos" panose="020B0004020202020204" pitchFamily="34" charset="0"/>
                    <a:sym typeface="Symbol" panose="05050102010706020507" pitchFamily="18" charset="2"/>
                  </a:rPr>
                  <a:t>]</a:t>
                </a:r>
                <a:r>
                  <a:rPr lang="pt-BR" altLang="pt-BR" sz="2400" baseline="30000" dirty="0">
                    <a:latin typeface="Aptos" panose="020B00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pt-BR" altLang="pt-BR" sz="2400" dirty="0">
                    <a:latin typeface="Aptos" panose="020B0004020202020204" pitchFamily="34" charset="0"/>
                    <a:cs typeface="Arial" panose="020B0604020202020204" pitchFamily="34" charset="0"/>
                  </a:rPr>
                  <a:t> = </a:t>
                </a:r>
                <a:r>
                  <a:rPr lang="pt-BR" altLang="pt-BR" sz="2400" dirty="0" err="1">
                    <a:latin typeface="Aptos" panose="020B0004020202020204" pitchFamily="34" charset="0"/>
                    <a:cs typeface="Arial" panose="020B0604020202020204" pitchFamily="34" charset="0"/>
                  </a:rPr>
                  <a:t>K</a:t>
                </a:r>
                <a:r>
                  <a:rPr lang="pt-BR" altLang="pt-BR" sz="2400" baseline="-25000" dirty="0" err="1">
                    <a:latin typeface="Aptos" panose="020B0004020202020204" pitchFamily="34" charset="0"/>
                    <a:cs typeface="Arial" panose="020B0604020202020204" pitchFamily="34" charset="0"/>
                  </a:rPr>
                  <a:t>h</a:t>
                </a:r>
                <a:r>
                  <a:rPr lang="pt-BR" altLang="pt-BR" sz="2400" dirty="0" err="1">
                    <a:latin typeface="Aptos" panose="020B0004020202020204" pitchFamily="34" charset="0"/>
                    <a:cs typeface="Arial" panose="020B0604020202020204" pitchFamily="34" charset="0"/>
                  </a:rPr>
                  <a:t>C</a:t>
                </a:r>
                <a:r>
                  <a:rPr lang="pt-BR" altLang="pt-BR" sz="2400" baseline="-25000" dirty="0" err="1">
                    <a:latin typeface="Aptos" panose="020B0004020202020204" pitchFamily="34" charset="0"/>
                    <a:cs typeface="Arial" panose="020B0604020202020204" pitchFamily="34" charset="0"/>
                  </a:rPr>
                  <a:t>s</a:t>
                </a:r>
                <a:endParaRPr lang="pt-BR" altLang="pt-BR" sz="2400" dirty="0">
                  <a:latin typeface="Aptos" panose="020B0004020202020204" pitchFamily="34" charset="0"/>
                  <a:cs typeface="Arial" panose="020B0604020202020204" pitchFamily="34" charset="0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pt-BR" altLang="pt-BR" sz="2400" b="1" dirty="0">
                    <a:latin typeface="Aptos" panose="020B0004020202020204" pitchFamily="34" charset="0"/>
                    <a:sym typeface="Symbol" panose="05050102010706020507" pitchFamily="18" charset="2"/>
                  </a:rPr>
                  <a:t>[H</a:t>
                </a:r>
                <a:r>
                  <a:rPr lang="pt-BR" altLang="pt-BR" sz="2400" b="1" baseline="30000" dirty="0">
                    <a:latin typeface="Aptos" panose="020B0004020202020204" pitchFamily="34" charset="0"/>
                    <a:sym typeface="Symbol" panose="05050102010706020507" pitchFamily="18" charset="2"/>
                  </a:rPr>
                  <a:t>+</a:t>
                </a:r>
                <a:r>
                  <a:rPr lang="pt-BR" altLang="pt-BR" sz="2400" b="1" dirty="0">
                    <a:latin typeface="Aptos" panose="020B0004020202020204" pitchFamily="34" charset="0"/>
                    <a:sym typeface="Symbol" panose="05050102010706020507" pitchFamily="18" charset="2"/>
                  </a:rPr>
                  <a:t>]</a:t>
                </a:r>
                <a:r>
                  <a:rPr lang="pt-BR" altLang="pt-BR" sz="2400" b="1" dirty="0">
                    <a:latin typeface="Aptos" panose="020B0004020202020204" pitchFamily="34" charset="0"/>
                    <a:cs typeface="Arial" panose="020B0604020202020204" pitchFamily="34" charset="0"/>
                  </a:rPr>
                  <a:t> = (</a:t>
                </a:r>
                <a:r>
                  <a:rPr lang="pt-BR" altLang="pt-BR" sz="2400" b="1" dirty="0" err="1">
                    <a:latin typeface="Aptos" panose="020B0004020202020204" pitchFamily="34" charset="0"/>
                    <a:cs typeface="Arial" panose="020B0604020202020204" pitchFamily="34" charset="0"/>
                  </a:rPr>
                  <a:t>K</a:t>
                </a:r>
                <a:r>
                  <a:rPr lang="pt-BR" altLang="pt-BR" sz="2400" b="1" baseline="-25000" dirty="0" err="1">
                    <a:latin typeface="Aptos" panose="020B0004020202020204" pitchFamily="34" charset="0"/>
                    <a:cs typeface="Arial" panose="020B0604020202020204" pitchFamily="34" charset="0"/>
                  </a:rPr>
                  <a:t>h</a:t>
                </a:r>
                <a:r>
                  <a:rPr lang="pt-BR" altLang="pt-BR" sz="2400" b="1" dirty="0" err="1">
                    <a:latin typeface="Aptos" panose="020B0004020202020204" pitchFamily="34" charset="0"/>
                    <a:cs typeface="Arial" panose="020B0604020202020204" pitchFamily="34" charset="0"/>
                  </a:rPr>
                  <a:t>C</a:t>
                </a:r>
                <a:r>
                  <a:rPr lang="pt-BR" altLang="pt-BR" sz="2400" b="1" baseline="-25000" dirty="0" err="1">
                    <a:latin typeface="Aptos" panose="020B0004020202020204" pitchFamily="34" charset="0"/>
                    <a:cs typeface="Arial" panose="020B0604020202020204" pitchFamily="34" charset="0"/>
                  </a:rPr>
                  <a:t>s</a:t>
                </a:r>
                <a:r>
                  <a:rPr lang="pt-BR" altLang="pt-BR" sz="2400" b="1" dirty="0">
                    <a:latin typeface="Aptos" panose="020B0004020202020204" pitchFamily="34" charset="0"/>
                    <a:cs typeface="Arial" panose="020B0604020202020204" pitchFamily="34" charset="0"/>
                  </a:rPr>
                  <a:t>)</a:t>
                </a:r>
                <a:r>
                  <a:rPr lang="pt-BR" altLang="pt-BR" sz="2400" b="1" baseline="30000" dirty="0">
                    <a:latin typeface="Aptos" panose="020B0004020202020204" pitchFamily="34" charset="0"/>
                    <a:cs typeface="Arial" panose="020B0604020202020204" pitchFamily="34" charset="0"/>
                  </a:rPr>
                  <a:t>1/2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8663E9F4-D64B-7C18-7AE8-ABAF8AA99A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403" y="689148"/>
                <a:ext cx="11527192" cy="5479705"/>
              </a:xfrm>
              <a:prstGeom prst="rect">
                <a:avLst/>
              </a:prstGeom>
              <a:blipFill>
                <a:blip r:embed="rId2"/>
                <a:stretch>
                  <a:fillRect l="-847" t="-890" b="-15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Conector de Seta Reta 2">
            <a:extLst>
              <a:ext uri="{FF2B5EF4-FFF2-40B4-BE49-F238E27FC236}">
                <a16:creationId xmlns:a16="http://schemas.microsoft.com/office/drawing/2014/main" id="{1D1420F3-10B9-F21A-0916-F13D24914BA5}"/>
              </a:ext>
            </a:extLst>
          </p:cNvPr>
          <p:cNvCxnSpPr>
            <a:cxnSpLocks/>
          </p:cNvCxnSpPr>
          <p:nvPr/>
        </p:nvCxnSpPr>
        <p:spPr>
          <a:xfrm flipV="1">
            <a:off x="6532458" y="3238397"/>
            <a:ext cx="367033" cy="381206"/>
          </a:xfrm>
          <a:prstGeom prst="straightConnector1">
            <a:avLst/>
          </a:prstGeom>
          <a:ln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5494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F7205-B2B1-7BEC-8C9F-AAF2BF955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2F8D0CD-1D1F-151E-A17A-90EEF83BB407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Cálculo de pH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2E76D97D-419D-25D1-0DBC-CFB8D2E5F976}"/>
                  </a:ext>
                </a:extLst>
              </p:cNvPr>
              <p:cNvSpPr txBox="1"/>
              <p:nvPr/>
            </p:nvSpPr>
            <p:spPr>
              <a:xfrm>
                <a:off x="332403" y="1246993"/>
                <a:ext cx="11527192" cy="43640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dirty="0">
                    <a:latin typeface="Aptos" panose="020B0004020202020204" pitchFamily="34" charset="0"/>
                    <a:cs typeface="Arial" panose="020B0604020202020204" pitchFamily="34" charset="0"/>
                  </a:rPr>
                  <a:t>Lembrando que:</a:t>
                </a:r>
                <a:endParaRPr lang="pt-BR" sz="2400" dirty="0">
                  <a:solidFill>
                    <a:schemeClr val="accent1">
                      <a:lumMod val="50000"/>
                    </a:schemeClr>
                  </a:solidFill>
                  <a:latin typeface="Aptos" panose="020B0004020202020204" pitchFamily="34" charset="0"/>
                  <a:cs typeface="Arial" panose="020B0604020202020204" pitchFamily="34" charset="0"/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pt-BR" sz="2400" b="0" i="0" smtClean="0">
                              <a:solidFill>
                                <a:schemeClr val="tx1"/>
                              </a:solidFill>
                              <a:latin typeface="Aptos" panose="020B0004020202020204" pitchFamily="34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pt-BR" sz="2400" b="0" i="0" smtClean="0">
                              <a:solidFill>
                                <a:schemeClr val="tx1"/>
                              </a:solidFill>
                              <a:latin typeface="Aptos" panose="020B0004020202020204" pitchFamily="34" charset="0"/>
                            </a:rPr>
                            <m:t>h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400" i="0" smtClean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pt-BR" sz="2400" b="0" i="0" smtClean="0">
                              <a:solidFill>
                                <a:schemeClr val="tx1"/>
                              </a:solidFill>
                              <a:latin typeface="Aptos" panose="020B0004020202020204" pitchFamily="34" charset="0"/>
                              <a:ea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pt-BR" sz="2400" b="0" i="0" smtClean="0">
                              <a:solidFill>
                                <a:schemeClr val="tx1"/>
                              </a:solidFill>
                              <a:latin typeface="Aptos" panose="020B0004020202020204" pitchFamily="34" charset="0"/>
                              <a:ea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400" i="0" smtClean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pt-BR" sz="2400" b="0" i="0" smtClean="0">
                                  <a:solidFill>
                                    <a:srgbClr val="C00000"/>
                                  </a:solidFill>
                                  <a:latin typeface="Aptos" panose="020B0004020202020204" pitchFamily="34" charset="0"/>
                                  <a:ea typeface="Cambria Math" panose="02040503050406030204" pitchFamily="18" charset="0"/>
                                </a:rPr>
                                <m:t>BOH</m:t>
                              </m:r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i="1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nor/>
                                    </m:rPr>
                                    <a:rPr lang="pt-BR" sz="2400">
                                      <a:solidFill>
                                        <a:schemeClr val="accent3"/>
                                      </a:solidFill>
                                      <a:latin typeface="Aptos" panose="020B0004020202020204" pitchFamily="34" charset="0"/>
                                      <a:ea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p>
                                  <m:r>
                                    <m:rPr>
                                      <m:nor/>
                                    </m:rPr>
                                    <a:rPr lang="pt-BR" sz="2400">
                                      <a:solidFill>
                                        <a:schemeClr val="accent3"/>
                                      </a:solidFill>
                                      <a:latin typeface="Aptos" panose="020B0004020202020204" pitchFamily="34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</m:sup>
                              </m:sSup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nor/>
                                    </m:rPr>
                                    <a:rPr lang="pt-BR" sz="2400" b="0" i="0" smtClean="0">
                                      <a:solidFill>
                                        <a:schemeClr val="accent3"/>
                                      </a:solidFill>
                                      <a:latin typeface="Aptos" panose="020B0004020202020204" pitchFamily="34" charset="0"/>
                                      <a:ea typeface="Cambria Math" panose="02040503050406030204" pitchFamily="18" charset="0"/>
                                    </a:rPr>
                                    <m:t>OH</m:t>
                                  </m:r>
                                </m:e>
                                <m:sup>
                                  <m:r>
                                    <m:rPr>
                                      <m:nor/>
                                    </m:rPr>
                                    <a:rPr lang="pt-BR" sz="2400" b="0" i="0" smtClean="0">
                                      <a:solidFill>
                                        <a:schemeClr val="accent3"/>
                                      </a:solidFill>
                                      <a:latin typeface="Aptos" panose="020B0004020202020204" pitchFamily="34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nor/>
                                    </m:rPr>
                                    <a:rPr lang="pt-BR" sz="2400" b="0" i="0" smtClean="0">
                                      <a:solidFill>
                                        <a:srgbClr val="C00000"/>
                                      </a:solidFill>
                                      <a:latin typeface="Aptos" panose="020B0004020202020204" pitchFamily="34" charset="0"/>
                                      <a:ea typeface="Cambria Math" panose="02040503050406030204" pitchFamily="18" charset="0"/>
                                    </a:rPr>
                                    <m:t>B</m:t>
                                  </m:r>
                                </m:e>
                                <m:sup>
                                  <m:r>
                                    <m:rPr>
                                      <m:nor/>
                                    </m:rPr>
                                    <a:rPr lang="pt-BR" sz="2400" b="0" i="0" smtClean="0">
                                      <a:solidFill>
                                        <a:srgbClr val="C00000"/>
                                      </a:solidFill>
                                      <a:latin typeface="Aptos" panose="020B0004020202020204" pitchFamily="34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</m:sup>
                              </m:sSup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nor/>
                                    </m:rPr>
                                    <a:rPr lang="pt-BR" sz="2400">
                                      <a:solidFill>
                                        <a:srgbClr val="C00000"/>
                                      </a:solidFill>
                                      <a:latin typeface="Aptos" panose="020B0004020202020204" pitchFamily="34" charset="0"/>
                                      <a:ea typeface="Cambria Math" panose="02040503050406030204" pitchFamily="18" charset="0"/>
                                    </a:rPr>
                                    <m:t>OH</m:t>
                                  </m:r>
                                </m:e>
                                <m:sup>
                                  <m:r>
                                    <m:rPr>
                                      <m:nor/>
                                    </m:rPr>
                                    <a:rPr lang="pt-BR" sz="2400">
                                      <a:solidFill>
                                        <a:srgbClr val="C00000"/>
                                      </a:solidFill>
                                      <a:latin typeface="Aptos" panose="020B0004020202020204" pitchFamily="34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</m:sup>
                              </m:sSup>
                            </m:e>
                          </m:d>
                        </m:den>
                      </m:f>
                      <m:r>
                        <m:rPr>
                          <m:nor/>
                        </m:rPr>
                        <a:rPr lang="en-US" sz="2400" i="0" smtClean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pt-BR" sz="2400" b="0" i="0" smtClean="0">
                                  <a:solidFill>
                                    <a:schemeClr val="accent3"/>
                                  </a:solidFill>
                                  <a:latin typeface="Aptos" panose="020B0004020202020204" pitchFamily="34" charset="0"/>
                                  <a:ea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pt-BR" sz="2400" b="0" i="0" smtClean="0">
                                  <a:solidFill>
                                    <a:schemeClr val="accent3"/>
                                  </a:solidFill>
                                  <a:latin typeface="Aptos" panose="020B0004020202020204" pitchFamily="34" charset="0"/>
                                  <a:ea typeface="Cambria Math" panose="02040503050406030204" pitchFamily="18" charset="0"/>
                                </a:rPr>
                                <m:t>w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pt-BR" sz="2400" b="0" i="0" smtClean="0">
                                  <a:solidFill>
                                    <a:srgbClr val="C00000"/>
                                  </a:solidFill>
                                  <a:latin typeface="Aptos" panose="020B0004020202020204" pitchFamily="34" charset="0"/>
                                  <a:ea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pt-BR" sz="2400" b="0" i="0" smtClean="0">
                                  <a:solidFill>
                                    <a:srgbClr val="C00000"/>
                                  </a:solidFill>
                                  <a:latin typeface="Aptos" panose="020B0004020202020204" pitchFamily="34" charset="0"/>
                                  <a:ea typeface="Cambria Math" panose="02040503050406030204" pitchFamily="18" charset="0"/>
                                </a:rPr>
                                <m:t>b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  <a:latin typeface="Aptos" panose="020B0004020202020204" pitchFamily="34" charset="0"/>
                </a:endParaRPr>
              </a:p>
              <a:p>
                <a:pPr algn="ctr">
                  <a:lnSpc>
                    <a:spcPct val="150000"/>
                  </a:lnSpc>
                </a:pPr>
                <a:endParaRPr lang="en-US" sz="2400" dirty="0">
                  <a:latin typeface="Aptos" panose="020B00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400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Assim:</a:t>
                </a:r>
                <a:endParaRPr lang="en-US" sz="2400" dirty="0">
                  <a:latin typeface="Aptos" panose="020B0004020202020204" pitchFamily="34" charset="0"/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pt-BR" sz="2400">
                              <a:solidFill>
                                <a:schemeClr val="tx1"/>
                              </a:solidFill>
                              <a:latin typeface="Aptos" panose="020B0004020202020204" pitchFamily="34" charset="0"/>
                              <a:ea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pt-BR" sz="2400">
                              <a:solidFill>
                                <a:schemeClr val="tx1"/>
                              </a:solidFill>
                              <a:latin typeface="Aptos" panose="020B0004020202020204" pitchFamily="34" charset="0"/>
                              <a:ea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  <m:r>
                        <m:rPr>
                          <m:nor/>
                        </m:rPr>
                        <a:rPr lang="pt-BR" sz="2400" b="0" i="0" smtClean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pt-BR" sz="2400" b="0" i="0" smtClean="0">
                                  <a:solidFill>
                                    <a:schemeClr val="tx1"/>
                                  </a:solidFill>
                                  <a:latin typeface="Aptos" panose="020B0004020202020204" pitchFamily="34" charset="0"/>
                                  <a:ea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pt-BR" sz="2400" b="0" i="0" smtClean="0">
                                  <a:solidFill>
                                    <a:schemeClr val="tx1"/>
                                  </a:solidFill>
                                  <a:latin typeface="Aptos" panose="020B0004020202020204" pitchFamily="34" charset="0"/>
                                  <a:ea typeface="Cambria Math" panose="02040503050406030204" pitchFamily="18" charset="0"/>
                                </a:rPr>
                                <m:t>w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pt-BR" sz="2400" b="0" i="0" smtClean="0">
                                  <a:solidFill>
                                    <a:schemeClr val="tx1"/>
                                  </a:solidFill>
                                  <a:latin typeface="Aptos" panose="020B0004020202020204" pitchFamily="34" charset="0"/>
                                  <a:ea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pt-BR" sz="2400" b="0" i="0" smtClean="0">
                                  <a:solidFill>
                                    <a:schemeClr val="tx1"/>
                                  </a:solidFill>
                                  <a:latin typeface="Aptos" panose="020B0004020202020204" pitchFamily="34" charset="0"/>
                                  <a:ea typeface="Cambria Math" panose="02040503050406030204" pitchFamily="18" charset="0"/>
                                </a:rPr>
                                <m:t>b</m:t>
                              </m:r>
                            </m:sub>
                          </m:sSub>
                        </m:den>
                      </m:f>
                      <m:r>
                        <m:rPr>
                          <m:nor/>
                        </m:rPr>
                        <a:rPr lang="pt-BR" sz="2400" b="0" i="0" smtClean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nor/>
                                </m:rPr>
                                <a:rPr lang="pt-BR" sz="2400" i="0">
                                  <a:latin typeface="Aptos" panose="020B0004020202020204" pitchFamily="34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m:rPr>
                                  <m:nor/>
                                </m:rPr>
                                <a:rPr lang="pt-BR" sz="2400" i="0">
                                  <a:latin typeface="Aptos" panose="020B0004020202020204" pitchFamily="34" charset="0"/>
                                  <a:ea typeface="Cambria Math" panose="02040503050406030204" pitchFamily="18" charset="0"/>
                                </a:rPr>
                                <m:t>−14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pt-BR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nor/>
                                </m:rPr>
                                <a:rPr lang="pt-BR" sz="2400" b="0" i="0" smtClean="0">
                                  <a:solidFill>
                                    <a:schemeClr val="tx1"/>
                                  </a:solidFill>
                                  <a:latin typeface="Aptos" panose="020B0004020202020204" pitchFamily="34" charset="0"/>
                                  <a:ea typeface="Cambria Math" panose="02040503050406030204" pitchFamily="18" charset="0"/>
                                </a:rPr>
                                <m:t>1,75</m:t>
                              </m:r>
                              <m:r>
                                <m:rPr>
                                  <m:nor/>
                                </m:rPr>
                                <a:rPr lang="pt-BR" sz="2400" b="0" i="0" smtClean="0">
                                  <a:solidFill>
                                    <a:schemeClr val="tx1"/>
                                  </a:solidFill>
                                  <a:latin typeface="Aptos" panose="020B0004020202020204" pitchFamily="34" charset="0"/>
                                  <a:ea typeface="Cambria Math" panose="02040503050406030204" pitchFamily="18" charset="0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pt-BR" sz="2400" b="0" i="0" smtClean="0">
                                  <a:solidFill>
                                    <a:schemeClr val="tx1"/>
                                  </a:solidFill>
                                  <a:latin typeface="Aptos" panose="020B0004020202020204" pitchFamily="34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m:rPr>
                                  <m:nor/>
                                </m:rPr>
                                <a:rPr lang="pt-BR" sz="2400" b="0" i="0" smtClean="0">
                                  <a:solidFill>
                                    <a:schemeClr val="tx1"/>
                                  </a:solidFill>
                                  <a:latin typeface="Aptos" panose="020B0004020202020204" pitchFamily="34" charset="0"/>
                                  <a:ea typeface="Cambria Math" panose="02040503050406030204" pitchFamily="18" charset="0"/>
                                </a:rPr>
                                <m:t>−5</m:t>
                              </m:r>
                            </m:sup>
                          </m:sSup>
                        </m:den>
                      </m:f>
                      <m:r>
                        <a:rPr lang="pt-BR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pt-BR" sz="2400" b="0" i="0" smtClean="0">
                              <a:latin typeface="Aptos" panose="020B0004020202020204" pitchFamily="34" charset="0"/>
                              <a:ea typeface="Cambria Math" panose="02040503050406030204" pitchFamily="18" charset="0"/>
                            </a:rPr>
                            <m:t>5,71</m:t>
                          </m:r>
                          <m:r>
                            <m:rPr>
                              <m:nor/>
                            </m:rPr>
                            <a:rPr lang="pt-BR" sz="2400">
                              <a:latin typeface="Aptos" panose="020B0004020202020204" pitchFamily="34" charset="0"/>
                              <a:ea typeface="Cambria Math" panose="02040503050406030204" pitchFamily="18" charset="0"/>
                            </a:rPr>
                            <m:t>x</m:t>
                          </m:r>
                          <m:r>
                            <m:rPr>
                              <m:nor/>
                            </m:rPr>
                            <a:rPr lang="pt-BR" sz="2400">
                              <a:latin typeface="Aptos" panose="020B0004020202020204" pitchFamily="34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m:rPr>
                              <m:nor/>
                            </m:rPr>
                            <a:rPr lang="pt-BR" sz="2400">
                              <a:latin typeface="Aptos" panose="020B0004020202020204" pitchFamily="34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sup>
                      </m:sSup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2E76D97D-419D-25D1-0DBC-CFB8D2E5F9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403" y="1246993"/>
                <a:ext cx="11527192" cy="4364015"/>
              </a:xfrm>
              <a:prstGeom prst="rect">
                <a:avLst/>
              </a:prstGeom>
              <a:blipFill>
                <a:blip r:embed="rId2"/>
                <a:stretch>
                  <a:fillRect l="-8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600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45C28-747A-29A1-E92A-19761E323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E5F1FE1-C382-F09A-2695-D5F587D21B5E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Cálculo de pH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051D151-9D77-CDC5-DE06-D3E5B5C92BEB}"/>
              </a:ext>
            </a:extLst>
          </p:cNvPr>
          <p:cNvSpPr txBox="1"/>
          <p:nvPr/>
        </p:nvSpPr>
        <p:spPr>
          <a:xfrm>
            <a:off x="332403" y="1564900"/>
            <a:ext cx="11527192" cy="3728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altLang="pt-BR" sz="2400" dirty="0">
                <a:latin typeface="Aptos" panose="020B0004020202020204" pitchFamily="34" charset="0"/>
                <a:sym typeface="Symbol" panose="05050102010706020507" pitchFamily="18" charset="2"/>
              </a:rPr>
              <a:t>[H</a:t>
            </a:r>
            <a:r>
              <a:rPr lang="pt-BR" altLang="pt-BR" sz="2400" baseline="30000" dirty="0">
                <a:latin typeface="Aptos" panose="020B0004020202020204" pitchFamily="34" charset="0"/>
                <a:sym typeface="Symbol" panose="05050102010706020507" pitchFamily="18" charset="2"/>
              </a:rPr>
              <a:t>+</a:t>
            </a:r>
            <a:r>
              <a:rPr lang="pt-BR" altLang="pt-BR" sz="2400" dirty="0">
                <a:latin typeface="Aptos" panose="020B0004020202020204" pitchFamily="34" charset="0"/>
                <a:sym typeface="Symbol" panose="05050102010706020507" pitchFamily="18" charset="2"/>
              </a:rPr>
              <a:t>]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 = (</a:t>
            </a:r>
            <a:r>
              <a:rPr lang="pt-BR" altLang="pt-BR" sz="2400" dirty="0">
                <a:latin typeface="Aptos" panose="020B0004020202020204" pitchFamily="34" charset="0"/>
              </a:rPr>
              <a:t>5,71 x 10</a:t>
            </a:r>
            <a:r>
              <a:rPr lang="pt-BR" altLang="pt-BR" sz="2400" baseline="30000" dirty="0">
                <a:latin typeface="Aptos" panose="020B0004020202020204" pitchFamily="34" charset="0"/>
              </a:rPr>
              <a:t>-10</a:t>
            </a:r>
            <a:r>
              <a:rPr lang="pt-BR" altLang="pt-BR" sz="2400" baseline="-25000" dirty="0">
                <a:latin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x </a:t>
            </a:r>
            <a:r>
              <a:rPr lang="pt-BR" altLang="pt-BR" sz="2400" dirty="0">
                <a:solidFill>
                  <a:srgbClr val="000000"/>
                </a:solidFill>
                <a:latin typeface="Aptos" panose="020B0004020202020204" pitchFamily="34" charset="0"/>
              </a:rPr>
              <a:t>0,1000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)</a:t>
            </a:r>
            <a:r>
              <a:rPr lang="pt-BR" altLang="pt-BR" sz="2400" baseline="30000" dirty="0">
                <a:latin typeface="Aptos" panose="020B0004020202020204" pitchFamily="34" charset="0"/>
                <a:cs typeface="Arial" panose="020B0604020202020204" pitchFamily="34" charset="0"/>
              </a:rPr>
              <a:t>1/2  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= 7,56 x 10</a:t>
            </a:r>
            <a:r>
              <a:rPr lang="pt-BR" altLang="pt-BR" sz="2400" baseline="30000" dirty="0">
                <a:latin typeface="Aptos" panose="020B0004020202020204" pitchFamily="34" charset="0"/>
                <a:cs typeface="Arial" panose="020B0604020202020204" pitchFamily="34" charset="0"/>
              </a:rPr>
              <a:t>-6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 mol L</a:t>
            </a:r>
            <a:r>
              <a:rPr lang="pt-BR" altLang="pt-BR" sz="2400" baseline="30000" dirty="0">
                <a:latin typeface="Aptos" panose="020B0004020202020204" pitchFamily="34" charset="0"/>
                <a:cs typeface="Arial" panose="020B0604020202020204" pitchFamily="34" charset="0"/>
              </a:rPr>
              <a:t>-1</a:t>
            </a:r>
            <a:endParaRPr lang="pt-BR" altLang="pt-BR" sz="24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endParaRPr lang="pt-BR" altLang="pt-BR" sz="2400" baseline="300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pt-BR" altLang="pt-BR" sz="2400" kern="0" dirty="0">
                <a:latin typeface="Aptos" panose="020B0004020202020204" pitchFamily="34" charset="0"/>
              </a:rPr>
              <a:t>pH = - log [</a:t>
            </a:r>
            <a:r>
              <a:rPr lang="pt-BR" sz="2400" dirty="0">
                <a:latin typeface="Aptos" panose="020B0004020202020204" pitchFamily="34" charset="0"/>
                <a:cs typeface="Arial" charset="0"/>
              </a:rPr>
              <a:t>H</a:t>
            </a:r>
            <a:r>
              <a:rPr lang="pt-BR" sz="2400" baseline="30000" dirty="0">
                <a:latin typeface="Aptos" panose="020B0004020202020204" pitchFamily="34" charset="0"/>
                <a:cs typeface="Arial" charset="0"/>
              </a:rPr>
              <a:t>+</a:t>
            </a:r>
            <a:r>
              <a:rPr lang="pt-BR" altLang="pt-BR" sz="2400" kern="0" dirty="0">
                <a:latin typeface="Aptos" panose="020B0004020202020204" pitchFamily="34" charset="0"/>
              </a:rPr>
              <a:t>] = - log 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7,56 x 10</a:t>
            </a:r>
            <a:r>
              <a:rPr lang="pt-BR" altLang="pt-BR" sz="2400" baseline="30000" dirty="0">
                <a:latin typeface="Aptos" panose="020B0004020202020204" pitchFamily="34" charset="0"/>
                <a:cs typeface="Arial" panose="020B0604020202020204" pitchFamily="34" charset="0"/>
              </a:rPr>
              <a:t>-6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pt-BR" altLang="pt-BR" sz="2400" kern="0" dirty="0">
                <a:latin typeface="Aptos" panose="020B0004020202020204" pitchFamily="34" charset="0"/>
              </a:rPr>
              <a:t>= 5,12</a:t>
            </a:r>
            <a:endParaRPr lang="pt-BR" sz="2400" dirty="0">
              <a:latin typeface="Aptos" panose="020B0004020202020204" pitchFamily="34" charset="0"/>
            </a:endParaRPr>
          </a:p>
          <a:p>
            <a:pPr algn="ctr">
              <a:lnSpc>
                <a:spcPct val="150000"/>
              </a:lnSpc>
            </a:pPr>
            <a:endParaRPr lang="pt-BR" sz="2400" dirty="0">
              <a:latin typeface="Aptos" panose="020B00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2400" dirty="0">
                <a:latin typeface="Aptos" panose="020B0004020202020204" pitchFamily="34" charset="0"/>
              </a:rPr>
              <a:t>Se C</a:t>
            </a:r>
            <a:r>
              <a:rPr lang="pt-BR" sz="2400" baseline="-25000" dirty="0">
                <a:latin typeface="Aptos" panose="020B0004020202020204" pitchFamily="34" charset="0"/>
              </a:rPr>
              <a:t>s</a:t>
            </a:r>
            <a:r>
              <a:rPr lang="pt-BR" sz="2400" dirty="0">
                <a:latin typeface="Aptos" panose="020B0004020202020204" pitchFamily="34" charset="0"/>
              </a:rPr>
              <a:t>/</a:t>
            </a:r>
            <a:r>
              <a:rPr lang="pt-BR" sz="2400" dirty="0" err="1">
                <a:latin typeface="Aptos" panose="020B0004020202020204" pitchFamily="34" charset="0"/>
              </a:rPr>
              <a:t>K</a:t>
            </a:r>
            <a:r>
              <a:rPr lang="pt-BR" sz="2400" baseline="-25000" dirty="0" err="1">
                <a:latin typeface="Aptos" panose="020B0004020202020204" pitchFamily="34" charset="0"/>
              </a:rPr>
              <a:t>h</a:t>
            </a:r>
            <a:r>
              <a:rPr lang="pt-BR" sz="2400" dirty="0">
                <a:latin typeface="Aptos" panose="020B0004020202020204" pitchFamily="34" charset="0"/>
              </a:rPr>
              <a:t> &lt; 10</a:t>
            </a:r>
            <a:r>
              <a:rPr lang="pt-BR" sz="2400" baseline="30000" dirty="0">
                <a:latin typeface="Aptos" panose="020B0004020202020204" pitchFamily="34" charset="0"/>
              </a:rPr>
              <a:t>3 </a:t>
            </a:r>
            <a:r>
              <a:rPr lang="pt-BR" alt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</a:t>
            </a:r>
            <a:r>
              <a:rPr lang="pt-BR" altLang="pt-BR" sz="2400" dirty="0">
                <a:latin typeface="Aptos" panose="020B0004020202020204" pitchFamily="34" charset="0"/>
                <a:sym typeface="Symbol" panose="05050102010706020507" pitchFamily="18" charset="2"/>
              </a:rPr>
              <a:t> Não despreza-se [H</a:t>
            </a:r>
            <a:r>
              <a:rPr lang="pt-BR" altLang="pt-BR" sz="2400" baseline="30000" dirty="0">
                <a:latin typeface="Aptos" panose="020B0004020202020204" pitchFamily="34" charset="0"/>
                <a:sym typeface="Symbol" panose="05050102010706020507" pitchFamily="18" charset="2"/>
              </a:rPr>
              <a:t>+</a:t>
            </a:r>
            <a:r>
              <a:rPr lang="pt-BR" altLang="pt-BR" sz="2400" dirty="0">
                <a:latin typeface="Aptos" panose="020B0004020202020204" pitchFamily="34" charset="0"/>
                <a:sym typeface="Symbol" panose="05050102010706020507" pitchFamily="18" charset="2"/>
              </a:rPr>
              <a:t>] em (7) e:</a:t>
            </a:r>
          </a:p>
          <a:p>
            <a:pPr algn="ctr">
              <a:lnSpc>
                <a:spcPct val="150000"/>
              </a:lnSpc>
            </a:pPr>
            <a:endParaRPr lang="pt-BR" altLang="pt-BR" sz="2400" dirty="0">
              <a:latin typeface="Aptos" panose="020B00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pt-BR" altLang="pt-BR" sz="2400" b="1" dirty="0">
                <a:latin typeface="Aptos" panose="020B0004020202020204" pitchFamily="34" charset="0"/>
                <a:cs typeface="Arial" panose="020B0604020202020204" pitchFamily="34" charset="0"/>
              </a:rPr>
              <a:t>[</a:t>
            </a:r>
            <a:r>
              <a:rPr lang="pt-BR" altLang="pt-BR" sz="2400" b="1" dirty="0">
                <a:latin typeface="Aptos" panose="020B0004020202020204" pitchFamily="34" charset="0"/>
                <a:cs typeface="Arial" charset="0"/>
              </a:rPr>
              <a:t>H</a:t>
            </a:r>
            <a:r>
              <a:rPr lang="pt-BR" sz="2400" b="1" baseline="30000" dirty="0">
                <a:latin typeface="Aptos" panose="020B0004020202020204" pitchFamily="34" charset="0"/>
                <a:cs typeface="Arial" charset="0"/>
              </a:rPr>
              <a:t>+</a:t>
            </a:r>
            <a:r>
              <a:rPr lang="pt-BR" altLang="pt-BR" sz="2400" b="1" dirty="0">
                <a:latin typeface="Aptos" panose="020B0004020202020204" pitchFamily="34" charset="0"/>
                <a:cs typeface="Arial" panose="020B0604020202020204" pitchFamily="34" charset="0"/>
              </a:rPr>
              <a:t>]</a:t>
            </a:r>
            <a:r>
              <a:rPr lang="pt-BR" altLang="pt-BR" sz="2400" b="1" baseline="30000" dirty="0">
                <a:latin typeface="Aptos" panose="020B0004020202020204" pitchFamily="34" charset="0"/>
                <a:cs typeface="Arial" panose="020B0604020202020204" pitchFamily="34" charset="0"/>
              </a:rPr>
              <a:t>2  </a:t>
            </a:r>
            <a:r>
              <a:rPr lang="pt-BR" altLang="pt-BR" sz="2400" b="1" dirty="0">
                <a:latin typeface="Aptos" panose="020B0004020202020204" pitchFamily="34" charset="0"/>
                <a:cs typeface="Arial" panose="020B0604020202020204" pitchFamily="34" charset="0"/>
              </a:rPr>
              <a:t>+  </a:t>
            </a:r>
            <a:r>
              <a:rPr lang="pt-BR" altLang="pt-BR" sz="2400" b="1" dirty="0" err="1">
                <a:latin typeface="Aptos" panose="020B0004020202020204" pitchFamily="34" charset="0"/>
                <a:cs typeface="Arial" panose="020B0604020202020204" pitchFamily="34" charset="0"/>
              </a:rPr>
              <a:t>K</a:t>
            </a:r>
            <a:r>
              <a:rPr lang="pt-BR" altLang="pt-BR" sz="2400" b="1" baseline="-25000" dirty="0" err="1">
                <a:latin typeface="Aptos" panose="020B0004020202020204" pitchFamily="34" charset="0"/>
                <a:cs typeface="Arial" panose="020B0604020202020204" pitchFamily="34" charset="0"/>
              </a:rPr>
              <a:t>h</a:t>
            </a:r>
            <a:r>
              <a:rPr lang="pt-BR" altLang="pt-BR" sz="2400" b="1" baseline="-25000" dirty="0">
                <a:latin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pt-BR" altLang="pt-BR" sz="2400" b="1" dirty="0">
                <a:latin typeface="Aptos" panose="020B0004020202020204" pitchFamily="34" charset="0"/>
                <a:cs typeface="Arial" panose="020B0604020202020204" pitchFamily="34" charset="0"/>
              </a:rPr>
              <a:t>[</a:t>
            </a:r>
            <a:r>
              <a:rPr lang="pt-BR" altLang="pt-BR" sz="2400" b="1" dirty="0">
                <a:latin typeface="Aptos" panose="020B0004020202020204" pitchFamily="34" charset="0"/>
                <a:cs typeface="Arial" charset="0"/>
              </a:rPr>
              <a:t>H</a:t>
            </a:r>
            <a:r>
              <a:rPr lang="pt-BR" sz="2400" b="1" baseline="30000" dirty="0">
                <a:latin typeface="Aptos" panose="020B0004020202020204" pitchFamily="34" charset="0"/>
                <a:cs typeface="Arial" charset="0"/>
              </a:rPr>
              <a:t>+</a:t>
            </a:r>
            <a:r>
              <a:rPr lang="pt-BR" altLang="pt-BR" sz="2400" b="1" dirty="0">
                <a:latin typeface="Aptos" panose="020B0004020202020204" pitchFamily="34" charset="0"/>
                <a:cs typeface="Arial" panose="020B0604020202020204" pitchFamily="34" charset="0"/>
              </a:rPr>
              <a:t>] - </a:t>
            </a:r>
            <a:r>
              <a:rPr lang="pt-BR" altLang="pt-BR" sz="2400" b="1" dirty="0" err="1">
                <a:latin typeface="Aptos" panose="020B0004020202020204" pitchFamily="34" charset="0"/>
                <a:cs typeface="Arial" panose="020B0604020202020204" pitchFamily="34" charset="0"/>
              </a:rPr>
              <a:t>K</a:t>
            </a:r>
            <a:r>
              <a:rPr lang="pt-BR" altLang="pt-BR" sz="2400" b="1" baseline="-25000" dirty="0" err="1">
                <a:latin typeface="Aptos" panose="020B0004020202020204" pitchFamily="34" charset="0"/>
                <a:cs typeface="Arial" panose="020B0604020202020204" pitchFamily="34" charset="0"/>
              </a:rPr>
              <a:t>h</a:t>
            </a:r>
            <a:r>
              <a:rPr lang="pt-BR" altLang="pt-BR" sz="2400" b="1" baseline="-25000" dirty="0">
                <a:latin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pt-BR" altLang="pt-BR" sz="2400" b="1" dirty="0">
                <a:latin typeface="Aptos" panose="020B0004020202020204" pitchFamily="34" charset="0"/>
                <a:cs typeface="Arial" panose="020B0604020202020204" pitchFamily="34" charset="0"/>
              </a:rPr>
              <a:t>C</a:t>
            </a:r>
            <a:r>
              <a:rPr lang="pt-BR" altLang="pt-BR" sz="2400" b="1" baseline="-25000" dirty="0">
                <a:latin typeface="Aptos" panose="020B0004020202020204" pitchFamily="34" charset="0"/>
                <a:cs typeface="Arial" panose="020B0604020202020204" pitchFamily="34" charset="0"/>
              </a:rPr>
              <a:t>s</a:t>
            </a:r>
            <a:r>
              <a:rPr lang="pt-BR" altLang="pt-BR" sz="2400" b="1" dirty="0">
                <a:latin typeface="Aptos" panose="020B0004020202020204" pitchFamily="34" charset="0"/>
                <a:cs typeface="Arial" panose="020B0604020202020204" pitchFamily="34" charset="0"/>
              </a:rPr>
              <a:t>= 0 </a:t>
            </a:r>
            <a:r>
              <a:rPr lang="pt-BR" sz="2400" kern="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/>
                <a:sym typeface="Symbol" panose="05050102010706020507" pitchFamily="18" charset="2"/>
              </a:rPr>
              <a:t> Equação Geral</a:t>
            </a:r>
            <a:endParaRPr lang="en-US" sz="2400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7438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D3227-FF09-CD3C-5B5F-9D2B6F7FE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D86A416-CDE5-BEC7-104E-5B092A4E95C8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Cálculo de pH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3F81B7A-E6C3-3D37-D6B0-605FFCC6EA06}"/>
              </a:ext>
            </a:extLst>
          </p:cNvPr>
          <p:cNvSpPr txBox="1"/>
          <p:nvPr/>
        </p:nvSpPr>
        <p:spPr>
          <a:xfrm>
            <a:off x="332403" y="689148"/>
            <a:ext cx="11527192" cy="5379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Tipo IV. pH de sais derivados de um ácido fraco e uma base fraca</a:t>
            </a:r>
          </a:p>
          <a:p>
            <a:pPr algn="r"/>
            <a:endParaRPr lang="pt-BR" sz="24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B</a:t>
            </a:r>
            <a:r>
              <a:rPr lang="pt-BR" sz="2400" baseline="30000" dirty="0">
                <a:latin typeface="Aptos" panose="020B00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+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+ H</a:t>
            </a:r>
            <a:r>
              <a:rPr lang="pt-BR" sz="2400" baseline="-25000" dirty="0">
                <a:latin typeface="Aptos" panose="020B00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O ⇌ BOH + H</a:t>
            </a:r>
            <a:r>
              <a:rPr lang="pt-BR" sz="2400" baseline="30000" dirty="0">
                <a:latin typeface="Aptos" panose="020B00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+</a:t>
            </a:r>
            <a:endParaRPr lang="pt-BR" sz="2400" baseline="300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A</a:t>
            </a:r>
            <a:r>
              <a:rPr lang="pt-BR" sz="2400" baseline="30000" dirty="0">
                <a:latin typeface="Aptos" panose="020B00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-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+ H</a:t>
            </a:r>
            <a:r>
              <a:rPr lang="pt-BR" sz="2400" baseline="-25000" dirty="0">
                <a:latin typeface="Aptos" panose="020B00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O ⇌ HA + OH</a:t>
            </a:r>
            <a:r>
              <a:rPr lang="pt-BR" sz="2400" baseline="30000" dirty="0">
                <a:latin typeface="Aptos" panose="020B00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-</a:t>
            </a:r>
            <a:endParaRPr lang="pt-BR" sz="2400" baseline="300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pt-BR" sz="2400" dirty="0">
                <a:latin typeface="Aptos" panose="020B0004020202020204" pitchFamily="34" charset="0"/>
                <a:cs typeface="Arial"/>
              </a:rPr>
              <a:t> 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BA + 2 H</a:t>
            </a:r>
            <a:r>
              <a:rPr lang="pt-BR" sz="2400" baseline="-25000" dirty="0">
                <a:latin typeface="Aptos" panose="020B00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O ⇌ BOH + HA + H</a:t>
            </a:r>
            <a:r>
              <a:rPr lang="pt-BR" sz="2400" baseline="-25000" dirty="0">
                <a:latin typeface="Aptos" panose="020B00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O</a:t>
            </a:r>
          </a:p>
          <a:p>
            <a:pPr algn="ctr">
              <a:lnSpc>
                <a:spcPct val="150000"/>
              </a:lnSpc>
            </a:pPr>
            <a:endParaRPr lang="pt-BR" sz="2400" baseline="30000" dirty="0">
              <a:latin typeface="Aptos" panose="020B00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Precisamos analisar os valores K</a:t>
            </a:r>
            <a:r>
              <a:rPr lang="pt-BR" sz="2400" baseline="-25000" dirty="0">
                <a:latin typeface="Aptos" panose="020B0004020202020204" pitchFamily="34" charset="0"/>
                <a:cs typeface="Arial" panose="020B0604020202020204" pitchFamily="34" charset="0"/>
              </a:rPr>
              <a:t>a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 e K</a:t>
            </a:r>
            <a:r>
              <a:rPr lang="pt-BR" sz="2400" baseline="-25000" dirty="0">
                <a:latin typeface="Aptos" panose="020B0004020202020204" pitchFamily="34" charset="0"/>
                <a:cs typeface="Arial" panose="020B0604020202020204" pitchFamily="34" charset="0"/>
              </a:rPr>
              <a:t>b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:</a:t>
            </a:r>
          </a:p>
          <a:p>
            <a:pPr algn="ctr">
              <a:lnSpc>
                <a:spcPct val="150000"/>
              </a:lnSpc>
            </a:pPr>
            <a:endParaRPr lang="pt-BR" sz="24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514350" indent="-514350" algn="ctr">
              <a:lnSpc>
                <a:spcPct val="150000"/>
              </a:lnSpc>
              <a:buClr>
                <a:schemeClr val="accent1">
                  <a:lumMod val="75000"/>
                </a:schemeClr>
              </a:buClr>
              <a:buFont typeface="+mj-lt"/>
              <a:buAutoNum type="romanLcPeriod"/>
            </a:pP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K</a:t>
            </a:r>
            <a:r>
              <a:rPr lang="pt-BR" sz="2400" baseline="-25000" dirty="0">
                <a:latin typeface="Aptos" panose="020B0004020202020204" pitchFamily="34" charset="0"/>
                <a:cs typeface="Arial" panose="020B0604020202020204" pitchFamily="34" charset="0"/>
              </a:rPr>
              <a:t>a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 &gt; K</a:t>
            </a:r>
            <a:r>
              <a:rPr lang="pt-BR" sz="2400" baseline="-25000" dirty="0">
                <a:latin typeface="Aptos" panose="020B0004020202020204" pitchFamily="34" charset="0"/>
                <a:cs typeface="Arial" panose="020B0604020202020204" pitchFamily="34" charset="0"/>
              </a:rPr>
              <a:t>b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 ( [H</a:t>
            </a:r>
            <a:r>
              <a:rPr lang="pt-BR" sz="2400" baseline="30000" dirty="0">
                <a:latin typeface="Aptos" panose="020B0004020202020204" pitchFamily="34" charset="0"/>
                <a:cs typeface="Arial" panose="020B0604020202020204" pitchFamily="34" charset="0"/>
              </a:rPr>
              <a:t>+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] &gt; [OH</a:t>
            </a:r>
            <a:r>
              <a:rPr lang="pt-BR" sz="2400" baseline="30000" dirty="0">
                <a:latin typeface="Aptos" panose="020B0004020202020204" pitchFamily="34" charset="0"/>
                <a:cs typeface="Arial" panose="020B0604020202020204" pitchFamily="34" charset="0"/>
              </a:rPr>
              <a:t>-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]) </a:t>
            </a:r>
            <a:r>
              <a:rPr lang="pt-BR" alt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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pH &lt; 7</a:t>
            </a:r>
          </a:p>
          <a:p>
            <a:pPr marL="514350" indent="-514350" algn="ctr">
              <a:lnSpc>
                <a:spcPct val="150000"/>
              </a:lnSpc>
              <a:buClr>
                <a:schemeClr val="accent1">
                  <a:lumMod val="75000"/>
                </a:schemeClr>
              </a:buClr>
              <a:buFont typeface="+mj-lt"/>
              <a:buAutoNum type="romanLcPeriod"/>
            </a:pP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K</a:t>
            </a:r>
            <a:r>
              <a:rPr lang="pt-BR" sz="2400" baseline="-25000" dirty="0">
                <a:latin typeface="Aptos" panose="020B0004020202020204" pitchFamily="34" charset="0"/>
                <a:cs typeface="Arial" panose="020B0604020202020204" pitchFamily="34" charset="0"/>
              </a:rPr>
              <a:t>a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 &lt; K</a:t>
            </a:r>
            <a:r>
              <a:rPr lang="pt-BR" sz="2400" baseline="-25000" dirty="0">
                <a:latin typeface="Aptos" panose="020B0004020202020204" pitchFamily="34" charset="0"/>
                <a:cs typeface="Arial" panose="020B0604020202020204" pitchFamily="34" charset="0"/>
              </a:rPr>
              <a:t>b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 ( [H</a:t>
            </a:r>
            <a:r>
              <a:rPr lang="pt-BR" sz="2400" baseline="30000" dirty="0">
                <a:latin typeface="Aptos" panose="020B0004020202020204" pitchFamily="34" charset="0"/>
                <a:cs typeface="Arial" panose="020B0604020202020204" pitchFamily="34" charset="0"/>
              </a:rPr>
              <a:t>+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] &lt; [OH</a:t>
            </a:r>
            <a:r>
              <a:rPr lang="pt-BR" sz="2400" baseline="30000" dirty="0">
                <a:latin typeface="Aptos" panose="020B0004020202020204" pitchFamily="34" charset="0"/>
                <a:cs typeface="Arial" panose="020B0604020202020204" pitchFamily="34" charset="0"/>
              </a:rPr>
              <a:t>-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]) </a:t>
            </a:r>
            <a:r>
              <a:rPr lang="pt-BR" alt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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pH &gt; 7</a:t>
            </a:r>
          </a:p>
          <a:p>
            <a:pPr marL="514350" indent="-514350" algn="ctr">
              <a:lnSpc>
                <a:spcPct val="150000"/>
              </a:lnSpc>
              <a:buClr>
                <a:schemeClr val="accent1">
                  <a:lumMod val="75000"/>
                </a:schemeClr>
              </a:buClr>
              <a:buFont typeface="+mj-lt"/>
              <a:buAutoNum type="romanLcPeriod"/>
            </a:pP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 K</a:t>
            </a:r>
            <a:r>
              <a:rPr lang="pt-BR" sz="2400" baseline="-25000" dirty="0">
                <a:latin typeface="Aptos" panose="020B0004020202020204" pitchFamily="34" charset="0"/>
                <a:cs typeface="Arial" panose="020B0604020202020204" pitchFamily="34" charset="0"/>
              </a:rPr>
              <a:t>a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 = K</a:t>
            </a:r>
            <a:r>
              <a:rPr lang="pt-BR" sz="2400" baseline="-25000" dirty="0">
                <a:latin typeface="Aptos" panose="020B0004020202020204" pitchFamily="34" charset="0"/>
                <a:cs typeface="Arial" panose="020B0604020202020204" pitchFamily="34" charset="0"/>
              </a:rPr>
              <a:t>b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 ( [H</a:t>
            </a:r>
            <a:r>
              <a:rPr lang="pt-BR" sz="2400" baseline="30000" dirty="0">
                <a:latin typeface="Aptos" panose="020B0004020202020204" pitchFamily="34" charset="0"/>
                <a:cs typeface="Arial" panose="020B0604020202020204" pitchFamily="34" charset="0"/>
              </a:rPr>
              <a:t>+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] = [OH</a:t>
            </a:r>
            <a:r>
              <a:rPr lang="pt-BR" sz="2400" baseline="30000" dirty="0">
                <a:latin typeface="Aptos" panose="020B0004020202020204" pitchFamily="34" charset="0"/>
                <a:cs typeface="Arial" panose="020B0604020202020204" pitchFamily="34" charset="0"/>
              </a:rPr>
              <a:t>-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]) </a:t>
            </a:r>
            <a:r>
              <a:rPr lang="pt-BR" alt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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pH = 7</a:t>
            </a:r>
            <a:endParaRPr lang="pt-BR" sz="2400" dirty="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091D7B80-9C62-0E1C-C34D-516AE8790194}"/>
              </a:ext>
            </a:extLst>
          </p:cNvPr>
          <p:cNvCxnSpPr/>
          <p:nvPr/>
        </p:nvCxnSpPr>
        <p:spPr>
          <a:xfrm>
            <a:off x="4022271" y="2449285"/>
            <a:ext cx="414745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012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491D7-5B1C-8F4C-00D7-61E6FC9C6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BBC8CB7-E5DC-B053-F751-282B50563671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Cálculo de pH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69960131-D5FA-4719-0A3A-2DC123D76C75}"/>
                  </a:ext>
                </a:extLst>
              </p:cNvPr>
              <p:cNvSpPr txBox="1"/>
              <p:nvPr/>
            </p:nvSpPr>
            <p:spPr>
              <a:xfrm>
                <a:off x="332404" y="660999"/>
                <a:ext cx="11527192" cy="56233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2400" b="1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Tipo IV. pH de sais derivados de um ácido fraco e uma base fraca</a:t>
                </a:r>
              </a:p>
              <a:p>
                <a:endParaRPr lang="pt-BR" sz="2400" b="1" dirty="0">
                  <a:solidFill>
                    <a:schemeClr val="accent1">
                      <a:lumMod val="50000"/>
                    </a:schemeClr>
                  </a:solidFill>
                  <a:latin typeface="Aptos" panose="020B0004020202020204" pitchFamily="34" charset="0"/>
                </a:endParaRPr>
              </a:p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pt-BR" sz="2400" i="0">
                              <a:latin typeface="Aptos" panose="020B0004020202020204" pitchFamily="34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pt-BR" sz="2400" i="0">
                              <a:latin typeface="Aptos" panose="020B0004020202020204" pitchFamily="34" charset="0"/>
                            </a:rPr>
                            <m:t>a</m:t>
                          </m:r>
                        </m:sub>
                      </m:sSub>
                      <m:r>
                        <m:rPr>
                          <m:nor/>
                        </m:rPr>
                        <a:rPr lang="pt-BR" sz="2400" i="0">
                          <a:latin typeface="Aptos" panose="020B0004020202020204" pitchFamily="34" charset="0"/>
                        </a:rPr>
                        <m:t>= </m:t>
                      </m:r>
                      <m:f>
                        <m:f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pt-BR" sz="2400" i="0">
                              <a:latin typeface="Aptos" panose="020B0004020202020204" pitchFamily="34" charset="0"/>
                            </a:rPr>
                            <m:t> 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nor/>
                                    </m:rPr>
                                    <a:rPr lang="pt-BR" sz="2400" i="0">
                                      <a:latin typeface="Aptos" panose="020B0004020202020204" pitchFamily="34" charset="0"/>
                                    </a:rPr>
                                    <m:t>H</m:t>
                                  </m:r>
                                </m:e>
                                <m:sup>
                                  <m:r>
                                    <m:rPr>
                                      <m:nor/>
                                    </m:rPr>
                                    <a:rPr lang="pt-BR" sz="2400" i="0">
                                      <a:latin typeface="Aptos" panose="020B0004020202020204" pitchFamily="34" charset="0"/>
                                    </a:rPr>
                                    <m:t>+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nor/>
                            </m:rPr>
                            <a:rPr lang="pt-BR" sz="2400" i="0">
                              <a:latin typeface="Aptos" panose="020B0004020202020204" pitchFamily="34" charset="0"/>
                            </a:rPr>
                            <m:t>[</m:t>
                          </m:r>
                          <m:sSup>
                            <m:sSup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nor/>
                                </m:rPr>
                                <a:rPr lang="pt-BR" sz="2400" i="0">
                                  <a:latin typeface="Aptos" panose="020B0004020202020204" pitchFamily="34" charset="0"/>
                                </a:rPr>
                                <m:t>A</m:t>
                              </m:r>
                            </m:e>
                            <m:sup>
                              <m:r>
                                <m:rPr>
                                  <m:nor/>
                                </m:rPr>
                                <a:rPr lang="pt-BR" sz="2400" i="0">
                                  <a:latin typeface="Aptos" panose="020B0004020202020204" pitchFamily="34" charset="0"/>
                                </a:rPr>
                                <m:t>-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pt-BR" sz="2400" i="0">
                              <a:latin typeface="Aptos" panose="020B0004020202020204" pitchFamily="34" charset="0"/>
                            </a:rPr>
                            <m:t>]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pt-BR" sz="2400" i="0">
                              <a:latin typeface="Aptos" panose="020B0004020202020204" pitchFamily="34" charset="0"/>
                            </a:rPr>
                            <m:t>[</m:t>
                          </m:r>
                          <m:r>
                            <m:rPr>
                              <m:nor/>
                            </m:rPr>
                            <a:rPr lang="pt-BR" sz="2400" i="0">
                              <a:latin typeface="Aptos" panose="020B0004020202020204" pitchFamily="34" charset="0"/>
                            </a:rPr>
                            <m:t>HA</m:t>
                          </m:r>
                          <m:r>
                            <m:rPr>
                              <m:nor/>
                            </m:rPr>
                            <a:rPr lang="pt-BR" sz="2400" i="0">
                              <a:latin typeface="Aptos" panose="020B0004020202020204" pitchFamily="34" charset="0"/>
                            </a:rPr>
                            <m:t>]</m:t>
                          </m:r>
                        </m:den>
                      </m:f>
                      <m:r>
                        <m:rPr>
                          <m:nor/>
                        </m:rPr>
                        <a:rPr lang="pt-BR" sz="2400" b="0" i="0" smtClean="0">
                          <a:latin typeface="Aptos" panose="020B0004020202020204" pitchFamily="34" charset="0"/>
                        </a:rPr>
                        <m:t>          </m:t>
                      </m:r>
                      <m:sSub>
                        <m:sSub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pt-BR" sz="2400" i="0">
                              <a:latin typeface="Aptos" panose="020B0004020202020204" pitchFamily="34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pt-BR" sz="2400" i="0">
                              <a:latin typeface="Aptos" panose="020B0004020202020204" pitchFamily="34" charset="0"/>
                            </a:rPr>
                            <m:t>b</m:t>
                          </m:r>
                        </m:sub>
                      </m:sSub>
                      <m:r>
                        <m:rPr>
                          <m:nor/>
                        </m:rPr>
                        <a:rPr lang="pt-BR" sz="2400" i="0">
                          <a:latin typeface="Aptos" panose="020B0004020202020204" pitchFamily="34" charset="0"/>
                        </a:rPr>
                        <m:t>= </m:t>
                      </m:r>
                      <m:f>
                        <m:f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pt-BR" sz="2400" i="0">
                              <a:latin typeface="Aptos" panose="020B0004020202020204" pitchFamily="34" charset="0"/>
                            </a:rPr>
                            <m:t> 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nor/>
                                    </m:rPr>
                                    <a:rPr lang="pt-BR" sz="2400" i="0">
                                      <a:latin typeface="Aptos" panose="020B0004020202020204" pitchFamily="34" charset="0"/>
                                    </a:rPr>
                                    <m:t>B</m:t>
                                  </m:r>
                                </m:e>
                                <m:sup>
                                  <m:r>
                                    <m:rPr>
                                      <m:nor/>
                                    </m:rPr>
                                    <a:rPr lang="pt-BR" sz="2400" i="0">
                                      <a:latin typeface="Aptos" panose="020B0004020202020204" pitchFamily="34" charset="0"/>
                                    </a:rPr>
                                    <m:t>+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nor/>
                            </m:rPr>
                            <a:rPr lang="pt-BR" sz="2400" i="0">
                              <a:latin typeface="Aptos" panose="020B0004020202020204" pitchFamily="34" charset="0"/>
                            </a:rPr>
                            <m:t>[</m:t>
                          </m:r>
                          <m:sSup>
                            <m:sSup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nor/>
                                </m:rPr>
                                <a:rPr lang="pt-BR" sz="2400" i="0">
                                  <a:latin typeface="Aptos" panose="020B0004020202020204" pitchFamily="34" charset="0"/>
                                </a:rPr>
                                <m:t>OH</m:t>
                              </m:r>
                            </m:e>
                            <m:sup>
                              <m:r>
                                <m:rPr>
                                  <m:nor/>
                                </m:rPr>
                                <a:rPr lang="pt-BR" sz="2400" i="0">
                                  <a:latin typeface="Aptos" panose="020B0004020202020204" pitchFamily="34" charset="0"/>
                                </a:rPr>
                                <m:t>-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pt-BR" sz="2400" i="0">
                              <a:latin typeface="Aptos" panose="020B0004020202020204" pitchFamily="34" charset="0"/>
                            </a:rPr>
                            <m:t>]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pt-BR" sz="2400" i="0">
                              <a:latin typeface="Aptos" panose="020B0004020202020204" pitchFamily="34" charset="0"/>
                            </a:rPr>
                            <m:t>[</m:t>
                          </m:r>
                          <m:r>
                            <m:rPr>
                              <m:nor/>
                            </m:rPr>
                            <a:rPr lang="pt-BR" sz="2400" i="0">
                              <a:latin typeface="Aptos" panose="020B0004020202020204" pitchFamily="34" charset="0"/>
                            </a:rPr>
                            <m:t>BOH</m:t>
                          </m:r>
                          <m:r>
                            <m:rPr>
                              <m:nor/>
                            </m:rPr>
                            <a:rPr lang="pt-BR" sz="2400" i="0">
                              <a:latin typeface="Aptos" panose="020B0004020202020204" pitchFamily="34" charset="0"/>
                            </a:rPr>
                            <m:t>]</m:t>
                          </m:r>
                        </m:den>
                      </m:f>
                    </m:oMath>
                  </m:oMathPara>
                </a14:m>
                <a:endParaRPr lang="pt-BR" sz="1600" dirty="0">
                  <a:latin typeface="Aptos" panose="020B0004020202020204" pitchFamily="34" charset="0"/>
                  <a:cs typeface="Arial" panose="020B0604020202020204" pitchFamily="34" charset="0"/>
                </a:endParaRPr>
              </a:p>
              <a:p>
                <a:pPr algn="r"/>
                <a:endParaRPr lang="pt-BR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pt-BR" sz="2400" i="0">
                              <a:latin typeface="Aptos" panose="020B0004020202020204" pitchFamily="34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pt-BR" sz="2400" i="0">
                              <a:latin typeface="Aptos" panose="020B0004020202020204" pitchFamily="34" charset="0"/>
                            </a:rPr>
                            <m:t>w</m:t>
                          </m:r>
                        </m:sub>
                      </m:sSub>
                      <m:r>
                        <m:rPr>
                          <m:nor/>
                        </m:rPr>
                        <a:rPr lang="pt-BR" sz="2400" i="0">
                          <a:latin typeface="Aptos" panose="020B0004020202020204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nor/>
                                </m:rPr>
                                <a:rPr lang="pt-BR" sz="2400" i="0">
                                  <a:latin typeface="Aptos" panose="020B0004020202020204" pitchFamily="34" charset="0"/>
                                </a:rPr>
                                <m:t>H</m:t>
                              </m:r>
                            </m:e>
                            <m:sup>
                              <m:r>
                                <m:rPr>
                                  <m:nor/>
                                </m:rPr>
                                <a:rPr lang="pt-BR" sz="2400" i="0">
                                  <a:latin typeface="Aptos" panose="020B0004020202020204" pitchFamily="34" charset="0"/>
                                </a:rPr>
                                <m:t>+</m:t>
                              </m:r>
                            </m:sup>
                          </m:sSup>
                        </m:e>
                      </m:d>
                      <m:r>
                        <m:rPr>
                          <m:nor/>
                        </m:rPr>
                        <a:rPr lang="pt-BR" sz="2400" i="0">
                          <a:latin typeface="Aptos" panose="020B0004020202020204" pitchFamily="34" charset="0"/>
                        </a:rPr>
                        <m:t>[</m:t>
                      </m:r>
                      <m:r>
                        <m:rPr>
                          <m:nor/>
                        </m:rPr>
                        <a:rPr lang="pt-BR" sz="2400" i="0">
                          <a:latin typeface="Aptos" panose="020B0004020202020204" pitchFamily="34" charset="0"/>
                        </a:rPr>
                        <m:t>O</m:t>
                      </m:r>
                      <m:sSup>
                        <m:sSup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pt-BR" sz="2400" i="0">
                              <a:latin typeface="Aptos" panose="020B0004020202020204" pitchFamily="34" charset="0"/>
                            </a:rPr>
                            <m:t>H</m:t>
                          </m:r>
                        </m:e>
                        <m:sup>
                          <m:r>
                            <m:rPr>
                              <m:nor/>
                            </m:rPr>
                            <a:rPr lang="pt-BR" sz="2400" i="0">
                              <a:latin typeface="Aptos" panose="020B0004020202020204" pitchFamily="34" charset="0"/>
                            </a:rPr>
                            <m:t>-</m:t>
                          </m:r>
                        </m:sup>
                      </m:sSup>
                      <m:r>
                        <m:rPr>
                          <m:nor/>
                        </m:rPr>
                        <a:rPr lang="pt-BR" sz="2400" i="0">
                          <a:latin typeface="Aptos" panose="020B0004020202020204" pitchFamily="34" charset="0"/>
                        </a:rPr>
                        <m:t>]</m:t>
                      </m:r>
                    </m:oMath>
                  </m:oMathPara>
                </a14:m>
                <a:endParaRPr lang="pt-BR" sz="1600" dirty="0">
                  <a:latin typeface="Aptos" panose="020B0004020202020204" pitchFamily="34" charset="0"/>
                  <a:cs typeface="Arial" panose="020B0604020202020204" pitchFamily="34" charset="0"/>
                </a:endParaRPr>
              </a:p>
              <a:p>
                <a:pPr algn="ctr"/>
                <a:endParaRPr lang="pt-BR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pt-BR" sz="2400" dirty="0">
                    <a:latin typeface="Aptos" panose="020B0004020202020204" pitchFamily="34" charset="0"/>
                    <a:cs typeface="Arial"/>
                  </a:rPr>
                  <a:t> </a:t>
                </a:r>
                <a:r>
                  <a:rPr lang="pt-BR" sz="2400" dirty="0">
                    <a:latin typeface="Aptos" panose="020B00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BA + H</a:t>
                </a:r>
                <a:r>
                  <a:rPr lang="pt-BR" sz="2400" baseline="-25000" dirty="0">
                    <a:latin typeface="Aptos" panose="020B00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2</a:t>
                </a:r>
                <a:r>
                  <a:rPr lang="pt-BR" sz="2400" dirty="0">
                    <a:latin typeface="Aptos" panose="020B00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O ⇌ BOH + HA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pt-BR" sz="2400" i="0">
                            <a:latin typeface="Aptos" panose="020B0004020202020204" pitchFamily="34" charset="0"/>
                          </a:rPr>
                          <m:t>K</m:t>
                        </m:r>
                      </m:e>
                      <m:sub>
                        <m:r>
                          <m:rPr>
                            <m:nor/>
                          </m:rPr>
                          <a:rPr lang="pt-BR" sz="2400" i="0">
                            <a:latin typeface="Aptos" panose="020B0004020202020204" pitchFamily="34" charset="0"/>
                          </a:rPr>
                          <m:t>h</m:t>
                        </m:r>
                      </m:sub>
                    </m:sSub>
                    <m:r>
                      <m:rPr>
                        <m:nor/>
                      </m:rPr>
                      <a:rPr lang="pt-BR" sz="2400" i="0">
                        <a:latin typeface="Aptos" panose="020B0004020202020204" pitchFamily="34" charset="0"/>
                      </a:rPr>
                      <m:t>= </m:t>
                    </m:r>
                    <m:f>
                      <m:f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["/>
                            <m:endChr m:val="]"/>
                            <m:ctrlPr>
                              <a:rPr lang="pt-BR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pt-BR" sz="2400" i="0">
                                <a:latin typeface="Aptos" panose="020B0004020202020204" pitchFamily="34" charset="0"/>
                              </a:rPr>
                              <m:t>BOH</m:t>
                            </m:r>
                          </m:e>
                        </m:d>
                        <m:r>
                          <m:rPr>
                            <m:nor/>
                          </m:rPr>
                          <a:rPr lang="pt-BR" sz="2400" i="0">
                            <a:latin typeface="Aptos" panose="020B0004020202020204" pitchFamily="34" charset="0"/>
                          </a:rPr>
                          <m:t>[</m:t>
                        </m:r>
                        <m:r>
                          <m:rPr>
                            <m:nor/>
                          </m:rPr>
                          <a:rPr lang="pt-BR" sz="2400" i="0">
                            <a:latin typeface="Aptos" panose="020B0004020202020204" pitchFamily="34" charset="0"/>
                          </a:rPr>
                          <m:t>HA</m:t>
                        </m:r>
                        <m:r>
                          <m:rPr>
                            <m:nor/>
                          </m:rPr>
                          <a:rPr lang="pt-BR" sz="2400" i="0">
                            <a:latin typeface="Aptos" panose="020B0004020202020204" pitchFamily="34" charset="0"/>
                          </a:rPr>
                          <m:t>]</m:t>
                        </m:r>
                      </m:num>
                      <m:den>
                        <m:d>
                          <m:dPr>
                            <m:begChr m:val="["/>
                            <m:endChr m:val="]"/>
                            <m:ctrlPr>
                              <a:rPr lang="pt-BR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pt-BR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nor/>
                                  </m:rPr>
                                  <a:rPr lang="pt-BR" sz="2400" i="0">
                                    <a:latin typeface="Aptos" panose="020B0004020202020204" pitchFamily="34" charset="0"/>
                                  </a:rPr>
                                  <m:t>B</m:t>
                                </m:r>
                              </m:e>
                              <m:sup>
                                <m:r>
                                  <m:rPr>
                                    <m:nor/>
                                  </m:rPr>
                                  <a:rPr lang="pt-BR" sz="2400" i="0">
                                    <a:latin typeface="Aptos" panose="020B0004020202020204" pitchFamily="34" charset="0"/>
                                  </a:rPr>
                                  <m:t>+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nor/>
                          </m:rPr>
                          <a:rPr lang="pt-BR" sz="2400" i="0">
                            <a:latin typeface="Aptos" panose="020B0004020202020204" pitchFamily="34" charset="0"/>
                          </a:rPr>
                          <m:t>[</m:t>
                        </m:r>
                        <m:sSup>
                          <m:sSupPr>
                            <m:ctrlPr>
                              <a:rPr lang="pt-B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pt-BR" sz="2400" i="0">
                                <a:latin typeface="Aptos" panose="020B0004020202020204" pitchFamily="34" charset="0"/>
                              </a:rPr>
                              <m:t>A</m:t>
                            </m:r>
                          </m:e>
                          <m:sup>
                            <m:r>
                              <m:rPr>
                                <m:nor/>
                              </m:rPr>
                              <a:rPr lang="pt-BR" sz="2400" i="0">
                                <a:latin typeface="Aptos" panose="020B0004020202020204" pitchFamily="34" charset="0"/>
                              </a:rPr>
                              <m:t>−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pt-BR" sz="2400" i="0">
                            <a:latin typeface="Aptos" panose="020B0004020202020204" pitchFamily="34" charset="0"/>
                          </a:rPr>
                          <m:t>]</m:t>
                        </m:r>
                      </m:den>
                    </m:f>
                    <m:r>
                      <m:rPr>
                        <m:nor/>
                      </m:rPr>
                      <a:rPr lang="pt-BR" sz="2400" b="0" i="0" smtClean="0">
                        <a:latin typeface="Aptos" panose="020B0004020202020204" pitchFamily="34" charset="0"/>
                      </a:rPr>
                      <m:t>=</m:t>
                    </m:r>
                    <m:f>
                      <m:f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pt-B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pt-BR" sz="2400" b="0" i="0" smtClean="0">
                                <a:latin typeface="Aptos" panose="020B0004020202020204" pitchFamily="34" charset="0"/>
                              </a:rPr>
                              <m:t>K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pt-BR" sz="2400" i="0">
                                <a:latin typeface="Aptos" panose="020B0004020202020204" pitchFamily="34" charset="0"/>
                              </a:rPr>
                              <m:t>w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pt-B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pt-BR" sz="2400" i="0">
                                <a:latin typeface="Aptos" panose="020B0004020202020204" pitchFamily="34" charset="0"/>
                              </a:rPr>
                              <m:t>K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pt-BR" sz="2400" i="0">
                                <a:latin typeface="Aptos" panose="020B0004020202020204" pitchFamily="34" charset="0"/>
                              </a:rPr>
                              <m:t>a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pt-BR" sz="2400" i="0">
                            <a:latin typeface="Aptos" panose="020B0004020202020204" pitchFamily="34" charset="0"/>
                          </a:rPr>
                          <m:t> </m:t>
                        </m:r>
                        <m:sSub>
                          <m:sSubPr>
                            <m:ctrlPr>
                              <a:rPr lang="pt-B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pt-BR" sz="2400" i="0">
                                <a:latin typeface="Aptos" panose="020B0004020202020204" pitchFamily="34" charset="0"/>
                              </a:rPr>
                              <m:t>K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pt-BR" sz="2400" i="0">
                                <a:latin typeface="Aptos" panose="020B0004020202020204" pitchFamily="34" charset="0"/>
                              </a:rPr>
                              <m:t>b</m:t>
                            </m:r>
                          </m:sub>
                        </m:sSub>
                      </m:den>
                    </m:f>
                  </m:oMath>
                </a14:m>
                <a:endParaRPr lang="pt-BR" sz="2400" dirty="0">
                  <a:latin typeface="Aptos" panose="020B0004020202020204" pitchFamily="34" charset="0"/>
                </a:endParaRPr>
              </a:p>
              <a:p>
                <a:pPr algn="ctr"/>
                <a:endParaRPr lang="pt-BR" sz="2400" dirty="0">
                  <a:latin typeface="Aptos" panose="020B000402020202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nor/>
                                </m:rPr>
                                <a:rPr lang="pt-BR" sz="2400" i="0">
                                  <a:latin typeface="Aptos" panose="020B0004020202020204" pitchFamily="34" charset="0"/>
                                </a:rPr>
                                <m:t>H</m:t>
                              </m:r>
                            </m:e>
                            <m:sup>
                              <m:r>
                                <m:rPr>
                                  <m:nor/>
                                </m:rPr>
                                <a:rPr lang="pt-BR" sz="2400" i="0">
                                  <a:latin typeface="Aptos" panose="020B0004020202020204" pitchFamily="34" charset="0"/>
                                </a:rPr>
                                <m:t>+</m:t>
                              </m:r>
                            </m:sup>
                          </m:sSup>
                        </m:e>
                      </m:d>
                      <m:r>
                        <m:rPr>
                          <m:nor/>
                        </m:rPr>
                        <a:rPr lang="pt-BR" sz="2400" i="0">
                          <a:latin typeface="Aptos" panose="020B0004020202020204" pitchFamily="34" charset="0"/>
                        </a:rPr>
                        <m:t>= </m:t>
                      </m:r>
                      <m:sSub>
                        <m:sSub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pt-BR" sz="2400" i="0">
                              <a:latin typeface="Aptos" panose="020B0004020202020204" pitchFamily="34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pt-BR" sz="2400" i="0">
                              <a:latin typeface="Aptos" panose="020B0004020202020204" pitchFamily="34" charset="0"/>
                            </a:rPr>
                            <m:t>a</m:t>
                          </m:r>
                        </m:sub>
                      </m:sSub>
                      <m:r>
                        <m:rPr>
                          <m:nor/>
                        </m:rPr>
                        <a:rPr lang="pt-BR" sz="2400" i="0">
                          <a:latin typeface="Aptos" panose="020B0004020202020204" pitchFamily="34" charset="0"/>
                        </a:rPr>
                        <m:t> </m:t>
                      </m:r>
                      <m:d>
                        <m:d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lang="pt-BR" sz="2400" i="0">
                                  <a:latin typeface="Aptos" panose="020B0004020202020204" pitchFamily="34" charset="0"/>
                                </a:rPr>
                                <m:t>Cs</m:t>
                              </m:r>
                            </m:num>
                            <m:den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pt-BR" sz="2400" i="0">
                                          <a:latin typeface="Aptos" panose="020B0004020202020204" pitchFamily="34" charset="0"/>
                                        </a:rPr>
                                        <m:t>H</m:t>
                                      </m:r>
                                    </m:e>
                                    <m:sup>
                                      <m:r>
                                        <m:rPr>
                                          <m:nor/>
                                        </m:rPr>
                                        <a:rPr lang="pt-BR" sz="2400" i="0">
                                          <a:latin typeface="Aptos" panose="020B0004020202020204" pitchFamily="34" charset="0"/>
                                        </a:rPr>
                                        <m:t>+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pt-BR" sz="2400" i="0">
                                  <a:latin typeface="Aptos" panose="020B0004020202020204" pitchFamily="34" charset="0"/>
                                </a:rPr>
                                <m:t>+ </m:t>
                              </m:r>
                              <m:f>
                                <m:fPr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pt-BR" sz="2400" i="0">
                                          <a:latin typeface="Aptos" panose="020B0004020202020204" pitchFamily="34" charset="0"/>
                                        </a:rPr>
                                        <m:t>K</m:t>
                                      </m:r>
                                    </m:e>
                                    <m:sub>
                                      <m:r>
                                        <m:rPr>
                                          <m:nor/>
                                        </m:rPr>
                                        <a:rPr lang="pt-BR" sz="2400" i="0">
                                          <a:latin typeface="Aptos" panose="020B0004020202020204" pitchFamily="34" charset="0"/>
                                        </a:rPr>
                                        <m:t>b</m:t>
                                      </m:r>
                                    </m:sub>
                                  </m:sSub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pt-BR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m:rPr>
                                              <m:nor/>
                                            </m:rPr>
                                            <a:rPr lang="pt-BR" sz="2400" i="0">
                                              <a:latin typeface="Aptos" panose="020B0004020202020204" pitchFamily="34" charset="0"/>
                                            </a:rPr>
                                            <m:t>H</m:t>
                                          </m:r>
                                        </m:e>
                                        <m:sup>
                                          <m:r>
                                            <m:rPr>
                                              <m:nor/>
                                            </m:rPr>
                                            <a:rPr lang="pt-BR" sz="2400" i="0">
                                              <a:latin typeface="Aptos" panose="020B0004020202020204" pitchFamily="34" charset="0"/>
                                            </a:rPr>
                                            <m:t>+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m:rPr>
                                      <m:nor/>
                                    </m:rPr>
                                    <a:rPr lang="pt-BR" sz="2400" i="0">
                                      <a:latin typeface="Aptos" panose="020B0004020202020204" pitchFamily="34" charset="0"/>
                                    </a:rPr>
                                    <m:t>Cs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pt-BR" sz="2400" i="0">
                                          <a:latin typeface="Aptos" panose="020B0004020202020204" pitchFamily="34" charset="0"/>
                                        </a:rPr>
                                        <m:t>K</m:t>
                                      </m:r>
                                    </m:e>
                                    <m:sub>
                                      <m:r>
                                        <m:rPr>
                                          <m:nor/>
                                        </m:rPr>
                                        <a:rPr lang="pt-BR" sz="2400" i="0">
                                          <a:latin typeface="Aptos" panose="020B0004020202020204" pitchFamily="34" charset="0"/>
                                        </a:rPr>
                                        <m:t>w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pt-BR" sz="2400" i="0">
                                          <a:latin typeface="Aptos" panose="020B0004020202020204" pitchFamily="34" charset="0"/>
                                        </a:rPr>
                                        <m:t>+ 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pt-BR" sz="2400" i="0">
                                          <a:latin typeface="Aptos" panose="020B0004020202020204" pitchFamily="34" charset="0"/>
                                        </a:rPr>
                                        <m:t>K</m:t>
                                      </m:r>
                                    </m:e>
                                    <m:sub>
                                      <m:r>
                                        <m:rPr>
                                          <m:nor/>
                                        </m:rPr>
                                        <a:rPr lang="pt-BR" sz="2400" i="0">
                                          <a:latin typeface="Aptos" panose="020B0004020202020204" pitchFamily="34" charset="0"/>
                                        </a:rPr>
                                        <m:t>b</m:t>
                                      </m:r>
                                    </m:sub>
                                  </m:sSub>
                                  <m:r>
                                    <m:rPr>
                                      <m:nor/>
                                    </m:rPr>
                                    <a:rPr lang="pt-BR" sz="2400" i="0">
                                      <a:latin typeface="Aptos" panose="020B0004020202020204" pitchFamily="34" charset="0"/>
                                    </a:rPr>
                                    <m:t>[</m:t>
                                  </m:r>
                                  <m:sSup>
                                    <m:sSupPr>
                                      <m:ctrlP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pt-BR" sz="2400" i="0">
                                          <a:latin typeface="Aptos" panose="020B0004020202020204" pitchFamily="34" charset="0"/>
                                        </a:rPr>
                                        <m:t>H</m:t>
                                      </m:r>
                                    </m:e>
                                    <m:sup>
                                      <m:r>
                                        <m:rPr>
                                          <m:nor/>
                                        </m:rPr>
                                        <a:rPr lang="pt-BR" sz="2400" i="0">
                                          <a:latin typeface="Aptos" panose="020B0004020202020204" pitchFamily="34" charset="0"/>
                                        </a:rPr>
                                        <m:t>+</m:t>
                                      </m:r>
                                    </m:sup>
                                  </m:sSup>
                                  <m:r>
                                    <m:rPr>
                                      <m:nor/>
                                    </m:rPr>
                                    <a:rPr lang="pt-BR" sz="2400" i="0">
                                      <a:latin typeface="Aptos" panose="020B0004020202020204" pitchFamily="34" charset="0"/>
                                    </a:rPr>
                                    <m:t>]</m:t>
                                  </m:r>
                                </m:den>
                              </m:f>
                              <m:r>
                                <m:rPr>
                                  <m:nor/>
                                </m:rPr>
                                <a:rPr lang="pt-BR" sz="2400" i="0">
                                  <a:latin typeface="Aptos" panose="020B0004020202020204" pitchFamily="34" charset="0"/>
                                </a:rPr>
                                <m:t>- </m:t>
                              </m:r>
                              <m:f>
                                <m:fPr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pt-BR" sz="2400" i="0">
                                          <a:latin typeface="Aptos" panose="020B0004020202020204" pitchFamily="34" charset="0"/>
                                        </a:rPr>
                                        <m:t>K</m:t>
                                      </m:r>
                                    </m:e>
                                    <m:sub>
                                      <m:r>
                                        <m:rPr>
                                          <m:nor/>
                                        </m:rPr>
                                        <a:rPr lang="pt-BR" sz="2400" i="0">
                                          <a:latin typeface="Aptos" panose="020B0004020202020204" pitchFamily="34" charset="0"/>
                                        </a:rPr>
                                        <m:t>w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m:rPr>
                                      <m:nor/>
                                    </m:rPr>
                                    <a:rPr lang="pt-BR" sz="2400" i="0">
                                      <a:latin typeface="Aptos" panose="020B0004020202020204" pitchFamily="34" charset="0"/>
                                    </a:rPr>
                                    <m:t>[</m:t>
                                  </m:r>
                                  <m:sSup>
                                    <m:sSupPr>
                                      <m:ctrlP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pt-BR" sz="2400" i="0">
                                          <a:latin typeface="Aptos" panose="020B0004020202020204" pitchFamily="34" charset="0"/>
                                        </a:rPr>
                                        <m:t>H</m:t>
                                      </m:r>
                                    </m:e>
                                    <m:sup>
                                      <m:r>
                                        <m:rPr>
                                          <m:nor/>
                                        </m:rPr>
                                        <a:rPr lang="pt-BR" sz="2400" i="0">
                                          <a:latin typeface="Aptos" panose="020B0004020202020204" pitchFamily="34" charset="0"/>
                                        </a:rPr>
                                        <m:t>+</m:t>
                                      </m:r>
                                    </m:sup>
                                  </m:sSup>
                                  <m:r>
                                    <m:rPr>
                                      <m:nor/>
                                    </m:rPr>
                                    <a:rPr lang="pt-BR" sz="2400" i="0">
                                      <a:latin typeface="Aptos" panose="020B0004020202020204" pitchFamily="34" charset="0"/>
                                    </a:rPr>
                                    <m:t>]</m:t>
                                  </m:r>
                                </m:den>
                              </m:f>
                            </m:den>
                          </m:f>
                          <m:r>
                            <m:rPr>
                              <m:nor/>
                            </m:rPr>
                            <a:rPr lang="pt-BR" sz="2400" i="0">
                              <a:latin typeface="Aptos" panose="020B0004020202020204" pitchFamily="34" charset="0"/>
                            </a:rPr>
                            <m:t> -1 </m:t>
                          </m:r>
                        </m:e>
                      </m:d>
                    </m:oMath>
                  </m:oMathPara>
                </a14:m>
                <a:endParaRPr lang="pt-BR" sz="1600" dirty="0">
                  <a:latin typeface="Aptos" panose="020B0004020202020204" pitchFamily="34" charset="0"/>
                  <a:cs typeface="Arial" panose="020B0604020202020204" pitchFamily="34" charset="0"/>
                </a:endParaRPr>
              </a:p>
              <a:p>
                <a:pPr algn="ctr"/>
                <a:endParaRPr lang="pt-BR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pt-BR" sz="2400" b="1" dirty="0">
                    <a:solidFill>
                      <a:schemeClr val="accent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Resolução por métodos iterativos</a:t>
                </a:r>
              </a:p>
            </p:txBody>
          </p:sp>
        </mc:Choice>
        <mc:Fallback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69960131-D5FA-4719-0A3A-2DC123D76C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404" y="660999"/>
                <a:ext cx="11527192" cy="5623334"/>
              </a:xfrm>
              <a:prstGeom prst="rect">
                <a:avLst/>
              </a:prstGeom>
              <a:blipFill>
                <a:blip r:embed="rId2"/>
                <a:stretch>
                  <a:fillRect l="-847" t="-867" b="-151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2854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87799-997F-C2C2-0183-567A78618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6A9F7B2-9744-365D-6A39-901AAFEE516B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Solução Tampão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6A4CB27-6F9A-AB8A-09C4-E77FF3B357CD}"/>
              </a:ext>
            </a:extLst>
          </p:cNvPr>
          <p:cNvSpPr txBox="1"/>
          <p:nvPr/>
        </p:nvSpPr>
        <p:spPr>
          <a:xfrm>
            <a:off x="332403" y="678423"/>
            <a:ext cx="1152719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0" hangingPunct="0">
              <a:defRPr/>
            </a:pPr>
            <a:r>
              <a:rPr lang="pt-BR" sz="2400" kern="0" dirty="0">
                <a:latin typeface="Aptos" panose="020B0004020202020204" pitchFamily="34" charset="0"/>
                <a:cs typeface="Arial"/>
              </a:rPr>
              <a:t>Um </a:t>
            </a:r>
            <a:r>
              <a:rPr lang="pt-BR" sz="2400" b="1" kern="0" dirty="0">
                <a:latin typeface="Aptos" panose="020B0004020202020204" pitchFamily="34" charset="0"/>
                <a:cs typeface="Arial"/>
              </a:rPr>
              <a:t>tampão</a:t>
            </a:r>
            <a:r>
              <a:rPr lang="pt-BR" sz="2400" kern="0" dirty="0">
                <a:latin typeface="Aptos" panose="020B0004020202020204" pitchFamily="34" charset="0"/>
                <a:cs typeface="Arial"/>
              </a:rPr>
              <a:t> é uma mistura de um </a:t>
            </a:r>
            <a:r>
              <a:rPr lang="pt-BR" sz="2400" b="1" kern="0" dirty="0">
                <a:latin typeface="Aptos" panose="020B0004020202020204" pitchFamily="34" charset="0"/>
                <a:cs typeface="Arial"/>
              </a:rPr>
              <a:t>ácido fraco</a:t>
            </a:r>
            <a:r>
              <a:rPr lang="pt-BR" sz="2400" kern="0" dirty="0">
                <a:latin typeface="Aptos" panose="020B0004020202020204" pitchFamily="34" charset="0"/>
                <a:cs typeface="Arial"/>
              </a:rPr>
              <a:t> e sua </a:t>
            </a:r>
            <a:r>
              <a:rPr lang="pt-BR" sz="2400" b="1" kern="0" dirty="0">
                <a:latin typeface="Aptos" panose="020B0004020202020204" pitchFamily="34" charset="0"/>
                <a:cs typeface="Arial"/>
              </a:rPr>
              <a:t>base conjugada</a:t>
            </a:r>
            <a:r>
              <a:rPr lang="pt-BR" sz="2400" kern="0" dirty="0">
                <a:latin typeface="Aptos" panose="020B0004020202020204" pitchFamily="34" charset="0"/>
                <a:cs typeface="Arial"/>
              </a:rPr>
              <a:t> ou uma </a:t>
            </a:r>
            <a:r>
              <a:rPr lang="pt-BR" sz="2400" b="1" kern="0" dirty="0">
                <a:latin typeface="Aptos" panose="020B0004020202020204" pitchFamily="34" charset="0"/>
                <a:cs typeface="Arial"/>
              </a:rPr>
              <a:t>base fraca</a:t>
            </a:r>
            <a:r>
              <a:rPr lang="pt-BR" sz="2400" kern="0" dirty="0">
                <a:latin typeface="Aptos" panose="020B0004020202020204" pitchFamily="34" charset="0"/>
                <a:cs typeface="Arial"/>
              </a:rPr>
              <a:t> e seu </a:t>
            </a:r>
            <a:r>
              <a:rPr lang="pt-BR" sz="2400" b="1" kern="0" dirty="0">
                <a:latin typeface="Aptos" panose="020B0004020202020204" pitchFamily="34" charset="0"/>
                <a:cs typeface="Arial"/>
              </a:rPr>
              <a:t>ácido conjugado</a:t>
            </a:r>
            <a:r>
              <a:rPr lang="pt-BR" sz="2400" kern="0" dirty="0">
                <a:latin typeface="Aptos" panose="020B0004020202020204" pitchFamily="34" charset="0"/>
                <a:cs typeface="Arial"/>
              </a:rPr>
              <a:t>, que resiste a variações no pH.</a:t>
            </a:r>
          </a:p>
          <a:p>
            <a:pPr algn="just" eaLnBrk="0" hangingPunct="0">
              <a:defRPr/>
            </a:pPr>
            <a:endParaRPr lang="pt-BR" sz="2400" kern="0" dirty="0">
              <a:latin typeface="Aptos" panose="020B0004020202020204" pitchFamily="34" charset="0"/>
              <a:cs typeface="Arial"/>
            </a:endParaRPr>
          </a:p>
          <a:p>
            <a:pPr marL="342900" indent="-342900" algn="just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2400" b="0" i="0" u="none" strike="noStrike" baseline="0" dirty="0">
                <a:latin typeface="Aptos" panose="020B0004020202020204" pitchFamily="34" charset="0"/>
              </a:rPr>
              <a:t>Por definição, uma </a:t>
            </a:r>
            <a:r>
              <a:rPr lang="pt-BR" sz="2400" b="0" i="1" u="none" strike="noStrike" baseline="0" dirty="0">
                <a:latin typeface="Aptos" panose="020B0004020202020204" pitchFamily="34" charset="0"/>
              </a:rPr>
              <a:t>solução tampão </a:t>
            </a:r>
            <a:r>
              <a:rPr lang="pt-BR" sz="2400" b="1" i="0" u="none" strike="noStrike" baseline="0" dirty="0">
                <a:latin typeface="Aptos" panose="020B0004020202020204" pitchFamily="34" charset="0"/>
              </a:rPr>
              <a:t>resiste</a:t>
            </a:r>
            <a:r>
              <a:rPr lang="pt-BR" sz="2400" b="0" i="0" u="none" strike="noStrike" baseline="0" dirty="0">
                <a:latin typeface="Aptos" panose="020B0004020202020204" pitchFamily="34" charset="0"/>
              </a:rPr>
              <a:t> a variações no pH decorrentes</a:t>
            </a:r>
            <a:r>
              <a:rPr lang="pt-BR" sz="2400" b="0" i="0" u="none" strike="noStrike" dirty="0">
                <a:latin typeface="Aptos" panose="020B0004020202020204" pitchFamily="34" charset="0"/>
              </a:rPr>
              <a:t> </a:t>
            </a:r>
            <a:r>
              <a:rPr lang="pt-BR" sz="2400" b="0" i="0" u="none" strike="noStrike" baseline="0" dirty="0">
                <a:latin typeface="Aptos" panose="020B0004020202020204" pitchFamily="34" charset="0"/>
              </a:rPr>
              <a:t>da diluição ou da adição de ácidos ou bases. </a:t>
            </a:r>
          </a:p>
          <a:p>
            <a:pPr marL="342900" indent="-342900" algn="just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endParaRPr lang="pt-BR" sz="2400" dirty="0">
              <a:latin typeface="Aptos" panose="020B0004020202020204" pitchFamily="34" charset="0"/>
            </a:endParaRPr>
          </a:p>
          <a:p>
            <a:pPr marL="342900" indent="-342900" algn="just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2400" b="0" i="0" u="none" strike="noStrike" baseline="0" dirty="0">
                <a:latin typeface="Aptos" panose="020B0004020202020204" pitchFamily="34" charset="0"/>
              </a:rPr>
              <a:t>Geralmente são preparadas a partir de um </a:t>
            </a:r>
            <a:r>
              <a:rPr lang="pt-BR" sz="2400" b="1" i="0" u="none" strike="noStrike" baseline="0" dirty="0">
                <a:latin typeface="Aptos" panose="020B0004020202020204" pitchFamily="34" charset="0"/>
              </a:rPr>
              <a:t>par ácido-base conjugado</a:t>
            </a:r>
            <a:r>
              <a:rPr lang="pt-BR" sz="2400" b="1" i="0" u="none" strike="noStrike" dirty="0">
                <a:latin typeface="Aptos" panose="020B0004020202020204" pitchFamily="34" charset="0"/>
              </a:rPr>
              <a:t> </a:t>
            </a:r>
            <a:r>
              <a:rPr lang="pt-BR" sz="2400" b="0" i="0" u="none" strike="noStrike" baseline="0" dirty="0">
                <a:latin typeface="Aptos" panose="020B0004020202020204" pitchFamily="34" charset="0"/>
              </a:rPr>
              <a:t>como ácido acético/acetato de sódio ou cloreto de amônio/amônia.</a:t>
            </a:r>
            <a:endParaRPr lang="pt-BR" sz="2400" kern="0" dirty="0">
              <a:latin typeface="Aptos" panose="020B0004020202020204" pitchFamily="34" charset="0"/>
              <a:cs typeface="Arial"/>
            </a:endParaRP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658D1275-7F92-2689-23F4-BAE854BFB3C9}"/>
              </a:ext>
            </a:extLst>
          </p:cNvPr>
          <p:cNvGraphicFramePr>
            <a:graphicFrameLocks noGrp="1"/>
          </p:cNvGraphicFramePr>
          <p:nvPr/>
        </p:nvGraphicFramePr>
        <p:xfrm>
          <a:off x="1268574" y="3893637"/>
          <a:ext cx="9486511" cy="228594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056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08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88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00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3312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Tampão</a:t>
                      </a:r>
                      <a:endParaRPr lang="en-US" sz="2400" dirty="0">
                        <a:latin typeface="Aptos" panose="020B0004020202020204" pitchFamily="34" charset="0"/>
                      </a:endParaRP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aseline="0" dirty="0"/>
                        <a:t>Ácido fraco</a:t>
                      </a:r>
                      <a:endParaRPr lang="en-US" sz="2400" dirty="0">
                        <a:latin typeface="Aptos" panose="020B0004020202020204" pitchFamily="34" charset="0"/>
                      </a:endParaRPr>
                    </a:p>
                  </a:txBody>
                  <a:tcPr marT="45714" marB="45714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dirty="0"/>
                        <a:t>Base fraca</a:t>
                      </a:r>
                      <a:endParaRPr lang="en-US" sz="2400" dirty="0">
                        <a:latin typeface="Aptos" panose="020B0004020202020204" pitchFamily="34" charset="0"/>
                      </a:endParaRPr>
                    </a:p>
                  </a:txBody>
                  <a:tcPr marT="45714" marB="4571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aseline="0" dirty="0"/>
                        <a:t>Sal</a:t>
                      </a:r>
                      <a:endParaRPr lang="en-US" sz="2400" dirty="0">
                        <a:latin typeface="Aptos" panose="020B0004020202020204" pitchFamily="34" charset="0"/>
                      </a:endParaRPr>
                    </a:p>
                  </a:txBody>
                  <a:tcPr marT="45714" marB="4571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312"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Acetato</a:t>
                      </a:r>
                      <a:endParaRPr lang="en-US" sz="2400" b="1" dirty="0">
                        <a:latin typeface="Aptos" panose="020B0004020202020204" pitchFamily="34" charset="0"/>
                      </a:endParaRP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CH</a:t>
                      </a:r>
                      <a:r>
                        <a:rPr lang="pt-BR" sz="2400" baseline="-25000" dirty="0"/>
                        <a:t>3</a:t>
                      </a:r>
                      <a:r>
                        <a:rPr lang="pt-BR" sz="2400" dirty="0"/>
                        <a:t>COOH</a:t>
                      </a:r>
                      <a:endParaRPr lang="pt-BR" sz="2400" dirty="0">
                        <a:latin typeface="Aptos" panose="020B0004020202020204" pitchFamily="34" charset="0"/>
                      </a:endParaRP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-----</a:t>
                      </a:r>
                      <a:endParaRPr lang="en-US" sz="2400" dirty="0">
                        <a:latin typeface="Aptos" panose="020B0004020202020204" pitchFamily="34" charset="0"/>
                      </a:endParaRP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CH</a:t>
                      </a:r>
                      <a:r>
                        <a:rPr lang="pt-BR" sz="2400" baseline="-25000" dirty="0"/>
                        <a:t>3</a:t>
                      </a:r>
                      <a:r>
                        <a:rPr lang="pt-BR" sz="2400" dirty="0"/>
                        <a:t>COONa</a:t>
                      </a:r>
                      <a:endParaRPr lang="pt-BR" sz="2400" dirty="0">
                        <a:latin typeface="Aptos" panose="020B0004020202020204" pitchFamily="34" charset="0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312"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Bicarbonato</a:t>
                      </a:r>
                      <a:endParaRPr lang="en-US" sz="2400" b="1" dirty="0">
                        <a:latin typeface="Aptos" panose="020B0004020202020204" pitchFamily="34" charset="0"/>
                      </a:endParaRP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H</a:t>
                      </a:r>
                      <a:r>
                        <a:rPr lang="pt-BR" sz="2400" baseline="-25000" dirty="0"/>
                        <a:t>2</a:t>
                      </a:r>
                      <a:r>
                        <a:rPr lang="pt-BR" sz="2400" dirty="0"/>
                        <a:t>CO</a:t>
                      </a:r>
                      <a:r>
                        <a:rPr lang="pt-BR" sz="2400" baseline="-25000" dirty="0"/>
                        <a:t>3</a:t>
                      </a:r>
                      <a:endParaRPr lang="en-US" sz="2400" baseline="-25000" dirty="0">
                        <a:latin typeface="Aptos" panose="020B0004020202020204" pitchFamily="34" charset="0"/>
                      </a:endParaRP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-----</a:t>
                      </a:r>
                      <a:endParaRPr lang="en-US" sz="2400" dirty="0">
                        <a:latin typeface="Aptos" panose="020B0004020202020204" pitchFamily="34" charset="0"/>
                      </a:endParaRP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NaHCO</a:t>
                      </a:r>
                      <a:r>
                        <a:rPr lang="pt-BR" sz="2400" baseline="-25000" dirty="0"/>
                        <a:t>3</a:t>
                      </a:r>
                      <a:endParaRPr lang="en-US" sz="2400" baseline="-25000" dirty="0">
                        <a:latin typeface="Aptos" panose="020B0004020202020204" pitchFamily="34" charset="0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312"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Fosfato</a:t>
                      </a:r>
                      <a:endParaRPr lang="en-US" sz="2400" b="1" dirty="0">
                        <a:latin typeface="Aptos" panose="020B0004020202020204" pitchFamily="34" charset="0"/>
                      </a:endParaRP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baseline="0" dirty="0"/>
                        <a:t>H</a:t>
                      </a:r>
                      <a:r>
                        <a:rPr lang="en-US" sz="2400" b="0" baseline="-25000" dirty="0"/>
                        <a:t>3</a:t>
                      </a:r>
                      <a:r>
                        <a:rPr lang="en-US" sz="2400" b="0" baseline="0" dirty="0"/>
                        <a:t>PO</a:t>
                      </a:r>
                      <a:r>
                        <a:rPr lang="en-US" sz="2400" b="0" baseline="-25000" dirty="0"/>
                        <a:t>4</a:t>
                      </a:r>
                      <a:endParaRPr lang="en-US" sz="2400" b="0" baseline="30000" dirty="0">
                        <a:latin typeface="Aptos" panose="020B0004020202020204" pitchFamily="34" charset="0"/>
                      </a:endParaRP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0" dirty="0"/>
                        <a:t>-----</a:t>
                      </a:r>
                      <a:endParaRPr lang="en-US" sz="2400" b="0" dirty="0">
                        <a:latin typeface="Aptos" panose="020B0004020202020204" pitchFamily="34" charset="0"/>
                      </a:endParaRP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baseline="0" dirty="0"/>
                        <a:t>NaH</a:t>
                      </a:r>
                      <a:r>
                        <a:rPr lang="en-US" sz="2400" b="0" baseline="-25000" dirty="0"/>
                        <a:t>2</a:t>
                      </a:r>
                      <a:r>
                        <a:rPr lang="en-US" sz="2400" b="0" baseline="0" dirty="0"/>
                        <a:t>PO</a:t>
                      </a:r>
                      <a:r>
                        <a:rPr lang="en-US" sz="2400" b="0" baseline="-25000" dirty="0"/>
                        <a:t>4</a:t>
                      </a:r>
                      <a:endParaRPr lang="en-US" sz="2400" b="0" baseline="-25000" dirty="0">
                        <a:latin typeface="Aptos" panose="020B0004020202020204" pitchFamily="34" charset="0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312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err="1"/>
                        <a:t>Amoniacal</a:t>
                      </a:r>
                      <a:endParaRPr lang="en-US" sz="2400" b="1" dirty="0">
                        <a:latin typeface="Aptos" panose="020B0004020202020204" pitchFamily="34" charset="0"/>
                      </a:endParaRP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baseline="0" dirty="0"/>
                        <a:t>-----</a:t>
                      </a:r>
                      <a:endParaRPr lang="en-US" sz="2400" b="0" baseline="0" dirty="0">
                        <a:latin typeface="Aptos" panose="020B0004020202020204" pitchFamily="34" charset="0"/>
                      </a:endParaRP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baseline="0" dirty="0"/>
                        <a:t>NH</a:t>
                      </a:r>
                      <a:r>
                        <a:rPr lang="en-US" sz="2400" b="0" baseline="-25000" dirty="0"/>
                        <a:t>3</a:t>
                      </a:r>
                      <a:endParaRPr lang="en-US" sz="2400" b="0" baseline="0" dirty="0">
                        <a:latin typeface="Aptos" panose="020B0004020202020204" pitchFamily="34" charset="0"/>
                      </a:endParaRP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baseline="0" dirty="0"/>
                        <a:t>NH</a:t>
                      </a:r>
                      <a:r>
                        <a:rPr lang="en-US" sz="2400" b="0" baseline="-25000" dirty="0"/>
                        <a:t>4</a:t>
                      </a:r>
                      <a:r>
                        <a:rPr lang="en-US" sz="2400" b="0" baseline="0" dirty="0"/>
                        <a:t>Cl</a:t>
                      </a:r>
                      <a:endParaRPr lang="en-US" sz="2400" b="0" baseline="0" dirty="0">
                        <a:latin typeface="Aptos" panose="020B0004020202020204" pitchFamily="34" charset="0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9059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64243-63F5-5859-072A-D1D4E4BD8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DAC96A8-6661-083D-A093-52FDC97AC61A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Solução Tampão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EDA1E64-670C-F2A6-2158-4857E9C5057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651346" y="601682"/>
            <a:ext cx="7128792" cy="5468852"/>
          </a:xfrm>
          <a:prstGeom prst="rect">
            <a:avLst/>
          </a:prstGeom>
          <a:ln w="25400">
            <a:solidFill>
              <a:srgbClr val="C00000"/>
            </a:solidFill>
            <a:prstDash val="sysDash"/>
          </a:ln>
        </p:spPr>
      </p:pic>
    </p:spTree>
    <p:extLst>
      <p:ext uri="{BB962C8B-B14F-4D97-AF65-F5344CB8AC3E}">
        <p14:creationId xmlns:p14="http://schemas.microsoft.com/office/powerpoint/2010/main" val="2112059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87799-997F-C2C2-0183-567A78618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6A9F7B2-9744-365D-6A39-901AAFEE516B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Solução Tampão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6A4CB27-6F9A-AB8A-09C4-E77FF3B357CD}"/>
              </a:ext>
            </a:extLst>
          </p:cNvPr>
          <p:cNvSpPr txBox="1"/>
          <p:nvPr/>
        </p:nvSpPr>
        <p:spPr>
          <a:xfrm>
            <a:off x="332403" y="678423"/>
            <a:ext cx="1152719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0" hangingPunct="0">
              <a:defRPr/>
            </a:pPr>
            <a:r>
              <a:rPr lang="pt-BR" sz="2400" kern="0" dirty="0">
                <a:latin typeface="Aptos" panose="020B0004020202020204" pitchFamily="34" charset="0"/>
                <a:cs typeface="Arial"/>
              </a:rPr>
              <a:t>Um </a:t>
            </a:r>
            <a:r>
              <a:rPr lang="pt-BR" sz="2400" b="1" kern="0" dirty="0">
                <a:latin typeface="Aptos" panose="020B0004020202020204" pitchFamily="34" charset="0"/>
                <a:cs typeface="Arial"/>
              </a:rPr>
              <a:t>tampão</a:t>
            </a:r>
            <a:r>
              <a:rPr lang="pt-BR" sz="2400" kern="0" dirty="0">
                <a:latin typeface="Aptos" panose="020B0004020202020204" pitchFamily="34" charset="0"/>
                <a:cs typeface="Arial"/>
              </a:rPr>
              <a:t> é uma mistura de um </a:t>
            </a:r>
            <a:r>
              <a:rPr lang="pt-BR" sz="2400" b="1" kern="0" dirty="0">
                <a:latin typeface="Aptos" panose="020B0004020202020204" pitchFamily="34" charset="0"/>
                <a:cs typeface="Arial"/>
              </a:rPr>
              <a:t>ácido fraco</a:t>
            </a:r>
            <a:r>
              <a:rPr lang="pt-BR" sz="2400" kern="0" dirty="0">
                <a:latin typeface="Aptos" panose="020B0004020202020204" pitchFamily="34" charset="0"/>
                <a:cs typeface="Arial"/>
              </a:rPr>
              <a:t> e sua </a:t>
            </a:r>
            <a:r>
              <a:rPr lang="pt-BR" sz="2400" b="1" kern="0" dirty="0">
                <a:latin typeface="Aptos" panose="020B0004020202020204" pitchFamily="34" charset="0"/>
                <a:cs typeface="Arial"/>
              </a:rPr>
              <a:t>base conjugada</a:t>
            </a:r>
            <a:r>
              <a:rPr lang="pt-BR" sz="2400" kern="0" dirty="0">
                <a:latin typeface="Aptos" panose="020B0004020202020204" pitchFamily="34" charset="0"/>
                <a:cs typeface="Arial"/>
              </a:rPr>
              <a:t> ou uma </a:t>
            </a:r>
            <a:r>
              <a:rPr lang="pt-BR" sz="2400" b="1" kern="0" dirty="0">
                <a:latin typeface="Aptos" panose="020B0004020202020204" pitchFamily="34" charset="0"/>
                <a:cs typeface="Arial"/>
              </a:rPr>
              <a:t>base fraca</a:t>
            </a:r>
            <a:r>
              <a:rPr lang="pt-BR" sz="2400" kern="0" dirty="0">
                <a:latin typeface="Aptos" panose="020B0004020202020204" pitchFamily="34" charset="0"/>
                <a:cs typeface="Arial"/>
              </a:rPr>
              <a:t> e seu </a:t>
            </a:r>
            <a:r>
              <a:rPr lang="pt-BR" sz="2400" b="1" kern="0" dirty="0">
                <a:latin typeface="Aptos" panose="020B0004020202020204" pitchFamily="34" charset="0"/>
                <a:cs typeface="Arial"/>
              </a:rPr>
              <a:t>ácido conjugado</a:t>
            </a:r>
            <a:r>
              <a:rPr lang="pt-BR" sz="2400" kern="0" dirty="0">
                <a:latin typeface="Aptos" panose="020B0004020202020204" pitchFamily="34" charset="0"/>
                <a:cs typeface="Arial"/>
              </a:rPr>
              <a:t>, que resiste a variações no pH.</a:t>
            </a:r>
          </a:p>
          <a:p>
            <a:pPr algn="just" eaLnBrk="0" hangingPunct="0">
              <a:defRPr/>
            </a:pPr>
            <a:endParaRPr lang="pt-BR" sz="2400" kern="0" dirty="0">
              <a:latin typeface="Aptos" panose="020B0004020202020204" pitchFamily="34" charset="0"/>
              <a:cs typeface="Arial"/>
            </a:endParaRPr>
          </a:p>
          <a:p>
            <a:pPr marL="342900" indent="-342900" algn="just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2400" b="0" i="0" u="none" strike="noStrike" baseline="0" dirty="0">
                <a:latin typeface="Aptos" panose="020B0004020202020204" pitchFamily="34" charset="0"/>
              </a:rPr>
              <a:t>Por definição, uma </a:t>
            </a:r>
            <a:r>
              <a:rPr lang="pt-BR" sz="2400" b="0" i="1" u="none" strike="noStrike" baseline="0" dirty="0">
                <a:latin typeface="Aptos" panose="020B0004020202020204" pitchFamily="34" charset="0"/>
              </a:rPr>
              <a:t>solução tampão </a:t>
            </a:r>
            <a:r>
              <a:rPr lang="pt-BR" sz="2400" b="1" i="0" u="none" strike="noStrike" baseline="0" dirty="0">
                <a:latin typeface="Aptos" panose="020B0004020202020204" pitchFamily="34" charset="0"/>
              </a:rPr>
              <a:t>resiste</a:t>
            </a:r>
            <a:r>
              <a:rPr lang="pt-BR" sz="2400" b="0" i="0" u="none" strike="noStrike" baseline="0" dirty="0">
                <a:latin typeface="Aptos" panose="020B0004020202020204" pitchFamily="34" charset="0"/>
              </a:rPr>
              <a:t> a variações no pH decorrentes</a:t>
            </a:r>
            <a:r>
              <a:rPr lang="pt-BR" sz="2400" b="0" i="0" u="none" strike="noStrike" dirty="0">
                <a:latin typeface="Aptos" panose="020B0004020202020204" pitchFamily="34" charset="0"/>
              </a:rPr>
              <a:t> </a:t>
            </a:r>
            <a:r>
              <a:rPr lang="pt-BR" sz="2400" b="0" i="0" u="none" strike="noStrike" baseline="0" dirty="0">
                <a:latin typeface="Aptos" panose="020B0004020202020204" pitchFamily="34" charset="0"/>
              </a:rPr>
              <a:t>da diluição ou da adição de ácidos ou bases. </a:t>
            </a:r>
          </a:p>
          <a:p>
            <a:pPr marL="342900" indent="-342900" algn="just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endParaRPr lang="pt-BR" sz="2400" dirty="0">
              <a:latin typeface="Aptos" panose="020B0004020202020204" pitchFamily="34" charset="0"/>
            </a:endParaRPr>
          </a:p>
          <a:p>
            <a:pPr marL="342900" indent="-342900" algn="just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2400" b="0" i="0" u="none" strike="noStrike" baseline="0" dirty="0">
                <a:latin typeface="Aptos" panose="020B0004020202020204" pitchFamily="34" charset="0"/>
              </a:rPr>
              <a:t>Geralmente são preparadas a partir de um </a:t>
            </a:r>
            <a:r>
              <a:rPr lang="pt-BR" sz="2400" b="1" i="0" u="none" strike="noStrike" baseline="0" dirty="0">
                <a:latin typeface="Aptos" panose="020B0004020202020204" pitchFamily="34" charset="0"/>
              </a:rPr>
              <a:t>par ácido-base conjugado</a:t>
            </a:r>
            <a:r>
              <a:rPr lang="pt-BR" sz="2400" b="1" i="0" u="none" strike="noStrike" dirty="0">
                <a:latin typeface="Aptos" panose="020B0004020202020204" pitchFamily="34" charset="0"/>
              </a:rPr>
              <a:t> </a:t>
            </a:r>
            <a:r>
              <a:rPr lang="pt-BR" sz="2400" b="0" i="0" u="none" strike="noStrike" baseline="0" dirty="0">
                <a:latin typeface="Aptos" panose="020B0004020202020204" pitchFamily="34" charset="0"/>
              </a:rPr>
              <a:t>como ácido acético/acetato de sódio ou cloreto de amônio/amônia.</a:t>
            </a:r>
            <a:endParaRPr lang="pt-BR" sz="2400" kern="0" dirty="0">
              <a:latin typeface="Aptos" panose="020B0004020202020204" pitchFamily="34" charset="0"/>
              <a:cs typeface="Arial"/>
            </a:endParaRP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658D1275-7F92-2689-23F4-BAE854BFB3C9}"/>
              </a:ext>
            </a:extLst>
          </p:cNvPr>
          <p:cNvGraphicFramePr>
            <a:graphicFrameLocks noGrp="1"/>
          </p:cNvGraphicFramePr>
          <p:nvPr/>
        </p:nvGraphicFramePr>
        <p:xfrm>
          <a:off x="1268574" y="3893637"/>
          <a:ext cx="9486511" cy="228594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056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08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88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00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3312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Tampão</a:t>
                      </a:r>
                      <a:endParaRPr lang="en-US" sz="2400" dirty="0">
                        <a:latin typeface="Aptos" panose="020B0004020202020204" pitchFamily="34" charset="0"/>
                      </a:endParaRP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aseline="0" dirty="0"/>
                        <a:t>Ácido fraco</a:t>
                      </a:r>
                      <a:endParaRPr lang="en-US" sz="2400" dirty="0">
                        <a:latin typeface="Aptos" panose="020B0004020202020204" pitchFamily="34" charset="0"/>
                      </a:endParaRPr>
                    </a:p>
                  </a:txBody>
                  <a:tcPr marT="45714" marB="45714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dirty="0"/>
                        <a:t>Base fraca</a:t>
                      </a:r>
                      <a:endParaRPr lang="en-US" sz="2400" dirty="0">
                        <a:latin typeface="Aptos" panose="020B0004020202020204" pitchFamily="34" charset="0"/>
                      </a:endParaRPr>
                    </a:p>
                  </a:txBody>
                  <a:tcPr marT="45714" marB="4571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aseline="0" dirty="0"/>
                        <a:t>Sal</a:t>
                      </a:r>
                      <a:endParaRPr lang="en-US" sz="2400" dirty="0">
                        <a:latin typeface="Aptos" panose="020B0004020202020204" pitchFamily="34" charset="0"/>
                      </a:endParaRPr>
                    </a:p>
                  </a:txBody>
                  <a:tcPr marT="45714" marB="4571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312"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Acetato</a:t>
                      </a:r>
                      <a:endParaRPr lang="en-US" sz="2400" b="1" dirty="0">
                        <a:latin typeface="Aptos" panose="020B0004020202020204" pitchFamily="34" charset="0"/>
                      </a:endParaRP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CH</a:t>
                      </a:r>
                      <a:r>
                        <a:rPr lang="pt-BR" sz="2400" baseline="-25000" dirty="0"/>
                        <a:t>3</a:t>
                      </a:r>
                      <a:r>
                        <a:rPr lang="pt-BR" sz="2400" dirty="0"/>
                        <a:t>COOH</a:t>
                      </a:r>
                      <a:endParaRPr lang="pt-BR" sz="2400" dirty="0">
                        <a:latin typeface="Aptos" panose="020B0004020202020204" pitchFamily="34" charset="0"/>
                      </a:endParaRP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-----</a:t>
                      </a:r>
                      <a:endParaRPr lang="en-US" sz="2400" dirty="0">
                        <a:latin typeface="Aptos" panose="020B0004020202020204" pitchFamily="34" charset="0"/>
                      </a:endParaRP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CH</a:t>
                      </a:r>
                      <a:r>
                        <a:rPr lang="pt-BR" sz="2400" baseline="-25000" dirty="0"/>
                        <a:t>3</a:t>
                      </a:r>
                      <a:r>
                        <a:rPr lang="pt-BR" sz="2400" dirty="0"/>
                        <a:t>COONa</a:t>
                      </a:r>
                      <a:endParaRPr lang="pt-BR" sz="2400" dirty="0">
                        <a:latin typeface="Aptos" panose="020B0004020202020204" pitchFamily="34" charset="0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312"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Bicarbonato</a:t>
                      </a:r>
                      <a:endParaRPr lang="en-US" sz="2400" b="1" dirty="0">
                        <a:latin typeface="Aptos" panose="020B0004020202020204" pitchFamily="34" charset="0"/>
                      </a:endParaRP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H</a:t>
                      </a:r>
                      <a:r>
                        <a:rPr lang="pt-BR" sz="2400" baseline="-25000" dirty="0"/>
                        <a:t>2</a:t>
                      </a:r>
                      <a:r>
                        <a:rPr lang="pt-BR" sz="2400" dirty="0"/>
                        <a:t>CO</a:t>
                      </a:r>
                      <a:r>
                        <a:rPr lang="pt-BR" sz="2400" baseline="-25000" dirty="0"/>
                        <a:t>3</a:t>
                      </a:r>
                      <a:endParaRPr lang="en-US" sz="2400" baseline="-25000" dirty="0">
                        <a:latin typeface="Aptos" panose="020B0004020202020204" pitchFamily="34" charset="0"/>
                      </a:endParaRP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-----</a:t>
                      </a:r>
                      <a:endParaRPr lang="en-US" sz="2400" dirty="0">
                        <a:latin typeface="Aptos" panose="020B0004020202020204" pitchFamily="34" charset="0"/>
                      </a:endParaRP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NaHCO</a:t>
                      </a:r>
                      <a:r>
                        <a:rPr lang="pt-BR" sz="2400" baseline="-25000" dirty="0"/>
                        <a:t>3</a:t>
                      </a:r>
                      <a:endParaRPr lang="en-US" sz="2400" baseline="-25000" dirty="0">
                        <a:latin typeface="Aptos" panose="020B0004020202020204" pitchFamily="34" charset="0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312"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Fosfato</a:t>
                      </a:r>
                      <a:endParaRPr lang="en-US" sz="2400" b="1" dirty="0">
                        <a:latin typeface="Aptos" panose="020B0004020202020204" pitchFamily="34" charset="0"/>
                      </a:endParaRP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baseline="0" dirty="0"/>
                        <a:t>H</a:t>
                      </a:r>
                      <a:r>
                        <a:rPr lang="en-US" sz="2400" b="0" baseline="-25000" dirty="0"/>
                        <a:t>3</a:t>
                      </a:r>
                      <a:r>
                        <a:rPr lang="en-US" sz="2400" b="0" baseline="0" dirty="0"/>
                        <a:t>PO</a:t>
                      </a:r>
                      <a:r>
                        <a:rPr lang="en-US" sz="2400" b="0" baseline="-25000" dirty="0"/>
                        <a:t>4</a:t>
                      </a:r>
                      <a:endParaRPr lang="en-US" sz="2400" b="0" baseline="30000" dirty="0">
                        <a:latin typeface="Aptos" panose="020B0004020202020204" pitchFamily="34" charset="0"/>
                      </a:endParaRP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0" dirty="0"/>
                        <a:t>-----</a:t>
                      </a:r>
                      <a:endParaRPr lang="en-US" sz="2400" b="0" dirty="0">
                        <a:latin typeface="Aptos" panose="020B0004020202020204" pitchFamily="34" charset="0"/>
                      </a:endParaRP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baseline="0" dirty="0"/>
                        <a:t>NaH</a:t>
                      </a:r>
                      <a:r>
                        <a:rPr lang="en-US" sz="2400" b="0" baseline="-25000" dirty="0"/>
                        <a:t>2</a:t>
                      </a:r>
                      <a:r>
                        <a:rPr lang="en-US" sz="2400" b="0" baseline="0" dirty="0"/>
                        <a:t>PO</a:t>
                      </a:r>
                      <a:r>
                        <a:rPr lang="en-US" sz="2400" b="0" baseline="-25000" dirty="0"/>
                        <a:t>4</a:t>
                      </a:r>
                      <a:endParaRPr lang="en-US" sz="2400" b="0" baseline="-25000" dirty="0">
                        <a:latin typeface="Aptos" panose="020B0004020202020204" pitchFamily="34" charset="0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312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err="1"/>
                        <a:t>Amoniacal</a:t>
                      </a:r>
                      <a:endParaRPr lang="en-US" sz="2400" b="1" dirty="0">
                        <a:latin typeface="Aptos" panose="020B0004020202020204" pitchFamily="34" charset="0"/>
                      </a:endParaRP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baseline="0" dirty="0"/>
                        <a:t>-----</a:t>
                      </a:r>
                      <a:endParaRPr lang="en-US" sz="2400" b="0" baseline="0" dirty="0">
                        <a:latin typeface="Aptos" panose="020B0004020202020204" pitchFamily="34" charset="0"/>
                      </a:endParaRP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baseline="0" dirty="0"/>
                        <a:t>NH</a:t>
                      </a:r>
                      <a:r>
                        <a:rPr lang="en-US" sz="2400" b="0" baseline="-25000" dirty="0"/>
                        <a:t>3</a:t>
                      </a:r>
                      <a:endParaRPr lang="en-US" sz="2400" b="0" baseline="0" dirty="0">
                        <a:latin typeface="Aptos" panose="020B0004020202020204" pitchFamily="34" charset="0"/>
                      </a:endParaRP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baseline="0" dirty="0"/>
                        <a:t>NH</a:t>
                      </a:r>
                      <a:r>
                        <a:rPr lang="en-US" sz="2400" b="0" baseline="-25000" dirty="0"/>
                        <a:t>4</a:t>
                      </a:r>
                      <a:r>
                        <a:rPr lang="en-US" sz="2400" b="0" baseline="0" dirty="0"/>
                        <a:t>Cl</a:t>
                      </a:r>
                      <a:endParaRPr lang="en-US" sz="2400" b="0" baseline="0" dirty="0">
                        <a:latin typeface="Aptos" panose="020B0004020202020204" pitchFamily="34" charset="0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7914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64243-63F5-5859-072A-D1D4E4BD8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DAC96A8-6661-083D-A093-52FDC97AC61A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Solução Tampão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EDA1E64-670C-F2A6-2158-4857E9C5057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651346" y="601682"/>
            <a:ext cx="7128792" cy="5468852"/>
          </a:xfrm>
          <a:prstGeom prst="rect">
            <a:avLst/>
          </a:prstGeom>
          <a:ln w="25400">
            <a:solidFill>
              <a:srgbClr val="C00000"/>
            </a:solidFill>
            <a:prstDash val="sysDash"/>
          </a:ln>
        </p:spPr>
      </p:pic>
    </p:spTree>
    <p:extLst>
      <p:ext uri="{BB962C8B-B14F-4D97-AF65-F5344CB8AC3E}">
        <p14:creationId xmlns:p14="http://schemas.microsoft.com/office/powerpoint/2010/main" val="17495219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0F676-2124-9FE7-0A07-7BC53CFED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488E28ED-CAAD-247B-CCF5-39C596450395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Cálculo de pH de solução tampão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7D0807B-0402-CAA2-72DA-17AB79D5B692}"/>
              </a:ext>
            </a:extLst>
          </p:cNvPr>
          <p:cNvSpPr txBox="1"/>
          <p:nvPr/>
        </p:nvSpPr>
        <p:spPr>
          <a:xfrm>
            <a:off x="332403" y="735955"/>
            <a:ext cx="11527192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A) Tampão formado por um ácido fraco e seu respectivo sal</a:t>
            </a:r>
          </a:p>
          <a:p>
            <a:endParaRPr lang="pt-BR" sz="2400" dirty="0">
              <a:latin typeface="Aptos" panose="020B0004020202020204" pitchFamily="34" charset="0"/>
            </a:endParaRPr>
          </a:p>
          <a:p>
            <a:r>
              <a:rPr lang="pt-BR" sz="2400" b="1" kern="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/>
              </a:rPr>
              <a:t>Exemplo 5: </a:t>
            </a:r>
            <a:r>
              <a:rPr lang="pt-BR" sz="2400" kern="0" dirty="0">
                <a:latin typeface="Aptos" panose="020B0004020202020204" pitchFamily="34" charset="0"/>
                <a:cs typeface="Arial"/>
              </a:rPr>
              <a:t>Determine o pH de uma solução tampão formada por uma mistura de </a:t>
            </a:r>
            <a:r>
              <a:rPr lang="pt-BR" sz="2400" kern="0" dirty="0" err="1">
                <a:latin typeface="Aptos" panose="020B0004020202020204" pitchFamily="34" charset="0"/>
                <a:cs typeface="Arial"/>
              </a:rPr>
              <a:t>HOAc</a:t>
            </a:r>
            <a:r>
              <a:rPr lang="pt-BR" sz="2400" kern="0" dirty="0">
                <a:latin typeface="Aptos" panose="020B0004020202020204" pitchFamily="34" charset="0"/>
                <a:cs typeface="Arial"/>
              </a:rPr>
              <a:t>, C</a:t>
            </a:r>
            <a:r>
              <a:rPr lang="pt-BR" sz="2400" kern="0" baseline="-25000" dirty="0">
                <a:latin typeface="Aptos" panose="020B0004020202020204" pitchFamily="34" charset="0"/>
                <a:cs typeface="Arial"/>
              </a:rPr>
              <a:t>a</a:t>
            </a:r>
            <a:r>
              <a:rPr lang="pt-BR" sz="2400" kern="0" dirty="0">
                <a:latin typeface="Aptos" panose="020B0004020202020204" pitchFamily="34" charset="0"/>
                <a:cs typeface="Arial"/>
              </a:rPr>
              <a:t> = 0,1000 mol L</a:t>
            </a:r>
            <a:r>
              <a:rPr lang="pt-BR" sz="2400" kern="0" baseline="30000" dirty="0">
                <a:latin typeface="Aptos" panose="020B0004020202020204" pitchFamily="34" charset="0"/>
                <a:cs typeface="Arial"/>
              </a:rPr>
              <a:t>-1</a:t>
            </a:r>
            <a:r>
              <a:rPr lang="pt-BR" sz="2400" kern="0" dirty="0">
                <a:latin typeface="Aptos" panose="020B0004020202020204" pitchFamily="34" charset="0"/>
                <a:cs typeface="Arial"/>
              </a:rPr>
              <a:t>,</a:t>
            </a:r>
            <a:r>
              <a:rPr lang="pt-BR" sz="2400" kern="0" baseline="30000" dirty="0">
                <a:latin typeface="Aptos" panose="020B0004020202020204" pitchFamily="34" charset="0"/>
                <a:cs typeface="Arial"/>
              </a:rPr>
              <a:t> </a:t>
            </a:r>
            <a:r>
              <a:rPr lang="pt-BR" sz="2400" kern="0" dirty="0">
                <a:latin typeface="Aptos" panose="020B0004020202020204" pitchFamily="34" charset="0"/>
                <a:cs typeface="Arial"/>
              </a:rPr>
              <a:t>e </a:t>
            </a:r>
            <a:r>
              <a:rPr lang="pt-BR" sz="2400" kern="0" dirty="0" err="1">
                <a:latin typeface="Aptos" panose="020B0004020202020204" pitchFamily="34" charset="0"/>
                <a:cs typeface="Arial"/>
              </a:rPr>
              <a:t>NaOAc</a:t>
            </a:r>
            <a:r>
              <a:rPr lang="pt-BR" sz="2400" kern="0" dirty="0">
                <a:latin typeface="Aptos" panose="020B0004020202020204" pitchFamily="34" charset="0"/>
                <a:cs typeface="Arial"/>
              </a:rPr>
              <a:t>, C</a:t>
            </a:r>
            <a:r>
              <a:rPr lang="pt-BR" sz="2400" kern="0" baseline="-25000" dirty="0">
                <a:latin typeface="Aptos" panose="020B0004020202020204" pitchFamily="34" charset="0"/>
                <a:cs typeface="Arial"/>
              </a:rPr>
              <a:t>s</a:t>
            </a:r>
            <a:r>
              <a:rPr lang="pt-BR" sz="2400" kern="0" dirty="0">
                <a:latin typeface="Aptos" panose="020B0004020202020204" pitchFamily="34" charset="0"/>
                <a:cs typeface="Arial"/>
              </a:rPr>
              <a:t> = 0,0100 mol L</a:t>
            </a:r>
            <a:r>
              <a:rPr lang="pt-BR" sz="2400" kern="0" baseline="30000" dirty="0">
                <a:latin typeface="Aptos" panose="020B0004020202020204" pitchFamily="34" charset="0"/>
                <a:cs typeface="Arial"/>
              </a:rPr>
              <a:t>-1</a:t>
            </a:r>
            <a:r>
              <a:rPr lang="pt-BR" sz="2400" kern="0" dirty="0">
                <a:latin typeface="Aptos" panose="020B0004020202020204" pitchFamily="34" charset="0"/>
                <a:cs typeface="Arial"/>
              </a:rPr>
              <a:t>, à 25</a:t>
            </a:r>
            <a:r>
              <a:rPr lang="pt-BR" sz="2400" kern="0" baseline="30000" dirty="0">
                <a:latin typeface="Aptos" panose="020B0004020202020204" pitchFamily="34" charset="0"/>
                <a:cs typeface="Arial"/>
              </a:rPr>
              <a:t> °</a:t>
            </a:r>
            <a:r>
              <a:rPr lang="pt-BR" sz="2400" kern="0" dirty="0">
                <a:latin typeface="Aptos" panose="020B0004020202020204" pitchFamily="34" charset="0"/>
                <a:cs typeface="Arial"/>
              </a:rPr>
              <a:t>C.</a:t>
            </a:r>
          </a:p>
          <a:p>
            <a:endParaRPr lang="pt-BR" sz="2400" kern="0" baseline="30000" dirty="0">
              <a:latin typeface="Aptos" panose="020B0004020202020204" pitchFamily="34" charset="0"/>
              <a:cs typeface="Arial"/>
            </a:endParaRPr>
          </a:p>
          <a:p>
            <a:pPr marL="0" indent="0">
              <a:buNone/>
              <a:defRPr/>
            </a:pPr>
            <a:r>
              <a:rPr lang="en-US" altLang="pt-BR" sz="2400" dirty="0">
                <a:latin typeface="Aptos" panose="020B0004020202020204" pitchFamily="34" charset="0"/>
              </a:rPr>
              <a:t>                                                      </a:t>
            </a:r>
            <a:r>
              <a:rPr lang="pt-BR" sz="2400" kern="0" dirty="0">
                <a:latin typeface="Aptos" panose="020B0004020202020204" pitchFamily="34" charset="0"/>
                <a:cs typeface="Arial"/>
              </a:rPr>
              <a:t> </a:t>
            </a:r>
            <a:r>
              <a:rPr lang="pt-BR" sz="2400" kern="0" dirty="0" err="1">
                <a:latin typeface="Aptos" panose="020B0004020202020204" pitchFamily="34" charset="0"/>
                <a:cs typeface="Arial"/>
              </a:rPr>
              <a:t>NaOAc</a:t>
            </a:r>
            <a:r>
              <a:rPr lang="pt-BR" sz="2400" kern="0" dirty="0">
                <a:latin typeface="Aptos" panose="020B0004020202020204" pitchFamily="34" charset="0"/>
                <a:cs typeface="Arial"/>
              </a:rPr>
              <a:t> </a:t>
            </a:r>
            <a:r>
              <a:rPr lang="pt-BR" sz="2400" kern="0" dirty="0">
                <a:latin typeface="Aptos" panose="020B0004020202020204" pitchFamily="34" charset="0"/>
                <a:cs typeface="Arial"/>
                <a:sym typeface="Symbol" panose="05050102010706020507" pitchFamily="18" charset="2"/>
              </a:rPr>
              <a:t>→ Na</a:t>
            </a:r>
            <a:r>
              <a:rPr lang="pt-BR" sz="2400" kern="0" baseline="30000" dirty="0">
                <a:latin typeface="Aptos" panose="020B0004020202020204" pitchFamily="34" charset="0"/>
                <a:cs typeface="Arial"/>
                <a:sym typeface="Symbol" panose="05050102010706020507" pitchFamily="18" charset="2"/>
              </a:rPr>
              <a:t>+</a:t>
            </a:r>
            <a:r>
              <a:rPr lang="pt-BR" sz="2400" kern="0" dirty="0">
                <a:latin typeface="Aptos" panose="020B0004020202020204" pitchFamily="34" charset="0"/>
                <a:cs typeface="Arial"/>
                <a:sym typeface="Symbol" panose="05050102010706020507" pitchFamily="18" charset="2"/>
              </a:rPr>
              <a:t> + </a:t>
            </a:r>
            <a:r>
              <a:rPr lang="pt-BR" sz="2400" kern="0" dirty="0" err="1">
                <a:latin typeface="Aptos" panose="020B0004020202020204" pitchFamily="34" charset="0"/>
                <a:cs typeface="Arial"/>
                <a:sym typeface="Symbol" panose="05050102010706020507" pitchFamily="18" charset="2"/>
              </a:rPr>
              <a:t>OAc</a:t>
            </a:r>
            <a:r>
              <a:rPr lang="pt-BR" sz="2400" kern="0" baseline="30000" dirty="0">
                <a:latin typeface="Aptos" panose="020B0004020202020204" pitchFamily="34" charset="0"/>
                <a:cs typeface="Arial"/>
                <a:sym typeface="Symbol" panose="05050102010706020507" pitchFamily="18" charset="2"/>
              </a:rPr>
              <a:t>-</a:t>
            </a:r>
            <a:endParaRPr lang="en-US" altLang="pt-BR" sz="2400" dirty="0">
              <a:latin typeface="Aptos" panose="020B0004020202020204" pitchFamily="34" charset="0"/>
            </a:endParaRPr>
          </a:p>
          <a:p>
            <a:pPr marL="0" indent="0">
              <a:buNone/>
              <a:defRPr/>
            </a:pPr>
            <a:r>
              <a:rPr lang="en-US" altLang="pt-BR" sz="2400" dirty="0">
                <a:latin typeface="Aptos" panose="020B0004020202020204" pitchFamily="34" charset="0"/>
              </a:rPr>
              <a:t>                                                         HOAc </a:t>
            </a:r>
            <a:r>
              <a:rPr lang="pt-BR" altLang="pt-BR" sz="2400" dirty="0">
                <a:latin typeface="Aptos" panose="020B0004020202020204" pitchFamily="34" charset="0"/>
              </a:rPr>
              <a:t>⇌</a:t>
            </a:r>
            <a:r>
              <a:rPr lang="en-US" altLang="pt-BR" sz="2400" dirty="0">
                <a:latin typeface="Aptos" panose="020B0004020202020204" pitchFamily="34" charset="0"/>
              </a:rPr>
              <a:t>  H</a:t>
            </a:r>
            <a:r>
              <a:rPr lang="en-US" altLang="pt-BR" sz="2400" baseline="30000" dirty="0">
                <a:latin typeface="Aptos" panose="020B0004020202020204" pitchFamily="34" charset="0"/>
              </a:rPr>
              <a:t>+</a:t>
            </a:r>
            <a:r>
              <a:rPr lang="en-US" altLang="pt-BR" sz="2400" dirty="0">
                <a:latin typeface="Aptos" panose="020B0004020202020204" pitchFamily="34" charset="0"/>
              </a:rPr>
              <a:t> + </a:t>
            </a:r>
            <a:r>
              <a:rPr lang="en-US" altLang="pt-BR" sz="2400" dirty="0" err="1">
                <a:latin typeface="Aptos" panose="020B0004020202020204" pitchFamily="34" charset="0"/>
              </a:rPr>
              <a:t>OAc</a:t>
            </a:r>
            <a:r>
              <a:rPr lang="en-US" altLang="pt-BR" sz="2400" baseline="30000" dirty="0">
                <a:latin typeface="Aptos" panose="020B0004020202020204" pitchFamily="34" charset="0"/>
              </a:rPr>
              <a:t>- </a:t>
            </a:r>
            <a:r>
              <a:rPr lang="en-US" altLang="pt-BR" sz="2400" dirty="0">
                <a:latin typeface="Aptos" panose="020B0004020202020204" pitchFamily="34" charset="0"/>
              </a:rPr>
              <a:t>        </a:t>
            </a:r>
            <a:r>
              <a:rPr lang="pt-BR" altLang="pt-BR" sz="2400" dirty="0">
                <a:latin typeface="Aptos" panose="020B0004020202020204" pitchFamily="34" charset="0"/>
              </a:rPr>
              <a:t>K</a:t>
            </a:r>
            <a:r>
              <a:rPr lang="pt-BR" altLang="pt-BR" sz="2400" baseline="-25000" dirty="0">
                <a:latin typeface="Aptos" panose="020B0004020202020204" pitchFamily="34" charset="0"/>
              </a:rPr>
              <a:t>a</a:t>
            </a:r>
            <a:r>
              <a:rPr lang="pt-BR" altLang="pt-BR" sz="2400" dirty="0">
                <a:latin typeface="Aptos" panose="020B0004020202020204" pitchFamily="34" charset="0"/>
              </a:rPr>
              <a:t> = 1,75 x 10</a:t>
            </a:r>
            <a:r>
              <a:rPr lang="pt-BR" altLang="pt-BR" sz="2400" baseline="30000" dirty="0">
                <a:latin typeface="Aptos" panose="020B0004020202020204" pitchFamily="34" charset="0"/>
              </a:rPr>
              <a:t>-5</a:t>
            </a:r>
            <a:endParaRPr lang="en-US" altLang="pt-BR" sz="2400" dirty="0">
              <a:latin typeface="Aptos" panose="020B0004020202020204" pitchFamily="34" charset="0"/>
            </a:endParaRPr>
          </a:p>
          <a:p>
            <a:pPr algn="ctr">
              <a:buNone/>
              <a:defRPr/>
            </a:pPr>
            <a:r>
              <a:rPr lang="pt-BR" altLang="pt-BR" sz="2400" dirty="0" err="1">
                <a:latin typeface="Aptos" panose="020B0004020202020204" pitchFamily="34" charset="0"/>
              </a:rPr>
              <a:t>OAc</a:t>
            </a:r>
            <a:r>
              <a:rPr lang="pt-BR" altLang="pt-BR" sz="2400" baseline="30000" dirty="0">
                <a:latin typeface="Aptos" panose="020B0004020202020204" pitchFamily="34" charset="0"/>
              </a:rPr>
              <a:t>-</a:t>
            </a:r>
            <a:r>
              <a:rPr lang="pt-BR" altLang="pt-BR" sz="2400" dirty="0">
                <a:latin typeface="Aptos" panose="020B0004020202020204" pitchFamily="34" charset="0"/>
              </a:rPr>
              <a:t> + H</a:t>
            </a:r>
            <a:r>
              <a:rPr lang="pt-BR" altLang="pt-BR" sz="2400" baseline="-25000" dirty="0">
                <a:latin typeface="Aptos" panose="020B0004020202020204" pitchFamily="34" charset="0"/>
              </a:rPr>
              <a:t>2</a:t>
            </a:r>
            <a:r>
              <a:rPr lang="pt-BR" altLang="pt-BR" sz="2400" dirty="0">
                <a:latin typeface="Aptos" panose="020B0004020202020204" pitchFamily="34" charset="0"/>
              </a:rPr>
              <a:t>O ⇌ </a:t>
            </a:r>
            <a:r>
              <a:rPr lang="pt-BR" altLang="pt-BR" sz="2400" dirty="0" err="1">
                <a:latin typeface="Aptos" panose="020B0004020202020204" pitchFamily="34" charset="0"/>
              </a:rPr>
              <a:t>HOAc</a:t>
            </a:r>
            <a:r>
              <a:rPr lang="pt-BR" altLang="pt-BR" sz="2400" dirty="0">
                <a:latin typeface="Aptos" panose="020B0004020202020204" pitchFamily="34" charset="0"/>
              </a:rPr>
              <a:t> + OH</a:t>
            </a:r>
            <a:r>
              <a:rPr lang="pt-BR" altLang="pt-BR" sz="2400" baseline="30000" dirty="0">
                <a:latin typeface="Aptos" panose="020B0004020202020204" pitchFamily="34" charset="0"/>
              </a:rPr>
              <a:t>-</a:t>
            </a:r>
            <a:r>
              <a:rPr lang="pt-BR" altLang="pt-BR" sz="2400" dirty="0">
                <a:latin typeface="Aptos" panose="020B0004020202020204" pitchFamily="34" charset="0"/>
              </a:rPr>
              <a:t>      </a:t>
            </a:r>
            <a:r>
              <a:rPr lang="pt-BR" altLang="pt-BR" sz="2400" dirty="0" err="1">
                <a:latin typeface="Aptos" panose="020B0004020202020204" pitchFamily="34" charset="0"/>
              </a:rPr>
              <a:t>K</a:t>
            </a:r>
            <a:r>
              <a:rPr lang="pt-BR" altLang="pt-BR" sz="2400" baseline="-25000" dirty="0" err="1">
                <a:latin typeface="Aptos" panose="020B0004020202020204" pitchFamily="34" charset="0"/>
              </a:rPr>
              <a:t>h</a:t>
            </a:r>
            <a:r>
              <a:rPr lang="pt-BR" altLang="pt-BR" sz="2400" dirty="0">
                <a:latin typeface="Aptos" panose="020B0004020202020204" pitchFamily="34" charset="0"/>
              </a:rPr>
              <a:t> = 5,71 x 10</a:t>
            </a:r>
            <a:r>
              <a:rPr lang="pt-BR" altLang="pt-BR" sz="2400" baseline="30000" dirty="0">
                <a:latin typeface="Aptos" panose="020B0004020202020204" pitchFamily="34" charset="0"/>
              </a:rPr>
              <a:t>-10</a:t>
            </a:r>
            <a:endParaRPr lang="en-US" altLang="pt-BR" sz="2400" dirty="0">
              <a:latin typeface="Aptos" panose="020B0004020202020204" pitchFamily="34" charset="0"/>
            </a:endParaRPr>
          </a:p>
          <a:p>
            <a:pPr marL="44450" indent="0">
              <a:buNone/>
            </a:pPr>
            <a:r>
              <a:rPr lang="pt-BR" altLang="pt-BR" sz="2400" dirty="0">
                <a:latin typeface="Aptos" panose="020B0004020202020204" pitchFamily="34" charset="0"/>
              </a:rPr>
              <a:t>                                                          H</a:t>
            </a:r>
            <a:r>
              <a:rPr lang="pt-BR" altLang="pt-BR" sz="2400" baseline="-25000" dirty="0">
                <a:latin typeface="Aptos" panose="020B0004020202020204" pitchFamily="34" charset="0"/>
              </a:rPr>
              <a:t>2</a:t>
            </a:r>
            <a:r>
              <a:rPr lang="pt-BR" altLang="pt-BR" sz="2400" dirty="0">
                <a:latin typeface="Aptos" panose="020B0004020202020204" pitchFamily="34" charset="0"/>
              </a:rPr>
              <a:t>O  ⇌ H</a:t>
            </a:r>
            <a:r>
              <a:rPr lang="pt-BR" altLang="pt-BR" sz="2400" baseline="30000" dirty="0">
                <a:latin typeface="Aptos" panose="020B0004020202020204" pitchFamily="34" charset="0"/>
              </a:rPr>
              <a:t>+</a:t>
            </a:r>
            <a:r>
              <a:rPr lang="pt-BR" altLang="pt-BR" sz="2400" dirty="0">
                <a:latin typeface="Aptos" panose="020B0004020202020204" pitchFamily="34" charset="0"/>
              </a:rPr>
              <a:t> + OH</a:t>
            </a:r>
            <a:r>
              <a:rPr lang="pt-BR" altLang="pt-BR" sz="2400" baseline="30000" dirty="0">
                <a:latin typeface="Aptos" panose="020B0004020202020204" pitchFamily="34" charset="0"/>
              </a:rPr>
              <a:t>-                    </a:t>
            </a:r>
            <a:r>
              <a:rPr lang="pt-BR" altLang="pt-BR" sz="2400" dirty="0">
                <a:latin typeface="Aptos" panose="020B0004020202020204" pitchFamily="34" charset="0"/>
              </a:rPr>
              <a:t>K</a:t>
            </a:r>
            <a:r>
              <a:rPr lang="pt-BR" altLang="pt-BR" sz="2400" baseline="-25000" dirty="0">
                <a:latin typeface="Aptos" panose="020B0004020202020204" pitchFamily="34" charset="0"/>
              </a:rPr>
              <a:t>w</a:t>
            </a:r>
            <a:r>
              <a:rPr lang="pt-BR" altLang="pt-BR" sz="2400" dirty="0">
                <a:latin typeface="Aptos" panose="020B0004020202020204" pitchFamily="34" charset="0"/>
              </a:rPr>
              <a:t> = 1,00 x 10</a:t>
            </a:r>
            <a:r>
              <a:rPr lang="pt-BR" altLang="pt-BR" sz="2400" baseline="30000" dirty="0">
                <a:latin typeface="Aptos" panose="020B0004020202020204" pitchFamily="34" charset="0"/>
              </a:rPr>
              <a:t>-14</a:t>
            </a:r>
          </a:p>
          <a:p>
            <a:pPr marL="44450" indent="0" algn="ctr">
              <a:buNone/>
            </a:pPr>
            <a:endParaRPr lang="pt-BR" altLang="pt-BR" sz="2400" baseline="30000" dirty="0">
              <a:latin typeface="Aptos" panose="020B0004020202020204" pitchFamily="34" charset="0"/>
            </a:endParaRPr>
          </a:p>
          <a:p>
            <a:pPr marL="44450"/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Balanço de massas para Na</a:t>
            </a:r>
            <a:r>
              <a:rPr lang="pt-BR" sz="2400" baseline="30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+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: </a:t>
            </a:r>
            <a:r>
              <a:rPr lang="en-US" altLang="pt-BR" sz="2400" dirty="0">
                <a:latin typeface="Aptos" panose="020B0004020202020204" pitchFamily="34" charset="0"/>
              </a:rPr>
              <a:t>C</a:t>
            </a:r>
            <a:r>
              <a:rPr lang="en-US" altLang="pt-BR" sz="2400" baseline="-25000" dirty="0">
                <a:latin typeface="Aptos" panose="020B0004020202020204" pitchFamily="34" charset="0"/>
              </a:rPr>
              <a:t>s</a:t>
            </a:r>
            <a:r>
              <a:rPr lang="en-US" altLang="pt-BR" sz="2400" dirty="0">
                <a:latin typeface="Aptos" panose="020B0004020202020204" pitchFamily="34" charset="0"/>
              </a:rPr>
              <a:t> = [Na</a:t>
            </a:r>
            <a:r>
              <a:rPr lang="en-US" altLang="pt-BR" sz="2400" baseline="30000" dirty="0">
                <a:latin typeface="Aptos" panose="020B0004020202020204" pitchFamily="34" charset="0"/>
              </a:rPr>
              <a:t>+</a:t>
            </a:r>
            <a:r>
              <a:rPr lang="en-US" altLang="pt-BR" sz="2400" dirty="0">
                <a:latin typeface="Aptos" panose="020B0004020202020204" pitchFamily="34" charset="0"/>
              </a:rPr>
              <a:t>] </a:t>
            </a:r>
            <a:r>
              <a:rPr lang="en-US" altLang="pt-BR" sz="2400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(1)</a:t>
            </a:r>
          </a:p>
          <a:p>
            <a:pPr marL="44450" algn="ctr"/>
            <a:endParaRPr lang="en-US" altLang="pt-BR" sz="2400" dirty="0">
              <a:latin typeface="Aptos" panose="020B0004020202020204" pitchFamily="34" charset="0"/>
            </a:endParaRPr>
          </a:p>
          <a:p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Balanço de massas para </a:t>
            </a:r>
            <a:r>
              <a:rPr lang="pt-BR" sz="2400" dirty="0" err="1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OAc</a:t>
            </a:r>
            <a:r>
              <a:rPr lang="pt-BR" sz="2400" baseline="30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-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: </a:t>
            </a:r>
            <a:r>
              <a:rPr lang="en-US" altLang="pt-BR" sz="2400" dirty="0">
                <a:latin typeface="Aptos" panose="020B0004020202020204" pitchFamily="34" charset="0"/>
              </a:rPr>
              <a:t>C</a:t>
            </a:r>
            <a:r>
              <a:rPr lang="en-US" altLang="pt-BR" sz="2400" baseline="-25000" dirty="0">
                <a:latin typeface="Aptos" panose="020B0004020202020204" pitchFamily="34" charset="0"/>
              </a:rPr>
              <a:t>s</a:t>
            </a:r>
            <a:r>
              <a:rPr lang="en-US" altLang="pt-BR" sz="2400" dirty="0">
                <a:latin typeface="Aptos" panose="020B0004020202020204" pitchFamily="34" charset="0"/>
              </a:rPr>
              <a:t> + C</a:t>
            </a:r>
            <a:r>
              <a:rPr lang="en-US" altLang="pt-BR" sz="2400" baseline="-25000" dirty="0">
                <a:latin typeface="Aptos" panose="020B0004020202020204" pitchFamily="34" charset="0"/>
              </a:rPr>
              <a:t>a</a:t>
            </a:r>
            <a:r>
              <a:rPr lang="en-US" altLang="pt-BR" sz="2400" dirty="0">
                <a:latin typeface="Aptos" panose="020B0004020202020204" pitchFamily="34" charset="0"/>
              </a:rPr>
              <a:t> = [</a:t>
            </a:r>
            <a:r>
              <a:rPr lang="en-US" altLang="pt-BR" sz="2400" dirty="0" err="1">
                <a:latin typeface="Aptos" panose="020B0004020202020204" pitchFamily="34" charset="0"/>
              </a:rPr>
              <a:t>OAc</a:t>
            </a:r>
            <a:r>
              <a:rPr lang="en-US" altLang="pt-BR" sz="2400" baseline="30000" dirty="0">
                <a:latin typeface="Aptos" panose="020B0004020202020204" pitchFamily="34" charset="0"/>
              </a:rPr>
              <a:t>-</a:t>
            </a:r>
            <a:r>
              <a:rPr lang="en-US" altLang="pt-BR" sz="2400" dirty="0">
                <a:latin typeface="Aptos" panose="020B0004020202020204" pitchFamily="34" charset="0"/>
              </a:rPr>
              <a:t>] + [HOAc]  </a:t>
            </a:r>
            <a:r>
              <a:rPr lang="en-US" altLang="pt-BR" sz="2400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(2)</a:t>
            </a:r>
          </a:p>
          <a:p>
            <a:endParaRPr lang="en-US" altLang="pt-BR" sz="2400" dirty="0">
              <a:latin typeface="Aptos" panose="020B0004020202020204" pitchFamily="34" charset="0"/>
            </a:endParaRPr>
          </a:p>
          <a:p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Balanço de cargas: </a:t>
            </a:r>
            <a:r>
              <a:rPr lang="pt-BR" sz="2400" dirty="0">
                <a:latin typeface="Aptos" panose="020B0004020202020204" pitchFamily="34" charset="0"/>
              </a:rPr>
              <a:t>[</a:t>
            </a:r>
            <a:r>
              <a:rPr lang="en-US" altLang="pt-BR" sz="2400" dirty="0">
                <a:latin typeface="Aptos" panose="020B0004020202020204" pitchFamily="34" charset="0"/>
              </a:rPr>
              <a:t>Na</a:t>
            </a:r>
            <a:r>
              <a:rPr lang="en-US" altLang="pt-BR" sz="2400" baseline="30000" dirty="0">
                <a:latin typeface="Aptos" panose="020B0004020202020204" pitchFamily="34" charset="0"/>
              </a:rPr>
              <a:t>+</a:t>
            </a:r>
            <a:r>
              <a:rPr lang="en-US" altLang="pt-BR" sz="2400" dirty="0">
                <a:latin typeface="Aptos" panose="020B0004020202020204" pitchFamily="34" charset="0"/>
              </a:rPr>
              <a:t>] + [H</a:t>
            </a:r>
            <a:r>
              <a:rPr lang="en-US" altLang="pt-BR" sz="2400" baseline="30000" dirty="0">
                <a:latin typeface="Aptos" panose="020B0004020202020204" pitchFamily="34" charset="0"/>
              </a:rPr>
              <a:t>+</a:t>
            </a:r>
            <a:r>
              <a:rPr lang="en-US" altLang="pt-BR" sz="2400" dirty="0">
                <a:latin typeface="Aptos" panose="020B0004020202020204" pitchFamily="34" charset="0"/>
              </a:rPr>
              <a:t>] = [</a:t>
            </a:r>
            <a:r>
              <a:rPr lang="en-US" altLang="pt-BR" sz="2400" dirty="0" err="1">
                <a:latin typeface="Aptos" panose="020B0004020202020204" pitchFamily="34" charset="0"/>
              </a:rPr>
              <a:t>OAc</a:t>
            </a:r>
            <a:r>
              <a:rPr lang="en-US" altLang="pt-BR" sz="2400" baseline="30000" dirty="0">
                <a:latin typeface="Aptos" panose="020B0004020202020204" pitchFamily="34" charset="0"/>
              </a:rPr>
              <a:t>-</a:t>
            </a:r>
            <a:r>
              <a:rPr lang="en-US" altLang="pt-BR" sz="2400" dirty="0">
                <a:latin typeface="Aptos" panose="020B0004020202020204" pitchFamily="34" charset="0"/>
              </a:rPr>
              <a:t>] + [OH</a:t>
            </a:r>
            <a:r>
              <a:rPr lang="en-US" altLang="pt-BR" sz="2400" baseline="30000" dirty="0">
                <a:latin typeface="Aptos" panose="020B0004020202020204" pitchFamily="34" charset="0"/>
              </a:rPr>
              <a:t>-</a:t>
            </a:r>
            <a:r>
              <a:rPr lang="en-US" altLang="pt-BR" sz="2400" dirty="0">
                <a:latin typeface="Aptos" panose="020B0004020202020204" pitchFamily="34" charset="0"/>
              </a:rPr>
              <a:t>] </a:t>
            </a:r>
            <a:r>
              <a:rPr lang="en-US" altLang="pt-BR" sz="2400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(3)</a:t>
            </a:r>
            <a:r>
              <a:rPr lang="pt-BR" sz="2400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65557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B206D-6E38-DB96-4C3E-3CE14A69F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10AC1E4-9DBA-265C-3657-3ED13A4927F3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Cálculo de pH de solução tampão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97A51AC-1231-AA2F-04F6-516E57AAB54C}"/>
              </a:ext>
            </a:extLst>
          </p:cNvPr>
          <p:cNvSpPr txBox="1"/>
          <p:nvPr/>
        </p:nvSpPr>
        <p:spPr>
          <a:xfrm>
            <a:off x="332403" y="982177"/>
            <a:ext cx="11527192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Reorganizando </a:t>
            </a:r>
            <a:r>
              <a:rPr lang="pt-BR" sz="2400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(2)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: </a:t>
            </a:r>
            <a:r>
              <a:rPr lang="en-US" altLang="pt-BR" sz="2400" dirty="0">
                <a:latin typeface="Aptos" panose="020B0004020202020204" pitchFamily="34" charset="0"/>
              </a:rPr>
              <a:t>[</a:t>
            </a:r>
            <a:r>
              <a:rPr lang="en-US" altLang="pt-BR" sz="2400" dirty="0" err="1">
                <a:latin typeface="Aptos" panose="020B0004020202020204" pitchFamily="34" charset="0"/>
              </a:rPr>
              <a:t>OAc</a:t>
            </a:r>
            <a:r>
              <a:rPr lang="en-US" altLang="pt-BR" sz="2400" baseline="30000" dirty="0">
                <a:latin typeface="Aptos" panose="020B0004020202020204" pitchFamily="34" charset="0"/>
              </a:rPr>
              <a:t>-</a:t>
            </a:r>
            <a:r>
              <a:rPr lang="en-US" altLang="pt-BR" sz="2400" dirty="0">
                <a:latin typeface="Aptos" panose="020B0004020202020204" pitchFamily="34" charset="0"/>
              </a:rPr>
              <a:t>] = C</a:t>
            </a:r>
            <a:r>
              <a:rPr lang="en-US" altLang="pt-BR" sz="2400" baseline="-25000" dirty="0">
                <a:latin typeface="Aptos" panose="020B0004020202020204" pitchFamily="34" charset="0"/>
              </a:rPr>
              <a:t>s </a:t>
            </a:r>
            <a:r>
              <a:rPr lang="en-US" altLang="pt-BR" sz="2400" dirty="0">
                <a:latin typeface="Aptos" panose="020B0004020202020204" pitchFamily="34" charset="0"/>
              </a:rPr>
              <a:t>+ C</a:t>
            </a:r>
            <a:r>
              <a:rPr lang="en-US" altLang="pt-BR" sz="2400" baseline="-25000" dirty="0">
                <a:latin typeface="Aptos" panose="020B0004020202020204" pitchFamily="34" charset="0"/>
              </a:rPr>
              <a:t>a </a:t>
            </a:r>
            <a:r>
              <a:rPr lang="en-US" altLang="pt-BR" sz="2400" dirty="0">
                <a:latin typeface="Aptos" panose="020B0004020202020204" pitchFamily="34" charset="0"/>
              </a:rPr>
              <a:t> - [HOAc] </a:t>
            </a:r>
            <a:r>
              <a:rPr lang="en-US" altLang="pt-BR" sz="2400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(2a)</a:t>
            </a:r>
          </a:p>
          <a:p>
            <a:endParaRPr lang="pt-BR" sz="2400" dirty="0">
              <a:latin typeface="Aptos" panose="020B0004020202020204" pitchFamily="34" charset="0"/>
            </a:endParaRPr>
          </a:p>
          <a:p>
            <a:r>
              <a:rPr lang="en-US" altLang="pt-BR" sz="2400" dirty="0" err="1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Substituindo</a:t>
            </a:r>
            <a:r>
              <a:rPr lang="en-US" alt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altLang="pt-BR" sz="2400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(1) </a:t>
            </a:r>
            <a:r>
              <a:rPr lang="en-US" alt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e </a:t>
            </a:r>
            <a:r>
              <a:rPr lang="en-US" altLang="pt-BR" sz="2400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(2a) </a:t>
            </a:r>
            <a:r>
              <a:rPr lang="en-US" altLang="pt-BR" sz="2400" dirty="0" err="1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em</a:t>
            </a:r>
            <a:r>
              <a:rPr lang="en-US" alt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altLang="pt-BR" sz="2400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(3)</a:t>
            </a:r>
            <a:r>
              <a:rPr lang="en-US" alt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:</a:t>
            </a:r>
          </a:p>
          <a:p>
            <a:endParaRPr lang="pt-BR" altLang="pt-BR" sz="2400" dirty="0">
              <a:solidFill>
                <a:srgbClr val="002060"/>
              </a:solidFill>
              <a:latin typeface="Aptos" panose="020B0004020202020204" pitchFamily="34" charset="0"/>
            </a:endParaRPr>
          </a:p>
          <a:p>
            <a:r>
              <a:rPr lang="en-US" altLang="pt-BR" sz="2400" dirty="0">
                <a:latin typeface="Aptos" panose="020B0004020202020204" pitchFamily="34" charset="0"/>
              </a:rPr>
              <a:t>C</a:t>
            </a:r>
            <a:r>
              <a:rPr lang="en-US" altLang="pt-BR" sz="2400" baseline="-25000" dirty="0">
                <a:latin typeface="Aptos" panose="020B0004020202020204" pitchFamily="34" charset="0"/>
              </a:rPr>
              <a:t>s </a:t>
            </a:r>
            <a:r>
              <a:rPr lang="en-US" altLang="pt-BR" sz="2400" dirty="0">
                <a:latin typeface="Aptos" panose="020B0004020202020204" pitchFamily="34" charset="0"/>
              </a:rPr>
              <a:t>+ [H</a:t>
            </a:r>
            <a:r>
              <a:rPr lang="en-US" altLang="pt-BR" sz="2400" baseline="30000" dirty="0">
                <a:latin typeface="Aptos" panose="020B0004020202020204" pitchFamily="34" charset="0"/>
              </a:rPr>
              <a:t>+</a:t>
            </a:r>
            <a:r>
              <a:rPr lang="en-US" altLang="pt-BR" sz="2400" dirty="0">
                <a:latin typeface="Aptos" panose="020B0004020202020204" pitchFamily="34" charset="0"/>
              </a:rPr>
              <a:t>] = C</a:t>
            </a:r>
            <a:r>
              <a:rPr lang="en-US" altLang="pt-BR" sz="2400" baseline="-25000" dirty="0">
                <a:latin typeface="Aptos" panose="020B0004020202020204" pitchFamily="34" charset="0"/>
              </a:rPr>
              <a:t>s</a:t>
            </a:r>
            <a:r>
              <a:rPr lang="en-US" altLang="pt-BR" sz="2400" dirty="0">
                <a:latin typeface="Aptos" panose="020B0004020202020204" pitchFamily="34" charset="0"/>
              </a:rPr>
              <a:t> + C</a:t>
            </a:r>
            <a:r>
              <a:rPr lang="en-US" altLang="pt-BR" sz="2400" baseline="-25000" dirty="0">
                <a:latin typeface="Aptos" panose="020B0004020202020204" pitchFamily="34" charset="0"/>
              </a:rPr>
              <a:t>a </a:t>
            </a:r>
            <a:r>
              <a:rPr lang="en-US" altLang="pt-BR" sz="2400" dirty="0">
                <a:latin typeface="Aptos" panose="020B0004020202020204" pitchFamily="34" charset="0"/>
              </a:rPr>
              <a:t>- [HOAc] + [OH</a:t>
            </a:r>
            <a:r>
              <a:rPr lang="en-US" altLang="pt-BR" sz="2400" baseline="30000" dirty="0">
                <a:latin typeface="Aptos" panose="020B0004020202020204" pitchFamily="34" charset="0"/>
              </a:rPr>
              <a:t>-</a:t>
            </a:r>
            <a:r>
              <a:rPr lang="en-US" altLang="pt-BR" sz="2400" dirty="0">
                <a:latin typeface="Aptos" panose="020B0004020202020204" pitchFamily="34" charset="0"/>
              </a:rPr>
              <a:t>] </a:t>
            </a:r>
            <a:r>
              <a:rPr lang="pt-BR" sz="2400" kern="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/>
                <a:sym typeface="Symbol" panose="05050102010706020507" pitchFamily="18" charset="2"/>
              </a:rPr>
              <a:t> </a:t>
            </a:r>
            <a:r>
              <a:rPr lang="en-US" altLang="pt-BR" sz="2400" dirty="0">
                <a:latin typeface="Aptos" panose="020B0004020202020204" pitchFamily="34" charset="0"/>
              </a:rPr>
              <a:t>[H</a:t>
            </a:r>
            <a:r>
              <a:rPr lang="en-US" altLang="pt-BR" sz="2400" baseline="30000" dirty="0">
                <a:latin typeface="Aptos" panose="020B0004020202020204" pitchFamily="34" charset="0"/>
              </a:rPr>
              <a:t>+</a:t>
            </a:r>
            <a:r>
              <a:rPr lang="en-US" altLang="pt-BR" sz="2400" dirty="0">
                <a:latin typeface="Aptos" panose="020B0004020202020204" pitchFamily="34" charset="0"/>
              </a:rPr>
              <a:t>] = C</a:t>
            </a:r>
            <a:r>
              <a:rPr lang="en-US" altLang="pt-BR" sz="2400" baseline="-25000" dirty="0">
                <a:latin typeface="Aptos" panose="020B0004020202020204" pitchFamily="34" charset="0"/>
              </a:rPr>
              <a:t>a </a:t>
            </a:r>
            <a:r>
              <a:rPr lang="en-US" altLang="pt-BR" sz="2400" dirty="0">
                <a:latin typeface="Aptos" panose="020B0004020202020204" pitchFamily="34" charset="0"/>
              </a:rPr>
              <a:t>- [HOAc] + [OH</a:t>
            </a:r>
            <a:r>
              <a:rPr lang="en-US" altLang="pt-BR" sz="2400" baseline="30000" dirty="0">
                <a:latin typeface="Aptos" panose="020B0004020202020204" pitchFamily="34" charset="0"/>
              </a:rPr>
              <a:t>-</a:t>
            </a:r>
            <a:r>
              <a:rPr lang="en-US" altLang="pt-BR" sz="2400" dirty="0">
                <a:latin typeface="Aptos" panose="020B0004020202020204" pitchFamily="34" charset="0"/>
              </a:rPr>
              <a:t>] </a:t>
            </a:r>
            <a:r>
              <a:rPr lang="en-US" altLang="pt-BR" sz="2400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(4)</a:t>
            </a:r>
          </a:p>
          <a:p>
            <a:endParaRPr lang="en-US" altLang="pt-BR" sz="2400" dirty="0">
              <a:latin typeface="Aptos" panose="020B0004020202020204" pitchFamily="34" charset="0"/>
            </a:endParaRPr>
          </a:p>
          <a:p>
            <a:r>
              <a:rPr lang="en-US" altLang="pt-BR" sz="2400" dirty="0" err="1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Rearranjando</a:t>
            </a:r>
            <a:r>
              <a:rPr lang="en-US" alt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 (4):</a:t>
            </a:r>
          </a:p>
          <a:p>
            <a:endParaRPr lang="en-US" altLang="pt-BR" sz="2400" dirty="0">
              <a:solidFill>
                <a:srgbClr val="002060"/>
              </a:solidFill>
              <a:latin typeface="Aptos" panose="020B0004020202020204" pitchFamily="34" charset="0"/>
            </a:endParaRPr>
          </a:p>
          <a:p>
            <a:r>
              <a:rPr lang="en-US" altLang="pt-BR" sz="2400" dirty="0">
                <a:latin typeface="Aptos" panose="020B0004020202020204" pitchFamily="34" charset="0"/>
              </a:rPr>
              <a:t>[HOAc] = C</a:t>
            </a:r>
            <a:r>
              <a:rPr lang="en-US" altLang="pt-BR" sz="2400" baseline="-25000" dirty="0">
                <a:latin typeface="Aptos" panose="020B0004020202020204" pitchFamily="34" charset="0"/>
              </a:rPr>
              <a:t>a</a:t>
            </a:r>
            <a:r>
              <a:rPr lang="en-US" altLang="pt-BR" sz="2400" dirty="0">
                <a:latin typeface="Aptos" panose="020B0004020202020204" pitchFamily="34" charset="0"/>
              </a:rPr>
              <a:t> + [OH</a:t>
            </a:r>
            <a:r>
              <a:rPr lang="en-US" altLang="pt-BR" sz="2400" baseline="30000" dirty="0">
                <a:latin typeface="Aptos" panose="020B0004020202020204" pitchFamily="34" charset="0"/>
              </a:rPr>
              <a:t>-</a:t>
            </a:r>
            <a:r>
              <a:rPr lang="en-US" altLang="pt-BR" sz="2400" dirty="0">
                <a:latin typeface="Aptos" panose="020B0004020202020204" pitchFamily="34" charset="0"/>
              </a:rPr>
              <a:t>] - [H</a:t>
            </a:r>
            <a:r>
              <a:rPr lang="en-US" altLang="pt-BR" sz="2400" baseline="30000" dirty="0">
                <a:latin typeface="Aptos" panose="020B0004020202020204" pitchFamily="34" charset="0"/>
              </a:rPr>
              <a:t>+</a:t>
            </a:r>
            <a:r>
              <a:rPr lang="en-US" altLang="pt-BR" sz="2400" dirty="0">
                <a:latin typeface="Aptos" panose="020B0004020202020204" pitchFamily="34" charset="0"/>
              </a:rPr>
              <a:t>] </a:t>
            </a:r>
            <a:r>
              <a:rPr lang="en-US" altLang="pt-BR" sz="2400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(4a)</a:t>
            </a:r>
            <a:r>
              <a:rPr lang="en-US" altLang="pt-BR" sz="2400" dirty="0">
                <a:latin typeface="Aptos" panose="020B0004020202020204" pitchFamily="34" charset="0"/>
              </a:rPr>
              <a:t> </a:t>
            </a:r>
          </a:p>
          <a:p>
            <a:endParaRPr lang="en-US" sz="2400" dirty="0">
              <a:latin typeface="Aptos" panose="020B0004020202020204" pitchFamily="34" charset="0"/>
            </a:endParaRPr>
          </a:p>
          <a:p>
            <a:r>
              <a:rPr lang="en-US" altLang="pt-BR" sz="2400" dirty="0" err="1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Substituindo</a:t>
            </a:r>
            <a:r>
              <a:rPr lang="en-US" alt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altLang="pt-BR" sz="2400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(4a) </a:t>
            </a:r>
            <a:r>
              <a:rPr lang="en-US" altLang="pt-BR" sz="2400" dirty="0" err="1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em</a:t>
            </a:r>
            <a:r>
              <a:rPr lang="en-US" alt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altLang="pt-BR" sz="2400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(2a)</a:t>
            </a:r>
            <a:r>
              <a:rPr lang="en-US" alt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:</a:t>
            </a:r>
          </a:p>
          <a:p>
            <a:endParaRPr lang="pt-BR" sz="2400" dirty="0">
              <a:latin typeface="Aptos" panose="020B0004020202020204" pitchFamily="34" charset="0"/>
            </a:endParaRPr>
          </a:p>
          <a:p>
            <a:r>
              <a:rPr lang="en-US" altLang="pt-BR" sz="2400" dirty="0">
                <a:latin typeface="Aptos" panose="020B0004020202020204" pitchFamily="34" charset="0"/>
              </a:rPr>
              <a:t> [</a:t>
            </a:r>
            <a:r>
              <a:rPr lang="en-US" altLang="pt-BR" sz="2400" dirty="0" err="1">
                <a:latin typeface="Aptos" panose="020B0004020202020204" pitchFamily="34" charset="0"/>
              </a:rPr>
              <a:t>OAc</a:t>
            </a:r>
            <a:r>
              <a:rPr lang="en-US" altLang="pt-BR" sz="2400" baseline="30000" dirty="0">
                <a:latin typeface="Aptos" panose="020B0004020202020204" pitchFamily="34" charset="0"/>
              </a:rPr>
              <a:t>-</a:t>
            </a:r>
            <a:r>
              <a:rPr lang="en-US" altLang="pt-BR" sz="2400" dirty="0">
                <a:latin typeface="Aptos" panose="020B0004020202020204" pitchFamily="34" charset="0"/>
              </a:rPr>
              <a:t>] = C</a:t>
            </a:r>
            <a:r>
              <a:rPr lang="en-US" altLang="pt-BR" sz="2400" baseline="-25000" dirty="0">
                <a:latin typeface="Aptos" panose="020B0004020202020204" pitchFamily="34" charset="0"/>
              </a:rPr>
              <a:t>s </a:t>
            </a:r>
            <a:r>
              <a:rPr lang="en-US" altLang="pt-BR" sz="2400" dirty="0">
                <a:latin typeface="Aptos" panose="020B0004020202020204" pitchFamily="34" charset="0"/>
              </a:rPr>
              <a:t>+ C</a:t>
            </a:r>
            <a:r>
              <a:rPr lang="en-US" altLang="pt-BR" sz="2400" baseline="-25000" dirty="0">
                <a:latin typeface="Aptos" panose="020B0004020202020204" pitchFamily="34" charset="0"/>
              </a:rPr>
              <a:t>a </a:t>
            </a:r>
            <a:r>
              <a:rPr lang="en-US" altLang="pt-BR" sz="2400" dirty="0">
                <a:latin typeface="Aptos" panose="020B0004020202020204" pitchFamily="34" charset="0"/>
              </a:rPr>
              <a:t> - (C</a:t>
            </a:r>
            <a:r>
              <a:rPr lang="en-US" altLang="pt-BR" sz="2400" baseline="-25000" dirty="0">
                <a:latin typeface="Aptos" panose="020B0004020202020204" pitchFamily="34" charset="0"/>
              </a:rPr>
              <a:t>a</a:t>
            </a:r>
            <a:r>
              <a:rPr lang="en-US" altLang="pt-BR" sz="2400" dirty="0">
                <a:latin typeface="Aptos" panose="020B0004020202020204" pitchFamily="34" charset="0"/>
              </a:rPr>
              <a:t> + [OH</a:t>
            </a:r>
            <a:r>
              <a:rPr lang="en-US" altLang="pt-BR" sz="2400" baseline="30000" dirty="0">
                <a:latin typeface="Aptos" panose="020B0004020202020204" pitchFamily="34" charset="0"/>
              </a:rPr>
              <a:t>-</a:t>
            </a:r>
            <a:r>
              <a:rPr lang="en-US" altLang="pt-BR" sz="2400" dirty="0">
                <a:latin typeface="Aptos" panose="020B0004020202020204" pitchFamily="34" charset="0"/>
              </a:rPr>
              <a:t>] -[H</a:t>
            </a:r>
            <a:r>
              <a:rPr lang="en-US" altLang="pt-BR" sz="2400" baseline="30000" dirty="0">
                <a:latin typeface="Aptos" panose="020B0004020202020204" pitchFamily="34" charset="0"/>
              </a:rPr>
              <a:t>+</a:t>
            </a:r>
            <a:r>
              <a:rPr lang="en-US" altLang="pt-BR" sz="2400" dirty="0">
                <a:latin typeface="Aptos" panose="020B0004020202020204" pitchFamily="34" charset="0"/>
              </a:rPr>
              <a:t>]) </a:t>
            </a:r>
            <a:r>
              <a:rPr lang="pt-BR" sz="2400" kern="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/>
                <a:sym typeface="Symbol" panose="05050102010706020507" pitchFamily="18" charset="2"/>
              </a:rPr>
              <a:t> </a:t>
            </a:r>
            <a:r>
              <a:rPr lang="en-US" altLang="pt-BR" sz="2400" dirty="0">
                <a:latin typeface="Aptos" panose="020B0004020202020204" pitchFamily="34" charset="0"/>
              </a:rPr>
              <a:t> [</a:t>
            </a:r>
            <a:r>
              <a:rPr lang="en-US" altLang="pt-BR" sz="2400" dirty="0" err="1">
                <a:latin typeface="Aptos" panose="020B0004020202020204" pitchFamily="34" charset="0"/>
              </a:rPr>
              <a:t>OAc</a:t>
            </a:r>
            <a:r>
              <a:rPr lang="en-US" altLang="pt-BR" sz="2400" baseline="30000" dirty="0">
                <a:latin typeface="Aptos" panose="020B0004020202020204" pitchFamily="34" charset="0"/>
              </a:rPr>
              <a:t>-</a:t>
            </a:r>
            <a:r>
              <a:rPr lang="en-US" altLang="pt-BR" sz="2400" dirty="0">
                <a:latin typeface="Aptos" panose="020B0004020202020204" pitchFamily="34" charset="0"/>
              </a:rPr>
              <a:t>] = C</a:t>
            </a:r>
            <a:r>
              <a:rPr lang="en-US" altLang="pt-BR" sz="2400" baseline="-25000" dirty="0">
                <a:latin typeface="Aptos" panose="020B0004020202020204" pitchFamily="34" charset="0"/>
              </a:rPr>
              <a:t>s</a:t>
            </a:r>
            <a:r>
              <a:rPr lang="en-US" altLang="pt-BR" sz="2400" dirty="0">
                <a:latin typeface="Aptos" panose="020B0004020202020204" pitchFamily="34" charset="0"/>
              </a:rPr>
              <a:t> - [OH</a:t>
            </a:r>
            <a:r>
              <a:rPr lang="en-US" altLang="pt-BR" sz="2400" baseline="30000" dirty="0">
                <a:latin typeface="Aptos" panose="020B0004020202020204" pitchFamily="34" charset="0"/>
              </a:rPr>
              <a:t>-</a:t>
            </a:r>
            <a:r>
              <a:rPr lang="en-US" altLang="pt-BR" sz="2400" dirty="0">
                <a:latin typeface="Aptos" panose="020B0004020202020204" pitchFamily="34" charset="0"/>
              </a:rPr>
              <a:t>] + [H</a:t>
            </a:r>
            <a:r>
              <a:rPr lang="en-US" altLang="pt-BR" sz="2400" baseline="30000" dirty="0">
                <a:latin typeface="Aptos" panose="020B0004020202020204" pitchFamily="34" charset="0"/>
              </a:rPr>
              <a:t>+</a:t>
            </a:r>
            <a:r>
              <a:rPr lang="en-US" altLang="pt-BR" sz="2400" dirty="0">
                <a:latin typeface="Aptos" panose="020B0004020202020204" pitchFamily="34" charset="0"/>
              </a:rPr>
              <a:t>] </a:t>
            </a:r>
            <a:r>
              <a:rPr lang="en-US" altLang="pt-BR" sz="2400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(5)</a:t>
            </a:r>
            <a:endParaRPr lang="pt-BR" sz="2400" dirty="0">
              <a:latin typeface="Aptos" panose="020B0004020202020204" pitchFamily="34" charset="0"/>
            </a:endParaRP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46A35D57-8BA3-EA23-AA2A-45C1BB127920}"/>
              </a:ext>
            </a:extLst>
          </p:cNvPr>
          <p:cNvCxnSpPr/>
          <p:nvPr/>
        </p:nvCxnSpPr>
        <p:spPr>
          <a:xfrm flipV="1">
            <a:off x="441262" y="2489126"/>
            <a:ext cx="261257" cy="402771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69F2F25F-7230-791C-C808-02FAA9BB48CE}"/>
              </a:ext>
            </a:extLst>
          </p:cNvPr>
          <p:cNvCxnSpPr/>
          <p:nvPr/>
        </p:nvCxnSpPr>
        <p:spPr>
          <a:xfrm flipV="1">
            <a:off x="1894892" y="2489125"/>
            <a:ext cx="261257" cy="402771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7BB767E2-5996-4C27-992E-A668267DF2FD}"/>
              </a:ext>
            </a:extLst>
          </p:cNvPr>
          <p:cNvCxnSpPr/>
          <p:nvPr/>
        </p:nvCxnSpPr>
        <p:spPr>
          <a:xfrm flipV="1">
            <a:off x="2140209" y="5401935"/>
            <a:ext cx="261257" cy="402771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BF2872EB-6C67-9A33-F9E6-059A683475D3}"/>
              </a:ext>
            </a:extLst>
          </p:cNvPr>
          <p:cNvCxnSpPr/>
          <p:nvPr/>
        </p:nvCxnSpPr>
        <p:spPr>
          <a:xfrm flipV="1">
            <a:off x="2874607" y="5401934"/>
            <a:ext cx="261257" cy="402771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917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E4A5D-4C36-C7BE-6E47-033B89691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9227FA0-227A-42A3-C3D8-221E39910915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Cálculo de pH de solução tampão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9A05A586-8746-A447-7603-502CBD987814}"/>
                  </a:ext>
                </a:extLst>
              </p:cNvPr>
              <p:cNvSpPr txBox="1"/>
              <p:nvPr/>
            </p:nvSpPr>
            <p:spPr>
              <a:xfrm>
                <a:off x="332403" y="946493"/>
                <a:ext cx="11527192" cy="56043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/>
                </a:pPr>
                <a:r>
                  <a:rPr lang="en-US" altLang="pt-BR" sz="2400" dirty="0">
                    <a:latin typeface="Aptos" panose="020B0004020202020204" pitchFamily="34" charset="0"/>
                  </a:rPr>
                  <a:t>HOAc </a:t>
                </a:r>
                <a:r>
                  <a:rPr lang="pt-BR" altLang="pt-BR" sz="2400" dirty="0">
                    <a:latin typeface="Aptos" panose="020B0004020202020204" pitchFamily="34" charset="0"/>
                  </a:rPr>
                  <a:t>⇌</a:t>
                </a:r>
                <a:r>
                  <a:rPr lang="en-US" altLang="pt-BR" sz="2400" dirty="0">
                    <a:latin typeface="Aptos" panose="020B0004020202020204" pitchFamily="34" charset="0"/>
                  </a:rPr>
                  <a:t>  H</a:t>
                </a:r>
                <a:r>
                  <a:rPr lang="en-US" altLang="pt-BR" sz="2400" baseline="30000" dirty="0">
                    <a:latin typeface="Aptos" panose="020B0004020202020204" pitchFamily="34" charset="0"/>
                  </a:rPr>
                  <a:t>+</a:t>
                </a:r>
                <a:r>
                  <a:rPr lang="en-US" altLang="pt-BR" sz="2400" dirty="0">
                    <a:latin typeface="Aptos" panose="020B0004020202020204" pitchFamily="34" charset="0"/>
                  </a:rPr>
                  <a:t> + </a:t>
                </a:r>
                <a:r>
                  <a:rPr lang="en-US" altLang="pt-BR" sz="2400" dirty="0" err="1">
                    <a:latin typeface="Aptos" panose="020B0004020202020204" pitchFamily="34" charset="0"/>
                  </a:rPr>
                  <a:t>OAc</a:t>
                </a:r>
                <a:r>
                  <a:rPr lang="en-US" altLang="pt-BR" sz="2400" baseline="30000" dirty="0">
                    <a:latin typeface="Aptos" panose="020B0004020202020204" pitchFamily="34" charset="0"/>
                  </a:rPr>
                  <a:t>- </a:t>
                </a:r>
                <a:r>
                  <a:rPr lang="en-US" altLang="pt-BR" sz="2400" dirty="0">
                    <a:latin typeface="Aptos" panose="020B0004020202020204" pitchFamily="34" charset="0"/>
                  </a:rPr>
                  <a:t>    </a:t>
                </a:r>
                <a:r>
                  <a:rPr lang="pt-BR" altLang="pt-BR" sz="2400" dirty="0">
                    <a:latin typeface="Aptos" panose="020B0004020202020204" pitchFamily="34" charset="0"/>
                  </a:rPr>
                  <a:t>K</a:t>
                </a:r>
                <a:r>
                  <a:rPr lang="pt-BR" altLang="pt-BR" sz="2400" baseline="-25000" dirty="0">
                    <a:latin typeface="Aptos" panose="020B0004020202020204" pitchFamily="34" charset="0"/>
                  </a:rPr>
                  <a:t>a </a:t>
                </a:r>
                <a:r>
                  <a:rPr lang="pt-BR" altLang="pt-BR" sz="2400" dirty="0">
                    <a:latin typeface="Aptos" panose="020B0004020202020204" pitchFamily="34" charset="0"/>
                  </a:rPr>
                  <a:t>= 1,75 x 10</a:t>
                </a:r>
                <a:r>
                  <a:rPr lang="pt-BR" altLang="pt-BR" sz="2400" baseline="30000" dirty="0">
                    <a:latin typeface="Aptos" panose="020B0004020202020204" pitchFamily="34" charset="0"/>
                  </a:rPr>
                  <a:t>-5</a:t>
                </a:r>
                <a:r>
                  <a:rPr lang="pt-BR" sz="2400" dirty="0">
                    <a:latin typeface="Aptos" panose="020B0004020202020204" pitchFamily="34" charset="0"/>
                    <a:cs typeface="Arial" charset="0"/>
                  </a:rPr>
                  <a:t> 			K</a:t>
                </a:r>
                <a:r>
                  <a:rPr lang="pt-BR" sz="2400" baseline="-25000" dirty="0">
                    <a:latin typeface="Aptos" panose="020B0004020202020204" pitchFamily="34" charset="0"/>
                    <a:cs typeface="Arial" charset="0"/>
                  </a:rPr>
                  <a:t>a  </a:t>
                </a:r>
                <a:r>
                  <a:rPr lang="pt-BR" sz="2400" dirty="0">
                    <a:latin typeface="Aptos" panose="020B0004020202020204" pitchFamily="34" charset="0"/>
                    <a:cs typeface="Arial" charset="0"/>
                  </a:rPr>
                  <a:t>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pt-BR" sz="2400" dirty="0">
                            <a:latin typeface="Aptos" panose="020B0004020202020204" pitchFamily="34" charset="0"/>
                            <a:cs typeface="Arial"/>
                          </a:rPr>
                          <m:t>[</m:t>
                        </m:r>
                        <m:r>
                          <m:rPr>
                            <m:nor/>
                          </m:rPr>
                          <a:rPr lang="pt-BR" sz="2400" dirty="0">
                            <a:latin typeface="Aptos" panose="020B0004020202020204" pitchFamily="34" charset="0"/>
                            <a:cs typeface="Arial"/>
                          </a:rPr>
                          <m:t>H</m:t>
                        </m:r>
                        <m:r>
                          <m:rPr>
                            <m:nor/>
                          </m:rPr>
                          <a:rPr lang="pt-BR" sz="2400" baseline="30000" dirty="0">
                            <a:latin typeface="Aptos" panose="020B0004020202020204" pitchFamily="34" charset="0"/>
                            <a:cs typeface="Arial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pt-BR" sz="2400" dirty="0">
                            <a:latin typeface="Aptos" panose="020B0004020202020204" pitchFamily="34" charset="0"/>
                            <a:cs typeface="Arial"/>
                          </a:rPr>
                          <m:t>][</m:t>
                        </m:r>
                        <m:r>
                          <m:rPr>
                            <m:nor/>
                          </m:rPr>
                          <a:rPr lang="pt-BR" sz="2400" b="0" i="0" dirty="0" smtClean="0">
                            <a:latin typeface="Aptos" panose="020B0004020202020204" pitchFamily="34" charset="0"/>
                            <a:cs typeface="Arial"/>
                          </a:rPr>
                          <m:t>OAc</m:t>
                        </m:r>
                        <m:r>
                          <m:rPr>
                            <m:nor/>
                          </m:rPr>
                          <a:rPr lang="pt-BR" sz="2400" baseline="30000" dirty="0">
                            <a:latin typeface="Aptos" panose="020B0004020202020204" pitchFamily="34" charset="0"/>
                            <a:cs typeface="Arial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pt-BR" sz="2400" dirty="0">
                            <a:latin typeface="Aptos" panose="020B0004020202020204" pitchFamily="34" charset="0"/>
                            <a:cs typeface="Arial"/>
                          </a:rPr>
                          <m:t>]</m:t>
                        </m:r>
                      </m:num>
                      <m:den>
                        <m:r>
                          <m:rPr>
                            <m:nor/>
                          </m:rPr>
                          <a:rPr lang="pt-BR" sz="2400" dirty="0">
                            <a:latin typeface="Aptos" panose="020B0004020202020204" pitchFamily="34" charset="0"/>
                            <a:cs typeface="Arial"/>
                          </a:rPr>
                          <m:t>[</m:t>
                        </m:r>
                        <m:r>
                          <m:rPr>
                            <m:nor/>
                          </m:rPr>
                          <a:rPr lang="pt-BR" sz="2400" dirty="0">
                            <a:latin typeface="Aptos" panose="020B0004020202020204" pitchFamily="34" charset="0"/>
                          </a:rPr>
                          <m:t>H</m:t>
                        </m:r>
                        <m:r>
                          <m:rPr>
                            <m:nor/>
                          </m:rPr>
                          <a:rPr lang="pt-BR" sz="2400" b="0" i="0" dirty="0" smtClean="0">
                            <a:latin typeface="Aptos" panose="020B0004020202020204" pitchFamily="34" charset="0"/>
                          </a:rPr>
                          <m:t>O</m:t>
                        </m:r>
                        <m:r>
                          <m:rPr>
                            <m:nor/>
                          </m:rPr>
                          <a:rPr lang="pt-BR" sz="2400" dirty="0">
                            <a:latin typeface="Aptos" panose="020B0004020202020204" pitchFamily="34" charset="0"/>
                          </a:rPr>
                          <m:t>A</m:t>
                        </m:r>
                        <m:r>
                          <m:rPr>
                            <m:nor/>
                          </m:rPr>
                          <a:rPr lang="pt-BR" sz="2400" b="0" i="0" dirty="0" smtClean="0">
                            <a:latin typeface="Aptos" panose="020B0004020202020204" pitchFamily="34" charset="0"/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pt-BR" sz="2400" dirty="0">
                            <a:latin typeface="Aptos" panose="020B0004020202020204" pitchFamily="34" charset="0"/>
                          </a:rPr>
                          <m:t>] </m:t>
                        </m:r>
                      </m:den>
                    </m:f>
                  </m:oMath>
                </a14:m>
                <a:r>
                  <a:rPr lang="pt-BR" sz="2400" dirty="0">
                    <a:latin typeface="Aptos" panose="020B0004020202020204" pitchFamily="34" charset="0"/>
                  </a:rPr>
                  <a:t>    </a:t>
                </a:r>
                <a:r>
                  <a:rPr lang="pt-BR" sz="2400" dirty="0">
                    <a:solidFill>
                      <a:schemeClr val="accent1">
                        <a:lumMod val="75000"/>
                      </a:schemeClr>
                    </a:solidFill>
                    <a:latin typeface="Aptos" panose="020B0004020202020204" pitchFamily="34" charset="0"/>
                  </a:rPr>
                  <a:t>(6)</a:t>
                </a:r>
              </a:p>
              <a:p>
                <a:pPr marL="0" indent="0" algn="ctr">
                  <a:buNone/>
                  <a:defRPr/>
                </a:pPr>
                <a:endParaRPr lang="pt-BR" altLang="pt-BR" sz="2400" dirty="0">
                  <a:latin typeface="Aptos" panose="020B0004020202020204" pitchFamily="34" charset="0"/>
                </a:endParaRPr>
              </a:p>
              <a:p>
                <a:pPr>
                  <a:defRPr/>
                </a:pPr>
                <a:r>
                  <a:rPr lang="en-US" altLang="pt-BR" sz="2400" dirty="0" err="1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Substituindo</a:t>
                </a:r>
                <a:r>
                  <a:rPr lang="en-US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 </a:t>
                </a:r>
                <a:r>
                  <a:rPr lang="en-US" altLang="pt-BR" sz="2400" dirty="0">
                    <a:solidFill>
                      <a:schemeClr val="accent1">
                        <a:lumMod val="75000"/>
                      </a:schemeClr>
                    </a:solidFill>
                    <a:latin typeface="Aptos" panose="020B0004020202020204" pitchFamily="34" charset="0"/>
                  </a:rPr>
                  <a:t>(4a)</a:t>
                </a:r>
                <a:r>
                  <a:rPr lang="en-US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 e </a:t>
                </a:r>
                <a:r>
                  <a:rPr lang="en-US" altLang="pt-BR" sz="2400" dirty="0">
                    <a:solidFill>
                      <a:schemeClr val="accent1">
                        <a:lumMod val="75000"/>
                      </a:schemeClr>
                    </a:solidFill>
                    <a:latin typeface="Aptos" panose="020B0004020202020204" pitchFamily="34" charset="0"/>
                  </a:rPr>
                  <a:t>(5) </a:t>
                </a:r>
                <a:r>
                  <a:rPr lang="en-US" altLang="pt-BR" sz="2400" dirty="0" err="1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em</a:t>
                </a:r>
                <a:r>
                  <a:rPr lang="en-US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 </a:t>
                </a:r>
                <a:r>
                  <a:rPr lang="en-US" altLang="pt-BR" sz="2400" dirty="0">
                    <a:solidFill>
                      <a:schemeClr val="accent1">
                        <a:lumMod val="75000"/>
                      </a:schemeClr>
                    </a:solidFill>
                    <a:latin typeface="Aptos" panose="020B0004020202020204" pitchFamily="34" charset="0"/>
                  </a:rPr>
                  <a:t>(6)</a:t>
                </a:r>
                <a:r>
                  <a:rPr lang="en-US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:</a:t>
                </a:r>
                <a:r>
                  <a:rPr 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 </a:t>
                </a:r>
              </a:p>
              <a:p>
                <a:pPr algn="ctr">
                  <a:defRPr/>
                </a:pPr>
                <a:endParaRPr lang="pt-BR" altLang="pt-BR" sz="2400" dirty="0">
                  <a:latin typeface="Aptos" panose="020B0004020202020204" pitchFamily="34" charset="0"/>
                </a:endParaRPr>
              </a:p>
              <a:p>
                <a:pPr marL="0" indent="0" algn="ctr">
                  <a:buNone/>
                  <a:defRPr/>
                </a:pPr>
                <a:r>
                  <a:rPr lang="pt-BR" sz="2400" dirty="0">
                    <a:latin typeface="Aptos" panose="020B0004020202020204" pitchFamily="34" charset="0"/>
                    <a:cs typeface="Arial" charset="0"/>
                  </a:rPr>
                  <a:t> K</a:t>
                </a:r>
                <a:r>
                  <a:rPr lang="pt-BR" sz="2400" baseline="-25000" dirty="0">
                    <a:latin typeface="Aptos" panose="020B0004020202020204" pitchFamily="34" charset="0"/>
                    <a:cs typeface="Arial" charset="0"/>
                  </a:rPr>
                  <a:t>a  </a:t>
                </a:r>
                <a:r>
                  <a:rPr lang="pt-BR" sz="2400" dirty="0">
                    <a:latin typeface="Aptos" panose="020B0004020202020204" pitchFamily="34" charset="0"/>
                    <a:cs typeface="Arial" charset="0"/>
                  </a:rPr>
                  <a:t>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pt-BR" sz="2400" dirty="0">
                            <a:latin typeface="Aptos" panose="020B0004020202020204" pitchFamily="34" charset="0"/>
                            <a:cs typeface="Arial"/>
                          </a:rPr>
                          <m:t>[</m:t>
                        </m:r>
                        <m:r>
                          <m:rPr>
                            <m:nor/>
                          </m:rPr>
                          <a:rPr lang="pt-BR" sz="2400" dirty="0">
                            <a:latin typeface="Aptos" panose="020B0004020202020204" pitchFamily="34" charset="0"/>
                            <a:cs typeface="Arial"/>
                          </a:rPr>
                          <m:t>H</m:t>
                        </m:r>
                        <m:r>
                          <m:rPr>
                            <m:nor/>
                          </m:rPr>
                          <a:rPr lang="pt-BR" sz="2400" baseline="30000" dirty="0">
                            <a:latin typeface="Aptos" panose="020B0004020202020204" pitchFamily="34" charset="0"/>
                            <a:cs typeface="Arial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pt-BR" sz="2400" dirty="0">
                            <a:latin typeface="Aptos" panose="020B0004020202020204" pitchFamily="34" charset="0"/>
                            <a:cs typeface="Arial"/>
                          </a:rPr>
                          <m:t>]</m:t>
                        </m:r>
                        <m:r>
                          <m:rPr>
                            <m:nor/>
                          </m:rPr>
                          <a:rPr lang="pt-BR" sz="2400" b="0" i="0" dirty="0" smtClean="0">
                            <a:latin typeface="Aptos" panose="020B0004020202020204" pitchFamily="34" charset="0"/>
                            <a:cs typeface="Arial"/>
                          </a:rPr>
                          <m:t> (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en-US" altLang="pt-BR" sz="2400" baseline="-25000" dirty="0">
                            <a:latin typeface="Aptos" panose="020B0004020202020204" pitchFamily="34" charset="0"/>
                          </a:rPr>
                          <m:t>s</m:t>
                        </m:r>
                        <m:r>
                          <m:rPr>
                            <m:nor/>
                          </m:rPr>
                          <a:rPr lang="en-US" altLang="pt-BR" sz="2400" baseline="-25000" dirty="0">
                            <a:latin typeface="Aptos" panose="020B0004020202020204" pitchFamily="34" charset="0"/>
                          </a:rPr>
                          <m:t>  </m:t>
                        </m:r>
                        <m:r>
                          <m:rPr>
                            <m:nor/>
                          </m:rPr>
                          <a:rPr lang="pt-BR" altLang="pt-BR" sz="2400" b="0" i="0" dirty="0" smtClean="0">
                            <a:latin typeface="Aptos" panose="020B0004020202020204" pitchFamily="34" charset="0"/>
                          </a:rPr>
                          <m:t>− [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OH</m:t>
                        </m:r>
                        <m:r>
                          <m:rPr>
                            <m:nor/>
                          </m:rPr>
                          <a:rPr lang="en-US" altLang="pt-BR" sz="2400" baseline="30000" dirty="0">
                            <a:latin typeface="Aptos" panose="020B0004020202020204" pitchFamily="34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] + [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H</m:t>
                        </m:r>
                        <m:r>
                          <m:rPr>
                            <m:nor/>
                          </m:rPr>
                          <a:rPr lang="en-US" altLang="pt-BR" sz="2400" baseline="30000" dirty="0">
                            <a:latin typeface="Aptos" panose="020B0004020202020204" pitchFamily="34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]</m:t>
                        </m:r>
                        <m:r>
                          <m:rPr>
                            <m:nor/>
                          </m:rPr>
                          <a:rPr lang="pt-BR" altLang="pt-BR" sz="2400" b="0" i="0" dirty="0" smtClean="0">
                            <a:latin typeface="Aptos" panose="020B0004020202020204" pitchFamily="34" charset="0"/>
                          </a:rPr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en-US" altLang="pt-BR" sz="2400" baseline="-25000" dirty="0">
                            <a:latin typeface="Aptos" panose="020B0004020202020204" pitchFamily="34" charset="0"/>
                          </a:rPr>
                          <m:t>a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 + [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OH</m:t>
                        </m:r>
                        <m:r>
                          <m:rPr>
                            <m:nor/>
                          </m:rPr>
                          <a:rPr lang="en-US" altLang="pt-BR" sz="2400" baseline="30000" dirty="0">
                            <a:latin typeface="Aptos" panose="020B0004020202020204" pitchFamily="34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] – [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H</m:t>
                        </m:r>
                        <m:r>
                          <m:rPr>
                            <m:nor/>
                          </m:rPr>
                          <a:rPr lang="en-US" altLang="pt-BR" sz="2400" baseline="30000" dirty="0">
                            <a:latin typeface="Aptos" panose="020B0004020202020204" pitchFamily="34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]</m:t>
                        </m:r>
                      </m:den>
                    </m:f>
                  </m:oMath>
                </a14:m>
                <a:r>
                  <a:rPr lang="pt-BR" sz="2400" dirty="0">
                    <a:latin typeface="Aptos" panose="020B0004020202020204" pitchFamily="34" charset="0"/>
                  </a:rPr>
                  <a:t>     </a:t>
                </a:r>
                <a:r>
                  <a:rPr lang="pt-BR" sz="2400" dirty="0">
                    <a:solidFill>
                      <a:schemeClr val="accent1">
                        <a:lumMod val="75000"/>
                      </a:schemeClr>
                    </a:solidFill>
                    <a:latin typeface="Aptos" panose="020B0004020202020204" pitchFamily="34" charset="0"/>
                  </a:rPr>
                  <a:t>(7)</a:t>
                </a:r>
              </a:p>
              <a:p>
                <a:pPr marL="0" indent="0" algn="ctr">
                  <a:buNone/>
                  <a:defRPr/>
                </a:pPr>
                <a:endParaRPr lang="pt-BR" altLang="pt-BR" sz="2400" dirty="0">
                  <a:latin typeface="Aptos" panose="020B0004020202020204" pitchFamily="34" charset="0"/>
                </a:endParaRPr>
              </a:p>
              <a:p>
                <a:pPr>
                  <a:defRPr/>
                </a:pPr>
                <a:r>
                  <a:rPr lang="en-US" altLang="pt-BR" sz="2400" dirty="0" err="1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Rearranjando</a:t>
                </a:r>
                <a:r>
                  <a:rPr lang="en-US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 </a:t>
                </a:r>
                <a:r>
                  <a:rPr lang="en-US" altLang="pt-BR" sz="2400" dirty="0">
                    <a:solidFill>
                      <a:schemeClr val="accent1">
                        <a:lumMod val="75000"/>
                      </a:schemeClr>
                    </a:solidFill>
                    <a:latin typeface="Aptos" panose="020B0004020202020204" pitchFamily="34" charset="0"/>
                  </a:rPr>
                  <a:t>(7)</a:t>
                </a:r>
                <a:r>
                  <a:rPr lang="en-US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:                                              </a:t>
                </a:r>
                <a:r>
                  <a:rPr lang="en-US" altLang="pt-BR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  </a:t>
                </a:r>
                <a:r>
                  <a:rPr lang="en-US" altLang="pt-BR" dirty="0" err="1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hidrólise</a:t>
                </a:r>
                <a:r>
                  <a:rPr lang="en-US" altLang="pt-BR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    </a:t>
                </a:r>
                <a:r>
                  <a:rPr lang="en-US" altLang="pt-BR" dirty="0" err="1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ionização</a:t>
                </a:r>
                <a:endParaRPr lang="en-US" altLang="pt-BR" dirty="0">
                  <a:solidFill>
                    <a:schemeClr val="accent1">
                      <a:lumMod val="50000"/>
                    </a:schemeClr>
                  </a:solidFill>
                  <a:latin typeface="Aptos" panose="020B0004020202020204" pitchFamily="34" charset="0"/>
                </a:endParaRPr>
              </a:p>
              <a:p>
                <a:pPr algn="ctr">
                  <a:defRPr/>
                </a:pPr>
                <a:endParaRPr lang="en-US" sz="2400" dirty="0">
                  <a:solidFill>
                    <a:srgbClr val="002060"/>
                  </a:solidFill>
                  <a:latin typeface="Aptos" panose="020B0004020202020204" pitchFamily="34" charset="0"/>
                  <a:cs typeface="Arial"/>
                </a:endParaRPr>
              </a:p>
              <a:p>
                <a:pPr algn="ctr">
                  <a:defRPr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pt-BR" sz="2400" dirty="0">
                        <a:latin typeface="Aptos" panose="020B0004020202020204" pitchFamily="34" charset="0"/>
                        <a:cs typeface="Arial"/>
                      </a:rPr>
                      <m:t>[</m:t>
                    </m:r>
                    <m:r>
                      <m:rPr>
                        <m:nor/>
                      </m:rPr>
                      <a:rPr lang="pt-BR" sz="2400" dirty="0">
                        <a:latin typeface="Aptos" panose="020B0004020202020204" pitchFamily="34" charset="0"/>
                        <a:cs typeface="Arial"/>
                      </a:rPr>
                      <m:t>H</m:t>
                    </m:r>
                    <m:r>
                      <m:rPr>
                        <m:nor/>
                      </m:rPr>
                      <a:rPr lang="pt-BR" sz="2400" baseline="30000" dirty="0">
                        <a:latin typeface="Aptos" panose="020B0004020202020204" pitchFamily="34" charset="0"/>
                        <a:cs typeface="Arial"/>
                      </a:rPr>
                      <m:t>+</m:t>
                    </m:r>
                    <m:r>
                      <m:rPr>
                        <m:nor/>
                      </m:rPr>
                      <a:rPr lang="pt-BR" sz="2400" dirty="0">
                        <a:latin typeface="Aptos" panose="020B0004020202020204" pitchFamily="34" charset="0"/>
                        <a:cs typeface="Arial"/>
                      </a:rPr>
                      <m:t>] </m:t>
                    </m:r>
                  </m:oMath>
                </a14:m>
                <a:r>
                  <a:rPr lang="pt-BR" sz="2400" dirty="0">
                    <a:latin typeface="Aptos" panose="020B0004020202020204" pitchFamily="34" charset="0"/>
                    <a:cs typeface="Arial" charset="0"/>
                  </a:rPr>
                  <a:t>= K</a:t>
                </a:r>
                <a:r>
                  <a:rPr lang="pt-BR" sz="2400" baseline="-25000" dirty="0">
                    <a:latin typeface="Aptos" panose="020B0004020202020204" pitchFamily="34" charset="0"/>
                    <a:cs typeface="Arial" charset="0"/>
                  </a:rPr>
                  <a:t>a</a:t>
                </a:r>
                <a:r>
                  <a:rPr lang="pt-BR" sz="2400" dirty="0">
                    <a:latin typeface="Aptos" panose="020B0004020202020204" pitchFamily="34" charset="0"/>
                    <a:cs typeface="Arial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pt-BR" sz="2400" dirty="0">
                            <a:latin typeface="Aptos" panose="020B0004020202020204" pitchFamily="34" charset="0"/>
                            <a:cs typeface="Arial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pt-BR" altLang="pt-BR" sz="2400" b="0" i="0" baseline="-25000" dirty="0" smtClean="0">
                            <a:latin typeface="Aptos" panose="020B0004020202020204" pitchFamily="34" charset="0"/>
                          </a:rPr>
                          <m:t>a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+ [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OH</m:t>
                        </m:r>
                        <m:r>
                          <m:rPr>
                            <m:nor/>
                          </m:rPr>
                          <a:rPr lang="en-US" altLang="pt-BR" sz="2400" baseline="30000" dirty="0">
                            <a:latin typeface="Aptos" panose="020B0004020202020204" pitchFamily="34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] </m:t>
                        </m:r>
                        <m:r>
                          <m:rPr>
                            <m:nor/>
                          </m:rPr>
                          <a:rPr lang="pt-BR" altLang="pt-BR" sz="2400" b="0" i="0" dirty="0" smtClean="0">
                            <a:latin typeface="Aptos" panose="020B0004020202020204" pitchFamily="34" charset="0"/>
                          </a:rPr>
                          <m:t> −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pt-BR" altLang="pt-BR" sz="2400" b="0" i="0" dirty="0" smtClean="0">
                            <a:latin typeface="Aptos" panose="020B00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[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H</m:t>
                        </m:r>
                        <m:r>
                          <m:rPr>
                            <m:nor/>
                          </m:rPr>
                          <a:rPr lang="en-US" altLang="pt-BR" sz="2400" baseline="30000" dirty="0">
                            <a:latin typeface="Aptos" panose="020B0004020202020204" pitchFamily="34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]</m:t>
                        </m:r>
                        <m:r>
                          <m:rPr>
                            <m:nor/>
                          </m:rPr>
                          <a:rPr lang="pt-BR" altLang="pt-BR" sz="2400" b="0" i="0" dirty="0" smtClean="0">
                            <a:latin typeface="Aptos" panose="020B0004020202020204" pitchFamily="34" charset="0"/>
                          </a:rPr>
                          <m:t>)  </m:t>
                        </m:r>
                      </m:num>
                      <m:den>
                        <m:r>
                          <m:rPr>
                            <m:nor/>
                          </m:rPr>
                          <a:rPr lang="pt-BR" sz="2400" dirty="0">
                            <a:latin typeface="Aptos" panose="020B0004020202020204" pitchFamily="34" charset="0"/>
                            <a:cs typeface="Arial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en-US" altLang="pt-BR" sz="2400" baseline="-25000" dirty="0">
                            <a:latin typeface="Aptos" panose="020B0004020202020204" pitchFamily="34" charset="0"/>
                          </a:rPr>
                          <m:t>s</m:t>
                        </m:r>
                        <m:r>
                          <m:rPr>
                            <m:nor/>
                          </m:rPr>
                          <a:rPr lang="pt-BR" sz="2400" b="0" i="0" dirty="0" smtClean="0">
                            <a:latin typeface="Aptos" panose="020B0004020202020204" pitchFamily="34" charset="0"/>
                            <a:cs typeface="Arial"/>
                          </a:rPr>
                          <m:t>+ [</m:t>
                        </m:r>
                        <m:r>
                          <m:rPr>
                            <m:nor/>
                          </m:rPr>
                          <a:rPr lang="pt-BR" sz="2400" dirty="0">
                            <a:latin typeface="Aptos" panose="020B0004020202020204" pitchFamily="34" charset="0"/>
                            <a:cs typeface="Arial"/>
                          </a:rPr>
                          <m:t>H</m:t>
                        </m:r>
                        <m:r>
                          <m:rPr>
                            <m:nor/>
                          </m:rPr>
                          <a:rPr lang="pt-BR" sz="2400" baseline="30000" dirty="0">
                            <a:latin typeface="Aptos" panose="020B0004020202020204" pitchFamily="34" charset="0"/>
                            <a:cs typeface="Arial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pt-BR" sz="2400" dirty="0">
                            <a:latin typeface="Aptos" panose="020B0004020202020204" pitchFamily="34" charset="0"/>
                            <a:cs typeface="Arial"/>
                          </a:rPr>
                          <m:t>]</m:t>
                        </m:r>
                        <m:r>
                          <m:rPr>
                            <m:nor/>
                          </m:rPr>
                          <a:rPr lang="pt-BR" sz="2400" b="0" i="0" dirty="0" smtClean="0">
                            <a:latin typeface="Aptos" panose="020B0004020202020204" pitchFamily="34" charset="0"/>
                            <a:cs typeface="Arial"/>
                          </a:rPr>
                          <m:t>  − [</m:t>
                        </m:r>
                        <m:r>
                          <m:rPr>
                            <m:nor/>
                          </m:rPr>
                          <a:rPr lang="pt-BR" sz="2400" dirty="0">
                            <a:latin typeface="Aptos" panose="020B0004020202020204" pitchFamily="34" charset="0"/>
                            <a:cs typeface="Arial"/>
                          </a:rPr>
                          <m:t>OH</m:t>
                        </m:r>
                        <m:r>
                          <m:rPr>
                            <m:nor/>
                          </m:rPr>
                          <a:rPr lang="pt-BR" sz="2400" baseline="30000" dirty="0">
                            <a:latin typeface="Aptos" panose="020B0004020202020204" pitchFamily="34" charset="0"/>
                            <a:cs typeface="Arial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pt-BR" sz="2400" dirty="0">
                            <a:latin typeface="Aptos" panose="020B0004020202020204" pitchFamily="34" charset="0"/>
                            <a:cs typeface="Arial"/>
                          </a:rPr>
                          <m:t>]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pt-BR" sz="2400" dirty="0">
                    <a:latin typeface="Aptos" panose="020B0004020202020204" pitchFamily="34" charset="0"/>
                  </a:rPr>
                  <a:t>    </a:t>
                </a:r>
                <a:r>
                  <a:rPr lang="pt-BR" sz="2400" dirty="0">
                    <a:solidFill>
                      <a:schemeClr val="accent1">
                        <a:lumMod val="75000"/>
                      </a:schemeClr>
                    </a:solidFill>
                    <a:latin typeface="Aptos" panose="020B0004020202020204" pitchFamily="34" charset="0"/>
                  </a:rPr>
                  <a:t>(7a)</a:t>
                </a:r>
              </a:p>
              <a:p>
                <a:pPr algn="ctr">
                  <a:defRPr/>
                </a:pPr>
                <a:endParaRPr lang="pt-BR" sz="2400" dirty="0">
                  <a:solidFill>
                    <a:schemeClr val="accent1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  <a:p>
                <a:pPr algn="ctr">
                  <a:defRPr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pt-BR" sz="2400" b="1" i="0" dirty="0" smtClean="0">
                        <a:latin typeface="Aptos" panose="020B0004020202020204" pitchFamily="34" charset="0"/>
                        <a:cs typeface="Arial"/>
                      </a:rPr>
                      <m:t>[</m:t>
                    </m:r>
                    <m:r>
                      <m:rPr>
                        <m:nor/>
                      </m:rPr>
                      <a:rPr lang="pt-BR" sz="2400" b="1" i="0" dirty="0" smtClean="0">
                        <a:latin typeface="Aptos" panose="020B0004020202020204" pitchFamily="34" charset="0"/>
                        <a:cs typeface="Arial"/>
                      </a:rPr>
                      <m:t>H</m:t>
                    </m:r>
                    <m:r>
                      <m:rPr>
                        <m:nor/>
                      </m:rPr>
                      <a:rPr lang="pt-BR" sz="2400" b="1" i="0" baseline="30000" dirty="0" smtClean="0">
                        <a:latin typeface="Aptos" panose="020B0004020202020204" pitchFamily="34" charset="0"/>
                        <a:cs typeface="Arial"/>
                      </a:rPr>
                      <m:t>+</m:t>
                    </m:r>
                    <m:r>
                      <m:rPr>
                        <m:nor/>
                      </m:rPr>
                      <a:rPr lang="pt-BR" sz="2400" b="1" i="0" dirty="0" smtClean="0">
                        <a:latin typeface="Aptos" panose="020B0004020202020204" pitchFamily="34" charset="0"/>
                        <a:cs typeface="Arial"/>
                      </a:rPr>
                      <m:t>] </m:t>
                    </m:r>
                  </m:oMath>
                </a14:m>
                <a:r>
                  <a:rPr lang="pt-BR" sz="2400" b="1" dirty="0">
                    <a:latin typeface="Aptos" panose="020B0004020202020204" pitchFamily="34" charset="0"/>
                    <a:cs typeface="Arial" charset="0"/>
                  </a:rPr>
                  <a:t>= K</a:t>
                </a:r>
                <a:r>
                  <a:rPr lang="pt-BR" sz="2400" b="1" baseline="-25000" dirty="0">
                    <a:latin typeface="Aptos" panose="020B0004020202020204" pitchFamily="34" charset="0"/>
                    <a:cs typeface="Arial" charset="0"/>
                  </a:rPr>
                  <a:t>a</a:t>
                </a:r>
                <a:r>
                  <a:rPr lang="pt-BR" sz="2400" b="1" dirty="0">
                    <a:latin typeface="Aptos" panose="020B0004020202020204" pitchFamily="34" charset="0"/>
                    <a:cs typeface="Arial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2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pt-BR" sz="2400" b="1" i="0" dirty="0">
                            <a:latin typeface="Aptos" panose="020B0004020202020204" pitchFamily="34" charset="0"/>
                            <a:cs typeface="Arial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pt-BR" altLang="pt-BR" sz="2400" b="1" i="0" baseline="-25000" dirty="0" smtClean="0">
                            <a:latin typeface="Aptos" panose="020B0004020202020204" pitchFamily="34" charset="0"/>
                          </a:rPr>
                          <m:t>a</m:t>
                        </m:r>
                        <m:r>
                          <m:rPr>
                            <m:nor/>
                          </m:rPr>
                          <a:rPr lang="en-US" altLang="pt-BR" sz="2400" b="1" i="0" dirty="0">
                            <a:latin typeface="Aptos" panose="020B0004020202020204" pitchFamily="34" charset="0"/>
                          </a:rPr>
                          <m:t>+ [</m:t>
                        </m:r>
                        <m:r>
                          <m:rPr>
                            <m:nor/>
                          </m:rPr>
                          <a:rPr lang="en-US" altLang="pt-BR" sz="2400" b="1" i="0" dirty="0">
                            <a:latin typeface="Aptos" panose="020B0004020202020204" pitchFamily="34" charset="0"/>
                          </a:rPr>
                          <m:t>OH</m:t>
                        </m:r>
                        <m:r>
                          <m:rPr>
                            <m:nor/>
                          </m:rPr>
                          <a:rPr lang="en-US" altLang="pt-BR" sz="2400" b="1" i="0" baseline="30000" dirty="0">
                            <a:latin typeface="Aptos" panose="020B0004020202020204" pitchFamily="34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altLang="pt-BR" sz="2400" b="1" i="0" dirty="0">
                            <a:latin typeface="Aptos" panose="020B0004020202020204" pitchFamily="34" charset="0"/>
                          </a:rPr>
                          <m:t>] </m:t>
                        </m:r>
                        <m:r>
                          <m:rPr>
                            <m:nor/>
                          </m:rPr>
                          <a:rPr lang="pt-BR" altLang="pt-BR" sz="2400" b="1" i="0" dirty="0" smtClean="0">
                            <a:latin typeface="Aptos" panose="020B0004020202020204" pitchFamily="34" charset="0"/>
                          </a:rPr>
                          <m:t> −</m:t>
                        </m:r>
                        <m:r>
                          <m:rPr>
                            <m:nor/>
                          </m:rPr>
                          <a:rPr lang="en-US" altLang="pt-BR" sz="2400" b="1" i="0" dirty="0">
                            <a:latin typeface="Aptos" panose="020B00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pt-BR" altLang="pt-BR" sz="2400" b="1" i="0" dirty="0" smtClean="0">
                            <a:latin typeface="Aptos" panose="020B00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pt-BR" sz="2400" b="1" i="0" dirty="0">
                            <a:latin typeface="Aptos" panose="020B0004020202020204" pitchFamily="34" charset="0"/>
                          </a:rPr>
                          <m:t>[</m:t>
                        </m:r>
                        <m:r>
                          <m:rPr>
                            <m:nor/>
                          </m:rPr>
                          <a:rPr lang="en-US" altLang="pt-BR" sz="2400" b="1" i="0" dirty="0">
                            <a:latin typeface="Aptos" panose="020B0004020202020204" pitchFamily="34" charset="0"/>
                          </a:rPr>
                          <m:t>H</m:t>
                        </m:r>
                        <m:r>
                          <m:rPr>
                            <m:nor/>
                          </m:rPr>
                          <a:rPr lang="en-US" altLang="pt-BR" sz="2400" b="1" i="0" baseline="30000" dirty="0">
                            <a:latin typeface="Aptos" panose="020B0004020202020204" pitchFamily="34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US" altLang="pt-BR" sz="2400" b="1" i="0" dirty="0">
                            <a:latin typeface="Aptos" panose="020B0004020202020204" pitchFamily="34" charset="0"/>
                          </a:rPr>
                          <m:t>]</m:t>
                        </m:r>
                        <m:r>
                          <m:rPr>
                            <m:nor/>
                          </m:rPr>
                          <a:rPr lang="pt-BR" altLang="pt-BR" sz="2400" b="1" i="0" dirty="0" smtClean="0">
                            <a:latin typeface="Aptos" panose="020B0004020202020204" pitchFamily="34" charset="0"/>
                          </a:rPr>
                          <m:t>)  </m:t>
                        </m:r>
                      </m:num>
                      <m:den>
                        <m:r>
                          <m:rPr>
                            <m:nor/>
                          </m:rPr>
                          <a:rPr lang="pt-BR" sz="2400" b="1" i="0" dirty="0">
                            <a:latin typeface="Aptos" panose="020B0004020202020204" pitchFamily="34" charset="0"/>
                            <a:cs typeface="Arial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en-US" altLang="pt-BR" sz="2400" baseline="-25000" dirty="0">
                            <a:latin typeface="Aptos" panose="020B0004020202020204" pitchFamily="34" charset="0"/>
                          </a:rPr>
                          <m:t>s</m:t>
                        </m:r>
                        <m:r>
                          <m:rPr>
                            <m:nor/>
                          </m:rPr>
                          <a:rPr lang="pt-BR" sz="2400" b="1" i="0" dirty="0" smtClean="0">
                            <a:latin typeface="Aptos" panose="020B0004020202020204" pitchFamily="34" charset="0"/>
                            <a:cs typeface="Arial"/>
                          </a:rPr>
                          <m:t>+ [</m:t>
                        </m:r>
                        <m:r>
                          <m:rPr>
                            <m:nor/>
                          </m:rPr>
                          <a:rPr lang="pt-BR" sz="2400" b="1" i="0" dirty="0">
                            <a:latin typeface="Aptos" panose="020B0004020202020204" pitchFamily="34" charset="0"/>
                            <a:cs typeface="Arial"/>
                          </a:rPr>
                          <m:t>H</m:t>
                        </m:r>
                        <m:r>
                          <m:rPr>
                            <m:nor/>
                          </m:rPr>
                          <a:rPr lang="pt-BR" sz="2400" b="1" i="0" baseline="30000" dirty="0">
                            <a:latin typeface="Aptos" panose="020B0004020202020204" pitchFamily="34" charset="0"/>
                            <a:cs typeface="Arial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pt-BR" sz="2400" b="1" i="0" dirty="0">
                            <a:latin typeface="Aptos" panose="020B0004020202020204" pitchFamily="34" charset="0"/>
                            <a:cs typeface="Arial"/>
                          </a:rPr>
                          <m:t>]</m:t>
                        </m:r>
                        <m:r>
                          <m:rPr>
                            <m:nor/>
                          </m:rPr>
                          <a:rPr lang="pt-BR" sz="2400" b="1" i="0" dirty="0" smtClean="0">
                            <a:latin typeface="Aptos" panose="020B0004020202020204" pitchFamily="34" charset="0"/>
                            <a:cs typeface="Arial"/>
                          </a:rPr>
                          <m:t>  − [</m:t>
                        </m:r>
                        <m:r>
                          <m:rPr>
                            <m:nor/>
                          </m:rPr>
                          <a:rPr lang="pt-BR" sz="2400" b="1" i="0" dirty="0">
                            <a:latin typeface="Aptos" panose="020B0004020202020204" pitchFamily="34" charset="0"/>
                            <a:cs typeface="Arial"/>
                          </a:rPr>
                          <m:t>OH</m:t>
                        </m:r>
                        <m:r>
                          <m:rPr>
                            <m:nor/>
                          </m:rPr>
                          <a:rPr lang="pt-BR" sz="2400" b="1" i="0" baseline="30000" dirty="0">
                            <a:latin typeface="Aptos" panose="020B0004020202020204" pitchFamily="34" charset="0"/>
                            <a:cs typeface="Arial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pt-BR" sz="2400" b="1" i="0" dirty="0">
                            <a:latin typeface="Aptos" panose="020B0004020202020204" pitchFamily="34" charset="0"/>
                            <a:cs typeface="Arial"/>
                          </a:rPr>
                          <m:t>]</m:t>
                        </m:r>
                        <m:r>
                          <m:rPr>
                            <m:nor/>
                          </m:rPr>
                          <a:rPr lang="pt-BR" altLang="pt-BR" sz="2400" b="1" i="0" dirty="0">
                            <a:latin typeface="Aptos" panose="020B0004020202020204" pitchFamily="34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pt-BR" sz="2400" b="1" dirty="0">
                    <a:latin typeface="Aptos" panose="020B0004020202020204" pitchFamily="34" charset="0"/>
                  </a:rPr>
                  <a:t> </a:t>
                </a:r>
                <a:r>
                  <a:rPr lang="pt-BR" sz="2400" kern="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  <a:cs typeface="Arial"/>
                    <a:sym typeface="Symbol" panose="05050102010706020507" pitchFamily="18" charset="2"/>
                  </a:rPr>
                  <a:t> Equação Geral</a:t>
                </a:r>
              </a:p>
              <a:p>
                <a:pPr algn="ctr">
                  <a:defRPr/>
                </a:pPr>
                <a:endParaRPr lang="pt-BR" sz="2400" dirty="0">
                  <a:solidFill>
                    <a:schemeClr val="accent1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9A05A586-8746-A447-7603-502CBD9878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403" y="946493"/>
                <a:ext cx="11527192" cy="5604355"/>
              </a:xfrm>
              <a:prstGeom prst="rect">
                <a:avLst/>
              </a:prstGeom>
              <a:blipFill>
                <a:blip r:embed="rId2"/>
                <a:stretch>
                  <a:fillRect l="-8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have Esquerda 10">
            <a:extLst>
              <a:ext uri="{FF2B5EF4-FFF2-40B4-BE49-F238E27FC236}">
                <a16:creationId xmlns:a16="http://schemas.microsoft.com/office/drawing/2014/main" id="{5893F3E1-6FF4-D726-366C-9AE6C4A10BA1}"/>
              </a:ext>
            </a:extLst>
          </p:cNvPr>
          <p:cNvSpPr/>
          <p:nvPr/>
        </p:nvSpPr>
        <p:spPr>
          <a:xfrm rot="5400000" flipV="1">
            <a:off x="5960690" y="4061135"/>
            <a:ext cx="270618" cy="53340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have Esquerda 12">
            <a:extLst>
              <a:ext uri="{FF2B5EF4-FFF2-40B4-BE49-F238E27FC236}">
                <a16:creationId xmlns:a16="http://schemas.microsoft.com/office/drawing/2014/main" id="{CAEF9D9D-5492-B5EC-8CC0-FB2E079B8943}"/>
              </a:ext>
            </a:extLst>
          </p:cNvPr>
          <p:cNvSpPr/>
          <p:nvPr/>
        </p:nvSpPr>
        <p:spPr>
          <a:xfrm rot="5400000" flipV="1">
            <a:off x="6940408" y="4061135"/>
            <a:ext cx="270618" cy="53340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1813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93219-FD38-0AC8-88BE-543A66D4E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8E43594-4B48-13D5-9BB3-49CD504D154B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Cálculo de pH de solução tampão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6BA632B1-0FD5-D65C-5776-284FF1355D3D}"/>
                  </a:ext>
                </a:extLst>
              </p:cNvPr>
              <p:cNvSpPr txBox="1"/>
              <p:nvPr/>
            </p:nvSpPr>
            <p:spPr>
              <a:xfrm>
                <a:off x="332403" y="1216503"/>
                <a:ext cx="11527192" cy="44249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/>
                </a:pPr>
                <a:r>
                  <a:rPr lang="en-US" altLang="pt-BR" sz="2400" b="1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Se a </a:t>
                </a:r>
                <a:r>
                  <a:rPr lang="en-US" altLang="pt-BR" sz="2400" b="1" dirty="0" err="1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ionização</a:t>
                </a:r>
                <a:r>
                  <a:rPr lang="en-US" altLang="pt-BR" sz="2400" b="1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 for da </a:t>
                </a:r>
                <a:r>
                  <a:rPr lang="en-US" altLang="pt-BR" sz="2400" b="1" dirty="0" err="1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mesma</a:t>
                </a:r>
                <a:r>
                  <a:rPr lang="en-US" altLang="pt-BR" sz="2400" b="1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 </a:t>
                </a:r>
                <a:r>
                  <a:rPr lang="en-US" altLang="pt-BR" sz="2400" b="1" dirty="0" err="1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ordem</a:t>
                </a:r>
                <a:r>
                  <a:rPr lang="en-US" altLang="pt-BR" sz="2400" b="1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 da </a:t>
                </a:r>
                <a:r>
                  <a:rPr lang="en-US" altLang="pt-BR" sz="2400" b="1" dirty="0" err="1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hidrólise</a:t>
                </a:r>
                <a:r>
                  <a:rPr lang="en-US" altLang="pt-BR" sz="2400" b="1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, a </a:t>
                </a:r>
                <a:r>
                  <a:rPr lang="en-US" altLang="pt-BR" sz="2400" b="1" dirty="0" err="1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equação</a:t>
                </a:r>
                <a:r>
                  <a:rPr lang="en-US" altLang="pt-BR" sz="2400" b="1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 </a:t>
                </a:r>
                <a:r>
                  <a:rPr lang="en-US" altLang="pt-BR" sz="2400" b="1" dirty="0" err="1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geral</a:t>
                </a:r>
                <a:r>
                  <a:rPr lang="en-US" altLang="pt-BR" sz="2400" b="1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 </a:t>
                </a:r>
                <a:r>
                  <a:rPr lang="en-US" altLang="pt-BR" sz="2400" b="1" dirty="0" err="1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completa</a:t>
                </a:r>
                <a:r>
                  <a:rPr lang="en-US" altLang="pt-BR" sz="2400" b="1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 </a:t>
                </a:r>
                <a:r>
                  <a:rPr lang="en-US" altLang="pt-BR" sz="2400" b="1" dirty="0" err="1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deve</a:t>
                </a:r>
                <a:r>
                  <a:rPr lang="en-US" altLang="pt-BR" sz="2400" b="1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 ser </a:t>
                </a:r>
                <a:r>
                  <a:rPr lang="en-US" altLang="pt-BR" sz="2400" b="1" dirty="0" err="1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usada</a:t>
                </a:r>
                <a:r>
                  <a:rPr lang="en-US" altLang="pt-BR" sz="2400" b="1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 para o </a:t>
                </a:r>
                <a:r>
                  <a:rPr lang="en-US" altLang="pt-BR" sz="2400" b="1" dirty="0" err="1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cálculo</a:t>
                </a:r>
                <a:r>
                  <a:rPr lang="en-US" altLang="pt-BR" sz="2400" b="1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 de pH</a:t>
                </a:r>
              </a:p>
              <a:p>
                <a:pPr algn="ctr">
                  <a:defRPr/>
                </a:pPr>
                <a:endParaRPr lang="en-US" altLang="pt-BR" sz="2400" b="1" dirty="0">
                  <a:solidFill>
                    <a:schemeClr val="accent1">
                      <a:lumMod val="50000"/>
                    </a:schemeClr>
                  </a:solidFill>
                  <a:latin typeface="Aptos" panose="020B0004020202020204" pitchFamily="34" charset="0"/>
                </a:endParaRPr>
              </a:p>
              <a:p>
                <a:pPr>
                  <a:defRPr/>
                </a:pPr>
                <a:r>
                  <a:rPr lang="en-US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Como K</a:t>
                </a:r>
                <a:r>
                  <a:rPr lang="en-US" altLang="pt-BR" sz="2400" baseline="-250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a</a:t>
                </a:r>
                <a:r>
                  <a:rPr lang="en-US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 &gt;&gt;&gt; K</a:t>
                </a:r>
                <a:r>
                  <a:rPr lang="en-US" altLang="pt-BR" sz="2400" baseline="-250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h</a:t>
                </a:r>
                <a:r>
                  <a:rPr lang="en-US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 </a:t>
                </a:r>
                <a:r>
                  <a:rPr lang="pt-BR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  <a:sym typeface="Symbol" panose="05050102010706020507" pitchFamily="18" charset="2"/>
                  </a:rPr>
                  <a:t>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pt-BR" sz="2400" dirty="0" smtClean="0">
                        <a:solidFill>
                          <a:schemeClr val="tx1"/>
                        </a:solidFill>
                        <a:latin typeface="Aptos" panose="020B0004020202020204" pitchFamily="34" charset="0"/>
                      </a:rPr>
                      <m:t>[</m:t>
                    </m:r>
                    <m:r>
                      <m:rPr>
                        <m:nor/>
                      </m:rPr>
                      <a:rPr lang="en-US" altLang="pt-BR" sz="2400" dirty="0" smtClean="0">
                        <a:solidFill>
                          <a:schemeClr val="tx1"/>
                        </a:solidFill>
                        <a:latin typeface="Aptos" panose="020B0004020202020204" pitchFamily="34" charset="0"/>
                      </a:rPr>
                      <m:t>H</m:t>
                    </m:r>
                    <m:r>
                      <m:rPr>
                        <m:nor/>
                      </m:rPr>
                      <a:rPr lang="en-US" altLang="pt-BR" sz="2400" baseline="30000" dirty="0" smtClean="0">
                        <a:solidFill>
                          <a:schemeClr val="tx1"/>
                        </a:solidFill>
                        <a:latin typeface="Aptos" panose="020B0004020202020204" pitchFamily="34" charset="0"/>
                      </a:rPr>
                      <m:t>+</m:t>
                    </m:r>
                    <m:r>
                      <m:rPr>
                        <m:nor/>
                      </m:rPr>
                      <a:rPr lang="en-US" altLang="pt-BR" sz="2400" dirty="0" smtClean="0">
                        <a:solidFill>
                          <a:schemeClr val="tx1"/>
                        </a:solidFill>
                        <a:latin typeface="Aptos" panose="020B0004020202020204" pitchFamily="34" charset="0"/>
                      </a:rPr>
                      <m:t>]</m:t>
                    </m:r>
                  </m:oMath>
                </a14:m>
                <a:r>
                  <a:rPr lang="pt-BR" altLang="pt-BR" sz="2400" dirty="0">
                    <a:solidFill>
                      <a:schemeClr val="tx1"/>
                    </a:solidFill>
                    <a:latin typeface="Aptos" panose="020B0004020202020204" pitchFamily="34" charset="0"/>
                    <a:sym typeface="Symbol" panose="05050102010706020507" pitchFamily="18" charset="2"/>
                  </a:rPr>
                  <a:t> »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pt-BR" sz="2400" dirty="0" smtClean="0">
                        <a:solidFill>
                          <a:schemeClr val="tx1"/>
                        </a:solidFill>
                        <a:latin typeface="Aptos" panose="020B0004020202020204" pitchFamily="34" charset="0"/>
                        <a:cs typeface="Arial"/>
                      </a:rPr>
                      <m:t>[</m:t>
                    </m:r>
                    <m:r>
                      <m:rPr>
                        <m:nor/>
                      </m:rPr>
                      <a:rPr lang="pt-BR" sz="2400" dirty="0" smtClean="0">
                        <a:solidFill>
                          <a:schemeClr val="tx1"/>
                        </a:solidFill>
                        <a:latin typeface="Aptos" panose="020B0004020202020204" pitchFamily="34" charset="0"/>
                        <a:cs typeface="Arial"/>
                      </a:rPr>
                      <m:t>OH</m:t>
                    </m:r>
                    <m:r>
                      <m:rPr>
                        <m:nor/>
                      </m:rPr>
                      <a:rPr lang="pt-BR" sz="2400" baseline="30000" dirty="0" smtClean="0">
                        <a:solidFill>
                          <a:schemeClr val="tx1"/>
                        </a:solidFill>
                        <a:latin typeface="Aptos" panose="020B0004020202020204" pitchFamily="34" charset="0"/>
                        <a:cs typeface="Arial"/>
                      </a:rPr>
                      <m:t>−</m:t>
                    </m:r>
                    <m:r>
                      <m:rPr>
                        <m:nor/>
                      </m:rPr>
                      <a:rPr lang="pt-BR" sz="2400" dirty="0" smtClean="0">
                        <a:solidFill>
                          <a:schemeClr val="tx1"/>
                        </a:solidFill>
                        <a:latin typeface="Aptos" panose="020B0004020202020204" pitchFamily="34" charset="0"/>
                        <a:cs typeface="Arial"/>
                      </a:rPr>
                      <m:t>]</m:t>
                    </m:r>
                    <m:r>
                      <m:rPr>
                        <m:nor/>
                      </m:rPr>
                      <a:rPr lang="pt-BR" sz="2400" b="0" i="0" dirty="0" smtClean="0">
                        <a:solidFill>
                          <a:schemeClr val="tx1"/>
                        </a:solidFill>
                        <a:latin typeface="Aptos" panose="020B0004020202020204" pitchFamily="34" charset="0"/>
                        <a:cs typeface="Arial"/>
                      </a:rPr>
                      <m:t>: </m:t>
                    </m:r>
                  </m:oMath>
                </a14:m>
                <a:r>
                  <a:rPr lang="pt-BR" altLang="pt-BR" sz="2400" dirty="0">
                    <a:solidFill>
                      <a:schemeClr val="tx1"/>
                    </a:solidFill>
                    <a:latin typeface="Aptos" panose="020B0004020202020204" pitchFamily="34" charset="0"/>
                    <a:sym typeface="Symbol" panose="05050102010706020507" pitchFamily="18" charset="2"/>
                  </a:rPr>
                  <a:t>Despreza-se a [OH</a:t>
                </a:r>
                <a:r>
                  <a:rPr lang="pt-BR" altLang="pt-BR" sz="2400" baseline="30000" dirty="0">
                    <a:solidFill>
                      <a:schemeClr val="tx1"/>
                    </a:solidFill>
                    <a:latin typeface="Aptos" panose="020B0004020202020204" pitchFamily="34" charset="0"/>
                    <a:sym typeface="Symbol" panose="05050102010706020507" pitchFamily="18" charset="2"/>
                  </a:rPr>
                  <a:t>-</a:t>
                </a:r>
                <a:r>
                  <a:rPr lang="pt-BR" altLang="pt-BR" sz="2400" dirty="0">
                    <a:solidFill>
                      <a:schemeClr val="tx1"/>
                    </a:solidFill>
                    <a:latin typeface="Aptos" panose="020B0004020202020204" pitchFamily="34" charset="0"/>
                    <a:sym typeface="Symbol" panose="05050102010706020507" pitchFamily="18" charset="2"/>
                  </a:rPr>
                  <a:t>] </a:t>
                </a:r>
                <a:r>
                  <a:rPr lang="pt-BR" altLang="pt-BR" sz="2400" dirty="0">
                    <a:latin typeface="Aptos" panose="020B0004020202020204" pitchFamily="34" charset="0"/>
                    <a:sym typeface="Symbol" panose="05050102010706020507" pitchFamily="18" charset="2"/>
                  </a:rPr>
                  <a:t>em </a:t>
                </a:r>
                <a:r>
                  <a:rPr lang="pt-BR" altLang="pt-BR" sz="2400" dirty="0">
                    <a:solidFill>
                      <a:schemeClr val="accent1">
                        <a:lumMod val="75000"/>
                      </a:schemeClr>
                    </a:solidFill>
                    <a:latin typeface="Aptos" panose="020B0004020202020204" pitchFamily="34" charset="0"/>
                    <a:sym typeface="Symbol" panose="05050102010706020507" pitchFamily="18" charset="2"/>
                  </a:rPr>
                  <a:t>(7a)</a:t>
                </a:r>
                <a:r>
                  <a:rPr lang="pt-BR" altLang="pt-BR" sz="2400" dirty="0">
                    <a:solidFill>
                      <a:schemeClr val="tx1"/>
                    </a:solidFill>
                    <a:latin typeface="Aptos" panose="020B0004020202020204" pitchFamily="34" charset="0"/>
                    <a:sym typeface="Symbol" panose="05050102010706020507" pitchFamily="18" charset="2"/>
                  </a:rPr>
                  <a:t>:</a:t>
                </a:r>
                <a:endParaRPr lang="pt-BR" altLang="pt-BR" sz="2400" dirty="0">
                  <a:solidFill>
                    <a:schemeClr val="tx2"/>
                  </a:solidFill>
                  <a:latin typeface="Aptos" panose="020B0004020202020204" pitchFamily="34" charset="0"/>
                  <a:sym typeface="Symbol" panose="05050102010706020507" pitchFamily="18" charset="2"/>
                </a:endParaRPr>
              </a:p>
              <a:p>
                <a:pPr algn="ctr">
                  <a:defRPr/>
                </a:pPr>
                <a:endParaRPr lang="pt-BR" altLang="pt-BR" sz="2400" dirty="0">
                  <a:solidFill>
                    <a:schemeClr val="tx2"/>
                  </a:solidFill>
                  <a:latin typeface="Aptos" panose="020B0004020202020204" pitchFamily="34" charset="0"/>
                  <a:sym typeface="Symbol" panose="05050102010706020507" pitchFamily="18" charset="2"/>
                </a:endParaRPr>
              </a:p>
              <a:p>
                <a:pPr algn="ctr">
                  <a:defRPr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pt-BR" sz="2400" dirty="0">
                        <a:latin typeface="Aptos" panose="020B0004020202020204" pitchFamily="34" charset="0"/>
                        <a:cs typeface="Arial"/>
                      </a:rPr>
                      <m:t>[</m:t>
                    </m:r>
                    <m:r>
                      <m:rPr>
                        <m:nor/>
                      </m:rPr>
                      <a:rPr lang="pt-BR" sz="2400" dirty="0">
                        <a:latin typeface="Aptos" panose="020B0004020202020204" pitchFamily="34" charset="0"/>
                        <a:cs typeface="Arial"/>
                      </a:rPr>
                      <m:t>H</m:t>
                    </m:r>
                    <m:r>
                      <m:rPr>
                        <m:nor/>
                      </m:rPr>
                      <a:rPr lang="pt-BR" sz="2400" baseline="30000" dirty="0">
                        <a:latin typeface="Aptos" panose="020B0004020202020204" pitchFamily="34" charset="0"/>
                        <a:cs typeface="Arial"/>
                      </a:rPr>
                      <m:t>+</m:t>
                    </m:r>
                    <m:r>
                      <m:rPr>
                        <m:nor/>
                      </m:rPr>
                      <a:rPr lang="pt-BR" sz="2400" dirty="0">
                        <a:latin typeface="Aptos" panose="020B0004020202020204" pitchFamily="34" charset="0"/>
                        <a:cs typeface="Arial"/>
                      </a:rPr>
                      <m:t>] </m:t>
                    </m:r>
                    <m:r>
                      <m:rPr>
                        <m:nor/>
                      </m:rPr>
                      <a:rPr lang="pt-BR" sz="2400" dirty="0">
                        <a:latin typeface="Aptos" panose="020B0004020202020204" pitchFamily="34" charset="0"/>
                        <a:cs typeface="Arial" charset="0"/>
                      </a:rPr>
                      <m:t>=</m:t>
                    </m:r>
                    <m:r>
                      <m:rPr>
                        <m:nor/>
                      </m:rPr>
                      <a:rPr lang="pt-BR" altLang="pt-BR" sz="2400" dirty="0">
                        <a:latin typeface="Aptos" panose="020B0004020202020204" pitchFamily="34" charset="0"/>
                      </a:rPr>
                      <m:t>K</m:t>
                    </m:r>
                    <m:r>
                      <m:rPr>
                        <m:nor/>
                      </m:rPr>
                      <a:rPr lang="pt-BR" altLang="pt-BR" sz="2400" baseline="-25000" dirty="0">
                        <a:latin typeface="Aptos" panose="020B0004020202020204" pitchFamily="34" charset="0"/>
                      </a:rPr>
                      <m:t>a</m:t>
                    </m:r>
                    <m:f>
                      <m:f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en-US" altLang="pt-BR" sz="2400" baseline="-25000" dirty="0">
                            <a:latin typeface="Aptos" panose="020B0004020202020204" pitchFamily="34" charset="0"/>
                          </a:rPr>
                          <m:t>a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 – [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H</m:t>
                        </m:r>
                        <m:r>
                          <m:rPr>
                            <m:nor/>
                          </m:rPr>
                          <a:rPr lang="en-US" altLang="pt-BR" sz="2400" baseline="30000" dirty="0">
                            <a:latin typeface="Aptos" panose="020B0004020202020204" pitchFamily="34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]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en-US" altLang="pt-BR" sz="2400" baseline="-25000" dirty="0">
                            <a:latin typeface="Aptos" panose="020B0004020202020204" pitchFamily="34" charset="0"/>
                          </a:rPr>
                          <m:t>s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pt-BR" altLang="pt-BR" sz="2400" b="0" i="0" dirty="0" smtClean="0">
                            <a:latin typeface="Aptos" panose="020B0004020202020204" pitchFamily="34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[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H</m:t>
                        </m:r>
                        <m:r>
                          <m:rPr>
                            <m:nor/>
                          </m:rPr>
                          <a:rPr lang="en-US" altLang="pt-BR" sz="2400" baseline="30000" dirty="0">
                            <a:latin typeface="Aptos" panose="020B0004020202020204" pitchFamily="34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]</m:t>
                        </m:r>
                      </m:den>
                    </m:f>
                  </m:oMath>
                </a14:m>
                <a:r>
                  <a:rPr lang="pt-BR" sz="2400" dirty="0">
                    <a:solidFill>
                      <a:schemeClr val="accent1">
                        <a:lumMod val="75000"/>
                      </a:schemeClr>
                    </a:solidFill>
                    <a:latin typeface="Aptos" panose="020B0004020202020204" pitchFamily="34" charset="0"/>
                  </a:rPr>
                  <a:t> (7b)</a:t>
                </a:r>
              </a:p>
              <a:p>
                <a:pPr algn="ctr">
                  <a:defRPr/>
                </a:pPr>
                <a:endParaRPr lang="pt-BR" sz="2400" dirty="0">
                  <a:latin typeface="Aptos" panose="020B0004020202020204" pitchFamily="34" charset="0"/>
                </a:endParaRPr>
              </a:p>
              <a:p>
                <a:pPr>
                  <a:defRPr/>
                </a:pPr>
                <a:r>
                  <a:rPr lang="en-US" altLang="pt-BR" sz="2400" dirty="0" err="1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Rearranjando</a:t>
                </a:r>
                <a:r>
                  <a:rPr lang="en-US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 </a:t>
                </a:r>
                <a:r>
                  <a:rPr lang="en-US" altLang="pt-BR" sz="2400" dirty="0">
                    <a:solidFill>
                      <a:schemeClr val="accent1">
                        <a:lumMod val="75000"/>
                      </a:schemeClr>
                    </a:solidFill>
                    <a:latin typeface="Aptos" panose="020B0004020202020204" pitchFamily="34" charset="0"/>
                  </a:rPr>
                  <a:t>(7b)</a:t>
                </a:r>
                <a:r>
                  <a:rPr lang="en-US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: </a:t>
                </a:r>
                <a:endParaRPr lang="pt-BR" sz="2400" dirty="0">
                  <a:solidFill>
                    <a:schemeClr val="accent1">
                      <a:lumMod val="50000"/>
                    </a:schemeClr>
                  </a:solidFill>
                  <a:latin typeface="Aptos" panose="020B0004020202020204" pitchFamily="34" charset="0"/>
                </a:endParaRPr>
              </a:p>
              <a:p>
                <a:pPr algn="ctr">
                  <a:defRPr/>
                </a:pPr>
                <a:endParaRPr lang="pt-BR" sz="2400" dirty="0">
                  <a:latin typeface="Aptos" panose="020B0004020202020204" pitchFamily="34" charset="0"/>
                </a:endParaRPr>
              </a:p>
              <a:p>
                <a:pPr algn="ctr">
                  <a:defRPr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pt-BR" sz="2400" dirty="0" smtClean="0">
                        <a:latin typeface="Aptos" panose="020B0004020202020204" pitchFamily="34" charset="0"/>
                        <a:cs typeface="Arial"/>
                      </a:rPr>
                      <m:t>[</m:t>
                    </m:r>
                    <m:r>
                      <m:rPr>
                        <m:nor/>
                      </m:rPr>
                      <a:rPr lang="pt-BR" sz="2400" dirty="0" smtClean="0">
                        <a:latin typeface="Aptos" panose="020B0004020202020204" pitchFamily="34" charset="0"/>
                        <a:cs typeface="Arial"/>
                      </a:rPr>
                      <m:t>H</m:t>
                    </m:r>
                    <m:r>
                      <m:rPr>
                        <m:nor/>
                      </m:rPr>
                      <a:rPr lang="pt-BR" sz="2400" baseline="30000" dirty="0" smtClean="0">
                        <a:latin typeface="Aptos" panose="020B0004020202020204" pitchFamily="34" charset="0"/>
                        <a:cs typeface="Arial"/>
                      </a:rPr>
                      <m:t>+</m:t>
                    </m:r>
                    <m:r>
                      <m:rPr>
                        <m:nor/>
                      </m:rPr>
                      <a:rPr lang="pt-BR" sz="2400" dirty="0" smtClean="0">
                        <a:latin typeface="Aptos" panose="020B0004020202020204" pitchFamily="34" charset="0"/>
                        <a:cs typeface="Arial"/>
                      </a:rPr>
                      <m:t>]</m:t>
                    </m:r>
                    <m:r>
                      <m:rPr>
                        <m:nor/>
                      </m:rPr>
                      <a:rPr lang="pt-BR" sz="2400" b="0" i="0" baseline="30000" dirty="0" smtClean="0">
                        <a:latin typeface="Aptos" panose="020B0004020202020204" pitchFamily="34" charset="0"/>
                        <a:cs typeface="Arial"/>
                      </a:rPr>
                      <m:t>2</m:t>
                    </m:r>
                    <m:r>
                      <m:rPr>
                        <m:nor/>
                      </m:rPr>
                      <a:rPr lang="pt-BR" sz="2400" b="0" i="0" dirty="0" smtClean="0">
                        <a:latin typeface="Aptos" panose="020B0004020202020204" pitchFamily="34" charset="0"/>
                        <a:cs typeface="Arial"/>
                      </a:rPr>
                      <m:t> + (</m:t>
                    </m:r>
                    <m:r>
                      <m:rPr>
                        <m:nor/>
                      </m:rPr>
                      <a:rPr lang="pt-BR" altLang="pt-BR" sz="2400" b="0" i="0" dirty="0" smtClean="0">
                        <a:latin typeface="Aptos" panose="020B0004020202020204" pitchFamily="34" charset="0"/>
                      </a:rPr>
                      <m:t>K</m:t>
                    </m:r>
                    <m:r>
                      <m:rPr>
                        <m:nor/>
                      </m:rPr>
                      <a:rPr lang="pt-BR" altLang="pt-BR" sz="2400" b="0" i="0" baseline="-25000" dirty="0" smtClean="0">
                        <a:latin typeface="Aptos" panose="020B0004020202020204" pitchFamily="34" charset="0"/>
                      </a:rPr>
                      <m:t>a</m:t>
                    </m:r>
                    <m:r>
                      <m:rPr>
                        <m:nor/>
                      </m:rPr>
                      <a:rPr lang="pt-BR" sz="2400" b="0" i="0" dirty="0" smtClean="0">
                        <a:latin typeface="Aptos" panose="020B0004020202020204" pitchFamily="34" charset="0"/>
                        <a:cs typeface="Arial"/>
                      </a:rPr>
                      <m:t>+</m:t>
                    </m:r>
                    <m:r>
                      <m:rPr>
                        <m:nor/>
                      </m:rPr>
                      <a:rPr lang="en-US" altLang="pt-BR" sz="2400" dirty="0">
                        <a:latin typeface="Aptos" panose="020B0004020202020204" pitchFamily="34" charset="0"/>
                      </a:rPr>
                      <m:t>C</m:t>
                    </m:r>
                    <m:r>
                      <m:rPr>
                        <m:nor/>
                      </m:rPr>
                      <a:rPr lang="en-US" altLang="pt-BR" sz="2400" baseline="-25000" dirty="0">
                        <a:latin typeface="Aptos" panose="020B0004020202020204" pitchFamily="34" charset="0"/>
                      </a:rPr>
                      <m:t>s</m:t>
                    </m:r>
                    <m:r>
                      <m:rPr>
                        <m:nor/>
                      </m:rPr>
                      <a:rPr lang="pt-BR" sz="2400" b="0" i="0" dirty="0" smtClean="0">
                        <a:latin typeface="Aptos" panose="020B0004020202020204" pitchFamily="34" charset="0"/>
                        <a:cs typeface="Arial"/>
                      </a:rPr>
                      <m:t>) [</m:t>
                    </m:r>
                    <m:r>
                      <m:rPr>
                        <m:nor/>
                      </m:rPr>
                      <a:rPr lang="pt-BR" sz="2400" b="0" i="0" dirty="0" smtClean="0">
                        <a:latin typeface="Aptos" panose="020B0004020202020204" pitchFamily="34" charset="0"/>
                        <a:cs typeface="Arial"/>
                      </a:rPr>
                      <m:t>H</m:t>
                    </m:r>
                    <m:r>
                      <m:rPr>
                        <m:nor/>
                      </m:rPr>
                      <a:rPr lang="pt-BR" sz="2400" b="0" i="0" baseline="30000" dirty="0" smtClean="0">
                        <a:latin typeface="Aptos" panose="020B0004020202020204" pitchFamily="34" charset="0"/>
                        <a:cs typeface="Arial"/>
                      </a:rPr>
                      <m:t>+</m:t>
                    </m:r>
                    <m:r>
                      <m:rPr>
                        <m:nor/>
                      </m:rPr>
                      <a:rPr lang="pt-BR" sz="2400" b="0" i="0" dirty="0" smtClean="0">
                        <a:latin typeface="Aptos" panose="020B0004020202020204" pitchFamily="34" charset="0"/>
                        <a:cs typeface="Arial"/>
                      </a:rPr>
                      <m:t>]</m:t>
                    </m:r>
                  </m:oMath>
                </a14:m>
                <a:r>
                  <a:rPr lang="pt-BR" sz="2400" dirty="0">
                    <a:latin typeface="Aptos" panose="020B0004020202020204" pitchFamily="34" charset="0"/>
                    <a:cs typeface="Arial" charset="0"/>
                  </a:rPr>
                  <a:t> – </a:t>
                </a:r>
                <a:r>
                  <a:rPr lang="pt-BR" sz="2400" dirty="0" err="1">
                    <a:latin typeface="Aptos" panose="020B0004020202020204" pitchFamily="34" charset="0"/>
                    <a:cs typeface="Arial" charset="0"/>
                  </a:rPr>
                  <a:t>K</a:t>
                </a:r>
                <a:r>
                  <a:rPr lang="pt-BR" sz="2400" baseline="-25000" dirty="0" err="1">
                    <a:latin typeface="Aptos" panose="020B0004020202020204" pitchFamily="34" charset="0"/>
                    <a:cs typeface="Arial" charset="0"/>
                  </a:rPr>
                  <a:t>a</a:t>
                </a:r>
                <a:r>
                  <a:rPr lang="pt-BR" sz="2400" dirty="0" err="1">
                    <a:latin typeface="Aptos" panose="020B0004020202020204" pitchFamily="34" charset="0"/>
                    <a:cs typeface="Arial" charset="0"/>
                  </a:rPr>
                  <a:t>C</a:t>
                </a:r>
                <a:r>
                  <a:rPr lang="pt-BR" sz="2400" baseline="-25000" dirty="0" err="1">
                    <a:latin typeface="Aptos" panose="020B0004020202020204" pitchFamily="34" charset="0"/>
                    <a:cs typeface="Arial" charset="0"/>
                  </a:rPr>
                  <a:t>a</a:t>
                </a:r>
                <a:r>
                  <a:rPr lang="pt-BR" sz="2400" dirty="0">
                    <a:latin typeface="Aptos" panose="020B0004020202020204" pitchFamily="34" charset="0"/>
                    <a:cs typeface="Arial" charset="0"/>
                  </a:rPr>
                  <a:t> = 0 </a:t>
                </a:r>
                <a:r>
                  <a:rPr lang="pt-BR" sz="2400" dirty="0">
                    <a:solidFill>
                      <a:schemeClr val="accent1">
                        <a:lumMod val="75000"/>
                      </a:schemeClr>
                    </a:solidFill>
                    <a:latin typeface="Aptos" panose="020B0004020202020204" pitchFamily="34" charset="0"/>
                    <a:cs typeface="Arial" charset="0"/>
                  </a:rPr>
                  <a:t>(7c)</a:t>
                </a:r>
                <a:endParaRPr lang="pt-BR" sz="2400" dirty="0">
                  <a:latin typeface="Aptos" panose="020B0004020202020204" pitchFamily="34" charset="0"/>
                  <a:cs typeface="Arial" charset="0"/>
                </a:endParaRPr>
              </a:p>
              <a:p>
                <a:pPr algn="ctr">
                  <a:defRPr/>
                </a:pPr>
                <a:endParaRPr lang="pt-BR" sz="2400" dirty="0">
                  <a:latin typeface="Aptos" panose="020B0004020202020204" pitchFamily="34" charset="0"/>
                  <a:cs typeface="Arial" charset="0"/>
                </a:endParaRP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6BA632B1-0FD5-D65C-5776-284FF1355D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403" y="1216503"/>
                <a:ext cx="11527192" cy="4424994"/>
              </a:xfrm>
              <a:prstGeom prst="rect">
                <a:avLst/>
              </a:prstGeom>
              <a:blipFill>
                <a:blip r:embed="rId2"/>
                <a:stretch>
                  <a:fillRect l="-847" t="-110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85AC3E31-6B72-CC2F-B7DB-A612AC96A268}"/>
              </a:ext>
            </a:extLst>
          </p:cNvPr>
          <p:cNvSpPr txBox="1"/>
          <p:nvPr/>
        </p:nvSpPr>
        <p:spPr>
          <a:xfrm>
            <a:off x="3200091" y="5305792"/>
            <a:ext cx="5791816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>
              <a:buFont typeface="Arial" charset="0"/>
              <a:buNone/>
              <a:defRPr/>
            </a:pPr>
            <a:r>
              <a:rPr lang="pt-BR" sz="2400" b="1" kern="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/>
              </a:rPr>
              <a:t>Resposta: pH = </a:t>
            </a:r>
            <a:r>
              <a:rPr lang="pt-BR" altLang="pt-BR" sz="2400" b="1" kern="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3,76</a:t>
            </a:r>
            <a:endParaRPr lang="pt-BR" sz="2400" b="1" kern="0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61739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D43A6-72F4-E1CB-CBCB-37B8B5D51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47E95F5-BA63-718B-45F9-F8CD9F6392E2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Cálculo de pH de solução tampão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853AA491-C3ED-F5F8-5382-17A350255490}"/>
                  </a:ext>
                </a:extLst>
              </p:cNvPr>
              <p:cNvSpPr txBox="1"/>
              <p:nvPr/>
            </p:nvSpPr>
            <p:spPr>
              <a:xfrm>
                <a:off x="441260" y="612107"/>
                <a:ext cx="11527192" cy="56337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Se </a:t>
                </a:r>
                <a:r>
                  <a:rPr lang="en-US" altLang="pt-BR" sz="2400" dirty="0" err="1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em</a:t>
                </a:r>
                <a:r>
                  <a:rPr lang="en-US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 </a:t>
                </a:r>
                <a:r>
                  <a:rPr lang="en-US" altLang="pt-BR" sz="2400" dirty="0">
                    <a:solidFill>
                      <a:schemeClr val="accent1">
                        <a:lumMod val="75000"/>
                      </a:schemeClr>
                    </a:solidFill>
                    <a:latin typeface="Aptos" panose="020B0004020202020204" pitchFamily="34" charset="0"/>
                  </a:rPr>
                  <a:t>(7b)</a:t>
                </a:r>
                <a:r>
                  <a:rPr lang="en-US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, C</a:t>
                </a:r>
                <a:r>
                  <a:rPr lang="en-US" altLang="pt-BR" sz="2400" baseline="-250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a</a:t>
                </a:r>
                <a:r>
                  <a:rPr lang="en-US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 &gt;&gt;&gt; [H</a:t>
                </a:r>
                <a:r>
                  <a:rPr lang="en-US" altLang="pt-BR" sz="2400" baseline="300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+</a:t>
                </a:r>
                <a:r>
                  <a:rPr lang="en-US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] e a C</a:t>
                </a:r>
                <a:r>
                  <a:rPr lang="en-US" altLang="pt-BR" sz="2400" baseline="-250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s</a:t>
                </a:r>
                <a:r>
                  <a:rPr lang="en-US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 &gt;&gt;&gt; [H</a:t>
                </a:r>
                <a:r>
                  <a:rPr lang="en-US" altLang="pt-BR" sz="2400" baseline="300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+</a:t>
                </a:r>
                <a:r>
                  <a:rPr lang="en-US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], </a:t>
                </a:r>
                <a:r>
                  <a:rPr lang="en-US" altLang="pt-BR" sz="2400" dirty="0" err="1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tem</a:t>
                </a:r>
                <a:r>
                  <a:rPr lang="en-US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-se:</a:t>
                </a:r>
              </a:p>
              <a:p>
                <a:endParaRPr lang="en-US" altLang="pt-BR" sz="2400" dirty="0">
                  <a:latin typeface="Aptos" panose="020B0004020202020204" pitchFamily="34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pt-BR" sz="2400" dirty="0" smtClean="0">
                        <a:latin typeface="Aptos" panose="020B0004020202020204" pitchFamily="34" charset="0"/>
                        <a:cs typeface="Arial"/>
                      </a:rPr>
                      <m:t>[</m:t>
                    </m:r>
                    <m:r>
                      <m:rPr>
                        <m:nor/>
                      </m:rPr>
                      <a:rPr lang="pt-BR" sz="2400" dirty="0" smtClean="0">
                        <a:latin typeface="Aptos" panose="020B0004020202020204" pitchFamily="34" charset="0"/>
                        <a:cs typeface="Arial"/>
                      </a:rPr>
                      <m:t>H</m:t>
                    </m:r>
                    <m:r>
                      <m:rPr>
                        <m:nor/>
                      </m:rPr>
                      <a:rPr lang="pt-BR" sz="2400" baseline="30000" dirty="0" smtClean="0">
                        <a:latin typeface="Aptos" panose="020B0004020202020204" pitchFamily="34" charset="0"/>
                        <a:cs typeface="Arial"/>
                      </a:rPr>
                      <m:t>+</m:t>
                    </m:r>
                    <m:r>
                      <m:rPr>
                        <m:nor/>
                      </m:rPr>
                      <a:rPr lang="pt-BR" sz="2400" dirty="0" smtClean="0">
                        <a:latin typeface="Aptos" panose="020B0004020202020204" pitchFamily="34" charset="0"/>
                        <a:cs typeface="Arial"/>
                      </a:rPr>
                      <m:t>] </m:t>
                    </m:r>
                    <m:r>
                      <m:rPr>
                        <m:nor/>
                      </m:rPr>
                      <a:rPr lang="pt-BR" sz="2400" dirty="0" smtClean="0">
                        <a:latin typeface="Aptos" panose="020B0004020202020204" pitchFamily="34" charset="0"/>
                        <a:cs typeface="Arial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pt-BR" sz="2400" dirty="0">
                        <a:latin typeface="Aptos" panose="020B0004020202020204" pitchFamily="34" charset="0"/>
                      </a:rPr>
                      <m:t>K</m:t>
                    </m:r>
                    <m:r>
                      <m:rPr>
                        <m:nor/>
                      </m:rPr>
                      <a:rPr lang="en-US" altLang="pt-BR" sz="2400" baseline="-25000" dirty="0">
                        <a:latin typeface="Aptos" panose="020B0004020202020204" pitchFamily="34" charset="0"/>
                      </a:rPr>
                      <m:t>a</m:t>
                    </m:r>
                    <m:f>
                      <m:fPr>
                        <m:ctrlPr>
                          <a:rPr lang="pt-BR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pt-BR" sz="2400" dirty="0">
                            <a:latin typeface="Aptos" panose="020B0004020202020204" pitchFamily="34" charset="0"/>
                            <a:cs typeface="Arial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en-US" altLang="pt-BR" sz="2400" baseline="-25000" dirty="0">
                            <a:latin typeface="Aptos" panose="020B0004020202020204" pitchFamily="34" charset="0"/>
                          </a:rPr>
                          <m:t>a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 – [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H</m:t>
                        </m:r>
                        <m:r>
                          <m:rPr>
                            <m:nor/>
                          </m:rPr>
                          <a:rPr lang="en-US" altLang="pt-BR" sz="2400" baseline="30000" dirty="0">
                            <a:latin typeface="Aptos" panose="020B0004020202020204" pitchFamily="34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]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)  </m:t>
                        </m:r>
                      </m:num>
                      <m:den>
                        <m:r>
                          <m:rPr>
                            <m:nor/>
                          </m:rPr>
                          <a:rPr lang="pt-BR" sz="2400" dirty="0">
                            <a:latin typeface="Aptos" panose="020B0004020202020204" pitchFamily="34" charset="0"/>
                            <a:cs typeface="Arial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en-US" altLang="pt-BR" sz="2400" baseline="-25000" dirty="0">
                            <a:latin typeface="Aptos" panose="020B0004020202020204" pitchFamily="34" charset="0"/>
                          </a:rPr>
                          <m:t>s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[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H</m:t>
                        </m:r>
                        <m:r>
                          <m:rPr>
                            <m:nor/>
                          </m:rPr>
                          <a:rPr lang="en-US" altLang="pt-BR" sz="2400" baseline="30000" dirty="0">
                            <a:latin typeface="Aptos" panose="020B0004020202020204" pitchFamily="34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]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altLang="pt-BR" sz="2400" dirty="0">
                    <a:latin typeface="Aptos" panose="020B0004020202020204" pitchFamily="34" charset="0"/>
                  </a:rPr>
                  <a:t> </a:t>
                </a:r>
                <a:r>
                  <a:rPr lang="pt-BR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  <a:sym typeface="Symbol" panose="05050102010706020507" pitchFamily="18" charset="2"/>
                  </a:rPr>
                  <a:t>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pt-BR" sz="2400" dirty="0">
                        <a:latin typeface="Aptos" panose="020B0004020202020204" pitchFamily="34" charset="0"/>
                        <a:cs typeface="Arial"/>
                      </a:rPr>
                      <m:t>[</m:t>
                    </m:r>
                    <m:r>
                      <m:rPr>
                        <m:nor/>
                      </m:rPr>
                      <a:rPr lang="pt-BR" sz="2400" dirty="0">
                        <a:latin typeface="Aptos" panose="020B0004020202020204" pitchFamily="34" charset="0"/>
                        <a:cs typeface="Arial"/>
                      </a:rPr>
                      <m:t>H</m:t>
                    </m:r>
                    <m:r>
                      <m:rPr>
                        <m:nor/>
                      </m:rPr>
                      <a:rPr lang="pt-BR" sz="2400" baseline="30000" dirty="0">
                        <a:latin typeface="Aptos" panose="020B0004020202020204" pitchFamily="34" charset="0"/>
                        <a:cs typeface="Arial"/>
                      </a:rPr>
                      <m:t>+</m:t>
                    </m:r>
                    <m:r>
                      <m:rPr>
                        <m:nor/>
                      </m:rPr>
                      <a:rPr lang="pt-BR" sz="2400" dirty="0">
                        <a:latin typeface="Aptos" panose="020B0004020202020204" pitchFamily="34" charset="0"/>
                        <a:cs typeface="Arial"/>
                      </a:rPr>
                      <m:t>] </m:t>
                    </m:r>
                    <m:r>
                      <m:rPr>
                        <m:nor/>
                      </m:rPr>
                      <a:rPr lang="pt-BR" sz="2400" dirty="0">
                        <a:latin typeface="Aptos" panose="020B0004020202020204" pitchFamily="34" charset="0"/>
                        <a:cs typeface="Arial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pt-BR" sz="2400" dirty="0">
                        <a:latin typeface="Aptos" panose="020B0004020202020204" pitchFamily="34" charset="0"/>
                      </a:rPr>
                      <m:t>K</m:t>
                    </m:r>
                    <m:r>
                      <m:rPr>
                        <m:nor/>
                      </m:rPr>
                      <a:rPr lang="en-US" altLang="pt-BR" sz="2400" baseline="-25000" dirty="0">
                        <a:latin typeface="Aptos" panose="020B0004020202020204" pitchFamily="34" charset="0"/>
                      </a:rPr>
                      <m:t>a</m:t>
                    </m:r>
                    <m:f>
                      <m:f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pt-BR" sz="2400" dirty="0">
                            <a:latin typeface="Aptos" panose="020B0004020202020204" pitchFamily="34" charset="0"/>
                            <a:cs typeface="Arial"/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pt-BR" sz="2400" baseline="-25000" dirty="0">
                            <a:latin typeface="Aptos" panose="020B0004020202020204" pitchFamily="34" charset="0"/>
                            <a:cs typeface="Arial"/>
                          </a:rPr>
                          <m:t>a</m:t>
                        </m:r>
                      </m:num>
                      <m:den>
                        <m:r>
                          <m:rPr>
                            <m:nor/>
                          </m:rPr>
                          <a:rPr lang="pt-BR" sz="2400" dirty="0">
                            <a:latin typeface="Aptos" panose="020B0004020202020204" pitchFamily="34" charset="0"/>
                            <a:cs typeface="Arial"/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pt-BR" sz="2400" baseline="-25000" dirty="0">
                            <a:latin typeface="Aptos" panose="020B0004020202020204" pitchFamily="34" charset="0"/>
                            <a:cs typeface="Arial"/>
                          </a:rPr>
                          <m:t>s</m:t>
                        </m:r>
                        <m:r>
                          <m:rPr>
                            <m:nor/>
                          </m:rPr>
                          <a:rPr lang="pt-BR" sz="2400" baseline="-25000" dirty="0">
                            <a:latin typeface="Aptos" panose="020B0004020202020204" pitchFamily="34" charset="0"/>
                            <a:cs typeface="Arial"/>
                          </a:rPr>
                          <m:t>  </m:t>
                        </m:r>
                      </m:den>
                    </m:f>
                  </m:oMath>
                </a14:m>
                <a:r>
                  <a:rPr lang="en-US" altLang="pt-BR" sz="2400" dirty="0">
                    <a:solidFill>
                      <a:schemeClr val="accent1">
                        <a:lumMod val="75000"/>
                      </a:schemeClr>
                    </a:solidFill>
                    <a:latin typeface="Aptos" panose="020B0004020202020204" pitchFamily="34" charset="0"/>
                  </a:rPr>
                  <a:t> (8)</a:t>
                </a:r>
              </a:p>
              <a:p>
                <a:pPr algn="ctr"/>
                <a:endParaRPr lang="en-US" altLang="pt-BR" sz="2400" dirty="0">
                  <a:solidFill>
                    <a:schemeClr val="accent1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  <a:p>
                <a:r>
                  <a:rPr lang="en-US" altLang="pt-BR" sz="2400" dirty="0" err="1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Escrevendo</a:t>
                </a:r>
                <a:r>
                  <a:rPr lang="en-US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 </a:t>
                </a:r>
                <a:r>
                  <a:rPr lang="en-US" altLang="pt-BR" sz="2400" dirty="0">
                    <a:solidFill>
                      <a:schemeClr val="accent1">
                        <a:lumMod val="75000"/>
                      </a:schemeClr>
                    </a:solidFill>
                    <a:latin typeface="Aptos" panose="020B0004020202020204" pitchFamily="34" charset="0"/>
                  </a:rPr>
                  <a:t>(8) </a:t>
                </a:r>
                <a:r>
                  <a:rPr lang="en-US" altLang="pt-BR" sz="2400" dirty="0" err="1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na</a:t>
                </a:r>
                <a:r>
                  <a:rPr lang="en-US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 forma </a:t>
                </a:r>
                <a:r>
                  <a:rPr lang="en-US" altLang="pt-BR" sz="2400" dirty="0" err="1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logarítmica</a:t>
                </a:r>
                <a:r>
                  <a:rPr lang="en-US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:</a:t>
                </a:r>
              </a:p>
              <a:p>
                <a:endParaRPr lang="en-US" sz="2400" dirty="0">
                  <a:solidFill>
                    <a:srgbClr val="002060"/>
                  </a:solidFill>
                  <a:latin typeface="Aptos" panose="020B0004020202020204" pitchFamily="34" charset="0"/>
                </a:endParaRPr>
              </a:p>
              <a:p>
                <a:r>
                  <a:rPr lang="en-US" altLang="pt-BR" sz="2400" b="1" dirty="0">
                    <a:latin typeface="Aptos" panose="020B0004020202020204" pitchFamily="34" charset="0"/>
                  </a:rPr>
                  <a:t>pH = </a:t>
                </a:r>
                <a:r>
                  <a:rPr lang="en-US" altLang="pt-BR" sz="2400" b="1" dirty="0" err="1">
                    <a:latin typeface="Aptos" panose="020B0004020202020204" pitchFamily="34" charset="0"/>
                  </a:rPr>
                  <a:t>pK</a:t>
                </a:r>
                <a:r>
                  <a:rPr lang="en-US" altLang="pt-BR" sz="2400" b="1" baseline="-25000" dirty="0" err="1">
                    <a:latin typeface="Aptos" panose="020B0004020202020204" pitchFamily="34" charset="0"/>
                  </a:rPr>
                  <a:t>a</a:t>
                </a:r>
                <a:r>
                  <a:rPr lang="en-US" altLang="pt-BR" sz="2400" b="1" dirty="0">
                    <a:latin typeface="Aptos" panose="020B0004020202020204" pitchFamily="34" charset="0"/>
                  </a:rPr>
                  <a:t> + log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2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pt-BR" sz="2400" b="1" dirty="0">
                            <a:latin typeface="Aptos" panose="020B0004020202020204" pitchFamily="34" charset="0"/>
                            <a:cs typeface="Arial"/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pt-BR" sz="2400" b="1" baseline="-25000" dirty="0">
                            <a:latin typeface="Aptos" panose="020B0004020202020204" pitchFamily="34" charset="0"/>
                            <a:cs typeface="Arial"/>
                          </a:rPr>
                          <m:t>s</m:t>
                        </m:r>
                        <m:r>
                          <m:rPr>
                            <m:nor/>
                          </m:rPr>
                          <a:rPr lang="pt-BR" altLang="pt-BR" sz="2400" b="1" dirty="0">
                            <a:latin typeface="Aptos" panose="020B0004020202020204" pitchFamily="34" charset="0"/>
                          </a:rPr>
                          <m:t> </m:t>
                        </m:r>
                      </m:num>
                      <m:den>
                        <m:r>
                          <m:rPr>
                            <m:nor/>
                          </m:rPr>
                          <a:rPr lang="pt-BR" altLang="pt-BR" sz="2400" b="1" i="0" dirty="0" smtClean="0">
                            <a:latin typeface="Aptos" panose="020B00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pt-BR" sz="2400" b="1" dirty="0">
                            <a:latin typeface="Aptos" panose="020B0004020202020204" pitchFamily="34" charset="0"/>
                            <a:cs typeface="Arial"/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pt-BR" sz="2400" b="1" baseline="-25000" dirty="0">
                            <a:latin typeface="Aptos" panose="020B0004020202020204" pitchFamily="34" charset="0"/>
                            <a:cs typeface="Arial"/>
                          </a:rPr>
                          <m:t>a</m:t>
                        </m:r>
                        <m:r>
                          <m:rPr>
                            <m:nor/>
                          </m:rPr>
                          <a:rPr lang="pt-BR" sz="2400" b="1" baseline="-25000" dirty="0">
                            <a:latin typeface="Aptos" panose="020B0004020202020204" pitchFamily="34" charset="0"/>
                            <a:cs typeface="Arial"/>
                          </a:rPr>
                          <m:t>  </m:t>
                        </m:r>
                      </m:den>
                    </m:f>
                  </m:oMath>
                </a14:m>
                <a:r>
                  <a:rPr lang="pt-BR" sz="2400" b="1" dirty="0">
                    <a:latin typeface="Aptos" panose="020B0004020202020204" pitchFamily="34" charset="0"/>
                  </a:rPr>
                  <a:t> </a:t>
                </a:r>
                <a:r>
                  <a:rPr lang="pt-BR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  <a:sym typeface="Symbol" panose="05050102010706020507" pitchFamily="18" charset="2"/>
                  </a:rPr>
                  <a:t> </a:t>
                </a:r>
                <a:r>
                  <a:rPr lang="pt-BR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Equação de Henderson-</a:t>
                </a:r>
                <a:r>
                  <a:rPr lang="pt-BR" altLang="pt-BR" sz="2400" dirty="0" err="1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Hasselbach</a:t>
                </a:r>
                <a:endParaRPr lang="pt-BR" sz="2400" dirty="0">
                  <a:solidFill>
                    <a:schemeClr val="accent1">
                      <a:lumMod val="50000"/>
                    </a:schemeClr>
                  </a:solidFill>
                  <a:latin typeface="Aptos" panose="020B0004020202020204" pitchFamily="34" charset="0"/>
                </a:endParaRPr>
              </a:p>
              <a:p>
                <a:endParaRPr lang="pt-BR" sz="2400" dirty="0">
                  <a:latin typeface="Aptos" panose="020B0004020202020204" pitchFamily="34" charset="0"/>
                </a:endParaRPr>
              </a:p>
              <a:p>
                <a:r>
                  <a:rPr 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Para o </a:t>
                </a:r>
                <a:r>
                  <a:rPr lang="pt-BR" sz="2400" b="1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exemplo 5</a:t>
                </a:r>
                <a:r>
                  <a:rPr 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:</a:t>
                </a:r>
              </a:p>
              <a:p>
                <a:pPr algn="ctr"/>
                <a:r>
                  <a:rPr lang="en-US" altLang="pt-BR" sz="2400" dirty="0">
                    <a:latin typeface="Aptos" panose="020B0004020202020204" pitchFamily="34" charset="0"/>
                  </a:rPr>
                  <a:t>pH = - log </a:t>
                </a:r>
                <a:r>
                  <a:rPr lang="pt-BR" altLang="pt-BR" sz="2400" dirty="0">
                    <a:latin typeface="Aptos" panose="020B0004020202020204" pitchFamily="34" charset="0"/>
                  </a:rPr>
                  <a:t>1,75 x 10</a:t>
                </a:r>
                <a:r>
                  <a:rPr lang="pt-BR" altLang="pt-BR" sz="2400" baseline="30000" dirty="0">
                    <a:latin typeface="Aptos" panose="020B0004020202020204" pitchFamily="34" charset="0"/>
                  </a:rPr>
                  <a:t>-5</a:t>
                </a:r>
                <a:r>
                  <a:rPr lang="en-US" altLang="pt-BR" sz="2400" dirty="0">
                    <a:latin typeface="Aptos" panose="020B0004020202020204" pitchFamily="34" charset="0"/>
                  </a:rPr>
                  <a:t> + log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pt-BR" sz="2400" kern="0" dirty="0">
                            <a:solidFill>
                              <a:schemeClr val="tx1"/>
                            </a:solidFill>
                            <a:latin typeface="Aptos" panose="020B0004020202020204" pitchFamily="34" charset="0"/>
                            <a:cs typeface="Arial"/>
                          </a:rPr>
                          <m:t>0,0100</m:t>
                        </m:r>
                      </m:num>
                      <m:den>
                        <m:r>
                          <m:rPr>
                            <m:nor/>
                          </m:rPr>
                          <a:rPr lang="pt-BR" sz="2400" b="0" i="0" dirty="0" smtClean="0">
                            <a:solidFill>
                              <a:schemeClr val="tx1"/>
                            </a:solidFill>
                            <a:latin typeface="Aptos" panose="020B0004020202020204" pitchFamily="34" charset="0"/>
                            <a:cs typeface="Arial"/>
                          </a:rPr>
                          <m:t>0,1000</m:t>
                        </m:r>
                        <m:r>
                          <m:rPr>
                            <m:nor/>
                          </m:rPr>
                          <a:rPr lang="pt-BR" sz="2400" baseline="-25000" dirty="0">
                            <a:solidFill>
                              <a:schemeClr val="tx1"/>
                            </a:solidFill>
                            <a:latin typeface="Aptos" panose="020B0004020202020204" pitchFamily="34" charset="0"/>
                            <a:cs typeface="Arial"/>
                          </a:rPr>
                          <m:t> </m:t>
                        </m:r>
                      </m:den>
                    </m:f>
                  </m:oMath>
                </a14:m>
                <a:r>
                  <a:rPr lang="pt-BR" altLang="pt-BR" sz="2400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 = </a:t>
                </a:r>
                <a:r>
                  <a:rPr lang="pt-BR" altLang="pt-BR" sz="2400" b="1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3,76</a:t>
                </a:r>
              </a:p>
              <a:p>
                <a:pPr algn="ctr"/>
                <a:endParaRPr lang="pt-BR" altLang="pt-BR" sz="2400" b="1" dirty="0">
                  <a:latin typeface="Aptos" panose="020B0004020202020204" pitchFamily="34" charset="0"/>
                </a:endParaRPr>
              </a:p>
              <a:p>
                <a:pPr algn="ctr"/>
                <a:r>
                  <a:rPr lang="pt-BR" sz="2400" kern="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Testando as simplificações: são válidas se o erro é menor que 3%.</a:t>
                </a:r>
                <a:endParaRPr lang="pt-BR" sz="2400" dirty="0">
                  <a:solidFill>
                    <a:schemeClr val="accent1">
                      <a:lumMod val="50000"/>
                    </a:schemeClr>
                  </a:solidFill>
                  <a:latin typeface="Aptos" panose="020B0004020202020204" pitchFamily="34" charset="0"/>
                </a:endParaRPr>
              </a:p>
              <a:p>
                <a:pPr algn="ctr"/>
                <a:endParaRPr lang="pt-BR" altLang="pt-BR" sz="2400" b="1" dirty="0">
                  <a:solidFill>
                    <a:schemeClr val="accent1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853AA491-C3ED-F5F8-5382-17A3502554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260" y="612107"/>
                <a:ext cx="11527192" cy="5633786"/>
              </a:xfrm>
              <a:prstGeom prst="rect">
                <a:avLst/>
              </a:prstGeom>
              <a:blipFill>
                <a:blip r:embed="rId2"/>
                <a:stretch>
                  <a:fillRect l="-793" t="-86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Conector de seta reta 25">
            <a:extLst>
              <a:ext uri="{FF2B5EF4-FFF2-40B4-BE49-F238E27FC236}">
                <a16:creationId xmlns:a16="http://schemas.microsoft.com/office/drawing/2014/main" id="{45AF9CDC-0CD5-5095-3F63-B9D05F726C37}"/>
              </a:ext>
            </a:extLst>
          </p:cNvPr>
          <p:cNvCxnSpPr/>
          <p:nvPr/>
        </p:nvCxnSpPr>
        <p:spPr bwMode="auto">
          <a:xfrm flipV="1">
            <a:off x="5632361" y="1340194"/>
            <a:ext cx="316349" cy="36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ysDash"/>
            <a:round/>
            <a:headEnd type="none" w="med" len="med"/>
            <a:tailEnd type="triangle"/>
          </a:ln>
          <a:effectLst/>
        </p:spPr>
      </p:cxnSp>
      <p:cxnSp>
        <p:nvCxnSpPr>
          <p:cNvPr id="8" name="Conector de seta reta 25">
            <a:extLst>
              <a:ext uri="{FF2B5EF4-FFF2-40B4-BE49-F238E27FC236}">
                <a16:creationId xmlns:a16="http://schemas.microsoft.com/office/drawing/2014/main" id="{42FB09FF-25B2-7803-1F26-31498E3D81B8}"/>
              </a:ext>
            </a:extLst>
          </p:cNvPr>
          <p:cNvCxnSpPr/>
          <p:nvPr/>
        </p:nvCxnSpPr>
        <p:spPr bwMode="auto">
          <a:xfrm flipV="1">
            <a:off x="5779649" y="1710619"/>
            <a:ext cx="316349" cy="36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ysDash"/>
            <a:round/>
            <a:headEnd type="none" w="med" len="med"/>
            <a:tailEnd type="triangle"/>
          </a:ln>
          <a:effectLst/>
        </p:spPr>
      </p:cxnSp>
      <p:sp>
        <p:nvSpPr>
          <p:cNvPr id="9" name="CaixaDeTexto 8">
            <a:extLst>
              <a:ext uri="{FF2B5EF4-FFF2-40B4-BE49-F238E27FC236}">
                <a16:creationId xmlns:a16="http://schemas.microsoft.com/office/drawing/2014/main" id="{77CC38BD-3A0A-0AB9-1F16-A177567C291C}"/>
              </a:ext>
            </a:extLst>
          </p:cNvPr>
          <p:cNvSpPr txBox="1"/>
          <p:nvPr/>
        </p:nvSpPr>
        <p:spPr>
          <a:xfrm>
            <a:off x="3041916" y="5794653"/>
            <a:ext cx="5791816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>
              <a:buFont typeface="Arial" charset="0"/>
              <a:buNone/>
              <a:defRPr/>
            </a:pPr>
            <a:r>
              <a:rPr lang="pt-BR" sz="2400" b="1" kern="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/>
              </a:rPr>
              <a:t>Resposta: Aproximações válidas</a:t>
            </a:r>
          </a:p>
        </p:txBody>
      </p:sp>
    </p:spTree>
    <p:extLst>
      <p:ext uri="{BB962C8B-B14F-4D97-AF65-F5344CB8AC3E}">
        <p14:creationId xmlns:p14="http://schemas.microsoft.com/office/powerpoint/2010/main" val="266566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6FC4A-EB9D-B432-7144-8F187FAB5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33EA89C-5D4F-9805-A593-CA53BEF5EEDC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Cálculo de pH de solução tampão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BA09C748-AC30-7741-D687-5A85886C6F6A}"/>
                  </a:ext>
                </a:extLst>
              </p:cNvPr>
              <p:cNvSpPr txBox="1"/>
              <p:nvPr/>
            </p:nvSpPr>
            <p:spPr>
              <a:xfrm>
                <a:off x="332404" y="1635496"/>
                <a:ext cx="11527192" cy="35870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Se </a:t>
                </a:r>
                <a:r>
                  <a:rPr lang="en-US" altLang="pt-BR" sz="2400" dirty="0" err="1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em</a:t>
                </a:r>
                <a:r>
                  <a:rPr lang="en-US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 </a:t>
                </a:r>
                <a:r>
                  <a:rPr lang="en-US" altLang="pt-BR" sz="2400" dirty="0">
                    <a:solidFill>
                      <a:schemeClr val="accent1">
                        <a:lumMod val="75000"/>
                      </a:schemeClr>
                    </a:solidFill>
                    <a:latin typeface="Aptos" panose="020B0004020202020204" pitchFamily="34" charset="0"/>
                  </a:rPr>
                  <a:t>(7b)</a:t>
                </a:r>
                <a:r>
                  <a:rPr lang="en-US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, K</a:t>
                </a:r>
                <a:r>
                  <a:rPr lang="en-US" altLang="pt-BR" sz="2400" baseline="-250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h</a:t>
                </a:r>
                <a:r>
                  <a:rPr lang="en-US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 &gt;&gt;&gt; K</a:t>
                </a:r>
                <a:r>
                  <a:rPr lang="en-US" altLang="pt-BR" sz="2400" baseline="-250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a</a:t>
                </a:r>
                <a:r>
                  <a:rPr lang="en-US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 </a:t>
                </a:r>
                <a:r>
                  <a:rPr lang="pt-BR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  <a:sym typeface="Symbol" panose="05050102010706020507" pitchFamily="18" charset="2"/>
                  </a:rPr>
                  <a:t> </a:t>
                </a:r>
                <a:r>
                  <a:rPr lang="pt-BR" altLang="pt-BR" sz="2400" dirty="0">
                    <a:solidFill>
                      <a:schemeClr val="tx1"/>
                    </a:solidFill>
                    <a:latin typeface="Aptos" panose="020B0004020202020204" pitchFamily="34" charset="0"/>
                    <a:sym typeface="Symbol" panose="05050102010706020507" pitchFamily="18" charset="2"/>
                  </a:rPr>
                  <a:t>Despreza-se a [H</a:t>
                </a:r>
                <a:r>
                  <a:rPr lang="pt-BR" altLang="pt-BR" sz="2400" baseline="30000" dirty="0">
                    <a:solidFill>
                      <a:schemeClr val="tx1"/>
                    </a:solidFill>
                    <a:latin typeface="Aptos" panose="020B0004020202020204" pitchFamily="34" charset="0"/>
                    <a:sym typeface="Symbol" panose="05050102010706020507" pitchFamily="18" charset="2"/>
                  </a:rPr>
                  <a:t>+</a:t>
                </a:r>
                <a:r>
                  <a:rPr lang="pt-BR" altLang="pt-BR" sz="2400" dirty="0">
                    <a:solidFill>
                      <a:schemeClr val="tx1"/>
                    </a:solidFill>
                    <a:latin typeface="Aptos" panose="020B0004020202020204" pitchFamily="34" charset="0"/>
                    <a:sym typeface="Symbol" panose="05050102010706020507" pitchFamily="18" charset="2"/>
                  </a:rPr>
                  <a:t>] </a:t>
                </a:r>
                <a:r>
                  <a:rPr lang="pt-BR" altLang="pt-BR" sz="2400" dirty="0">
                    <a:latin typeface="Aptos" panose="020B0004020202020204" pitchFamily="34" charset="0"/>
                    <a:sym typeface="Symbol" panose="05050102010706020507" pitchFamily="18" charset="2"/>
                  </a:rPr>
                  <a:t>em </a:t>
                </a:r>
                <a:r>
                  <a:rPr lang="pt-BR" altLang="pt-BR" sz="2400" dirty="0">
                    <a:solidFill>
                      <a:schemeClr val="accent1">
                        <a:lumMod val="75000"/>
                      </a:schemeClr>
                    </a:solidFill>
                    <a:latin typeface="Aptos" panose="020B0004020202020204" pitchFamily="34" charset="0"/>
                    <a:sym typeface="Symbol" panose="05050102010706020507" pitchFamily="18" charset="2"/>
                  </a:rPr>
                  <a:t>(7a)</a:t>
                </a:r>
                <a:r>
                  <a:rPr lang="pt-BR" altLang="pt-BR" sz="2400" dirty="0">
                    <a:solidFill>
                      <a:schemeClr val="tx1"/>
                    </a:solidFill>
                    <a:latin typeface="Aptos" panose="020B0004020202020204" pitchFamily="34" charset="0"/>
                    <a:sym typeface="Symbol" panose="05050102010706020507" pitchFamily="18" charset="2"/>
                  </a:rPr>
                  <a:t>:</a:t>
                </a:r>
              </a:p>
              <a:p>
                <a:endParaRPr lang="en-US" altLang="pt-BR" sz="2400" dirty="0">
                  <a:latin typeface="Aptos" panose="020B0004020202020204" pitchFamily="34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pt-BR" sz="2400" dirty="0" smtClean="0">
                        <a:latin typeface="Aptos" panose="020B0004020202020204" pitchFamily="34" charset="0"/>
                        <a:cs typeface="Arial"/>
                      </a:rPr>
                      <m:t>[</m:t>
                    </m:r>
                    <m:r>
                      <m:rPr>
                        <m:nor/>
                      </m:rPr>
                      <a:rPr lang="pt-BR" sz="2400" dirty="0" smtClean="0">
                        <a:latin typeface="Aptos" panose="020B0004020202020204" pitchFamily="34" charset="0"/>
                        <a:cs typeface="Arial"/>
                      </a:rPr>
                      <m:t>H</m:t>
                    </m:r>
                    <m:r>
                      <m:rPr>
                        <m:nor/>
                      </m:rPr>
                      <a:rPr lang="pt-BR" sz="2400" baseline="30000" dirty="0" smtClean="0">
                        <a:latin typeface="Aptos" panose="020B0004020202020204" pitchFamily="34" charset="0"/>
                        <a:cs typeface="Arial"/>
                      </a:rPr>
                      <m:t>+</m:t>
                    </m:r>
                    <m:r>
                      <m:rPr>
                        <m:nor/>
                      </m:rPr>
                      <a:rPr lang="pt-BR" sz="2400" dirty="0" smtClean="0">
                        <a:latin typeface="Aptos" panose="020B0004020202020204" pitchFamily="34" charset="0"/>
                        <a:cs typeface="Arial"/>
                      </a:rPr>
                      <m:t>] </m:t>
                    </m:r>
                    <m:r>
                      <m:rPr>
                        <m:nor/>
                      </m:rPr>
                      <a:rPr lang="pt-BR" sz="2400" dirty="0">
                        <a:latin typeface="Aptos" panose="020B0004020202020204" pitchFamily="34" charset="0"/>
                        <a:cs typeface="Arial" charset="0"/>
                      </a:rPr>
                      <m:t>=</m:t>
                    </m:r>
                    <m:r>
                      <m:rPr>
                        <m:nor/>
                      </m:rPr>
                      <a:rPr lang="pt-BR" sz="2400" dirty="0">
                        <a:latin typeface="Aptos" panose="020B0004020202020204" pitchFamily="34" charset="0"/>
                        <a:cs typeface="Arial" charset="0"/>
                      </a:rPr>
                      <m:t>Ka</m:t>
                    </m:r>
                    <m:f>
                      <m:f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pt-BR" sz="2400" dirty="0">
                            <a:latin typeface="Aptos" panose="020B0004020202020204" pitchFamily="34" charset="0"/>
                            <a:cs typeface="Arial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en-US" altLang="pt-BR" sz="2400" baseline="-25000" dirty="0">
                            <a:latin typeface="Aptos" panose="020B0004020202020204" pitchFamily="34" charset="0"/>
                          </a:rPr>
                          <m:t>a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 + [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OH</m:t>
                        </m:r>
                        <m:r>
                          <m:rPr>
                            <m:nor/>
                          </m:rPr>
                          <a:rPr lang="en-US" altLang="pt-BR" sz="2400" baseline="30000" dirty="0">
                            <a:latin typeface="Aptos" panose="020B0004020202020204" pitchFamily="34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] – [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H</m:t>
                        </m:r>
                        <m:r>
                          <m:rPr>
                            <m:nor/>
                          </m:rPr>
                          <a:rPr lang="en-US" altLang="pt-BR" sz="2400" baseline="30000" dirty="0">
                            <a:latin typeface="Aptos" panose="020B0004020202020204" pitchFamily="34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]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)  </m:t>
                        </m:r>
                      </m:num>
                      <m:den>
                        <m:r>
                          <m:rPr>
                            <m:nor/>
                          </m:rPr>
                          <a:rPr lang="pt-BR" sz="2400" dirty="0">
                            <a:latin typeface="Aptos" panose="020B0004020202020204" pitchFamily="34" charset="0"/>
                            <a:cs typeface="Arial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en-US" altLang="pt-BR" sz="2400" baseline="-25000" dirty="0">
                            <a:latin typeface="Aptos" panose="020B0004020202020204" pitchFamily="34" charset="0"/>
                          </a:rPr>
                          <m:t>s</m:t>
                        </m:r>
                        <m:r>
                          <m:rPr>
                            <m:nor/>
                          </m:rPr>
                          <a:rPr lang="en-US" altLang="pt-BR" sz="2400" baseline="-25000" dirty="0">
                            <a:latin typeface="Aptos" panose="020B0004020202020204" pitchFamily="34" charset="0"/>
                          </a:rPr>
                          <m:t>  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− [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OH</m:t>
                        </m:r>
                        <m:r>
                          <m:rPr>
                            <m:nor/>
                          </m:rPr>
                          <a:rPr lang="en-US" altLang="pt-BR" sz="2400" baseline="30000" dirty="0">
                            <a:latin typeface="Aptos" panose="020B0004020202020204" pitchFamily="34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] + [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H</m:t>
                        </m:r>
                        <m:r>
                          <m:rPr>
                            <m:nor/>
                          </m:rPr>
                          <a:rPr lang="en-US" altLang="pt-BR" sz="2400" baseline="30000" dirty="0">
                            <a:latin typeface="Aptos" panose="020B0004020202020204" pitchFamily="34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]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pt-BR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  <a:sym typeface="Symbol" panose="05050102010706020507" pitchFamily="18" charset="2"/>
                  </a:rPr>
                  <a:t> </a:t>
                </a:r>
                <a:r>
                  <a:rPr lang="pt-BR" sz="2400" dirty="0">
                    <a:latin typeface="Aptos" panose="020B0004020202020204" pitchFamily="34" charset="0"/>
                    <a:cs typeface="Arial" charset="0"/>
                  </a:rPr>
                  <a:t>= K</a:t>
                </a:r>
                <a:r>
                  <a:rPr lang="pt-BR" sz="2400" baseline="-25000" dirty="0">
                    <a:latin typeface="Aptos" panose="020B0004020202020204" pitchFamily="34" charset="0"/>
                    <a:cs typeface="Arial" charset="0"/>
                  </a:rPr>
                  <a:t>a</a:t>
                </a:r>
                <a:r>
                  <a:rPr lang="pt-BR" sz="2400" dirty="0">
                    <a:latin typeface="Aptos" panose="020B0004020202020204" pitchFamily="34" charset="0"/>
                    <a:cs typeface="Arial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pt-BR" sz="2400" dirty="0">
                            <a:latin typeface="Aptos" panose="020B0004020202020204" pitchFamily="34" charset="0"/>
                            <a:cs typeface="Arial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en-US" altLang="pt-BR" sz="2400" baseline="-25000" dirty="0">
                            <a:latin typeface="Aptos" panose="020B0004020202020204" pitchFamily="34" charset="0"/>
                          </a:rPr>
                          <m:t>a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 + [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OH</m:t>
                        </m:r>
                        <m:r>
                          <m:rPr>
                            <m:nor/>
                          </m:rPr>
                          <a:rPr lang="en-US" altLang="pt-BR" sz="2400" baseline="30000" dirty="0">
                            <a:latin typeface="Aptos" panose="020B0004020202020204" pitchFamily="34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]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)  </m:t>
                        </m:r>
                      </m:num>
                      <m:den>
                        <m:r>
                          <m:rPr>
                            <m:nor/>
                          </m:rPr>
                          <a:rPr lang="pt-BR" sz="2400" dirty="0">
                            <a:latin typeface="Aptos" panose="020B0004020202020204" pitchFamily="34" charset="0"/>
                            <a:cs typeface="Arial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en-US" altLang="pt-BR" sz="2400" baseline="-25000" dirty="0">
                            <a:latin typeface="Aptos" panose="020B0004020202020204" pitchFamily="34" charset="0"/>
                          </a:rPr>
                          <m:t>s</m:t>
                        </m:r>
                        <m:r>
                          <m:rPr>
                            <m:nor/>
                          </m:rPr>
                          <a:rPr lang="en-US" altLang="pt-BR" sz="2400" baseline="-25000" dirty="0">
                            <a:latin typeface="Aptos" panose="020B0004020202020204" pitchFamily="34" charset="0"/>
                          </a:rPr>
                          <m:t>  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− [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OH</m:t>
                        </m:r>
                        <m:r>
                          <m:rPr>
                            <m:nor/>
                          </m:rPr>
                          <a:rPr lang="en-US" altLang="pt-BR" sz="2400" baseline="30000" dirty="0">
                            <a:latin typeface="Aptos" panose="020B0004020202020204" pitchFamily="34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]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pt-BR" sz="2400" dirty="0">
                    <a:latin typeface="Aptos" panose="020B0004020202020204" pitchFamily="34" charset="0"/>
                  </a:rPr>
                  <a:t> </a:t>
                </a:r>
                <a:r>
                  <a:rPr lang="en-US" altLang="pt-BR" sz="2400" dirty="0">
                    <a:solidFill>
                      <a:schemeClr val="accent1">
                        <a:lumMod val="75000"/>
                      </a:schemeClr>
                    </a:solidFill>
                    <a:latin typeface="Aptos" panose="020B0004020202020204" pitchFamily="34" charset="0"/>
                  </a:rPr>
                  <a:t>(7c)</a:t>
                </a:r>
              </a:p>
              <a:p>
                <a:pPr algn="ctr"/>
                <a:endParaRPr lang="en-US" altLang="pt-BR" sz="2400" dirty="0">
                  <a:solidFill>
                    <a:schemeClr val="accent1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  <a:p>
                <a:pPr algn="ctr"/>
                <a:r>
                  <a:rPr lang="en-US" altLang="pt-BR" sz="2400" dirty="0" err="1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Substituindo</a:t>
                </a:r>
                <a:r>
                  <a:rPr lang="en-US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 [OH</a:t>
                </a:r>
                <a:r>
                  <a:rPr lang="en-US" altLang="pt-BR" sz="2400" baseline="300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-</a:t>
                </a:r>
                <a:r>
                  <a:rPr lang="en-US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] </a:t>
                </a:r>
                <a:r>
                  <a:rPr lang="en-US" altLang="pt-BR" sz="2400" dirty="0" err="1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por</a:t>
                </a:r>
                <a:r>
                  <a:rPr lang="en-US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 K</a:t>
                </a:r>
                <a:r>
                  <a:rPr lang="en-US" altLang="pt-BR" sz="2400" baseline="-250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w</a:t>
                </a:r>
                <a:r>
                  <a:rPr lang="en-US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/[H</a:t>
                </a:r>
                <a:r>
                  <a:rPr lang="en-US" altLang="pt-BR" sz="2400" baseline="300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+</a:t>
                </a:r>
                <a:r>
                  <a:rPr lang="en-US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] </a:t>
                </a:r>
                <a:r>
                  <a:rPr lang="en-US" altLang="pt-BR" sz="2400" dirty="0" err="1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na</a:t>
                </a:r>
                <a:r>
                  <a:rPr lang="en-US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 eq. (7c), </a:t>
                </a:r>
                <a:r>
                  <a:rPr lang="en-US" altLang="pt-BR" sz="2400" dirty="0" err="1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tem</a:t>
                </a:r>
                <a:r>
                  <a:rPr lang="en-US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-se:</a:t>
                </a:r>
                <a:r>
                  <a:rPr 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 </a:t>
                </a:r>
              </a:p>
              <a:p>
                <a:pPr algn="ctr"/>
                <a:endParaRPr lang="en-US" altLang="pt-BR" sz="2400" dirty="0">
                  <a:solidFill>
                    <a:schemeClr val="accent1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pt-BR" sz="2400" dirty="0" smtClean="0">
                        <a:solidFill>
                          <a:schemeClr val="tx1"/>
                        </a:solidFill>
                        <a:latin typeface="Aptos" panose="020B0004020202020204" pitchFamily="34" charset="0"/>
                        <a:cs typeface="Arial"/>
                      </a:rPr>
                      <m:t>[</m:t>
                    </m:r>
                    <m:r>
                      <m:rPr>
                        <m:nor/>
                      </m:rPr>
                      <a:rPr lang="pt-BR" sz="2400" dirty="0" smtClean="0">
                        <a:solidFill>
                          <a:schemeClr val="tx1"/>
                        </a:solidFill>
                        <a:latin typeface="Aptos" panose="020B0004020202020204" pitchFamily="34" charset="0"/>
                        <a:cs typeface="Arial"/>
                      </a:rPr>
                      <m:t>H</m:t>
                    </m:r>
                    <m:r>
                      <m:rPr>
                        <m:nor/>
                      </m:rPr>
                      <a:rPr lang="pt-BR" sz="2400" baseline="30000" dirty="0" smtClean="0">
                        <a:solidFill>
                          <a:schemeClr val="tx1"/>
                        </a:solidFill>
                        <a:latin typeface="Aptos" panose="020B0004020202020204" pitchFamily="34" charset="0"/>
                        <a:cs typeface="Arial"/>
                      </a:rPr>
                      <m:t>+</m:t>
                    </m:r>
                    <m:r>
                      <m:rPr>
                        <m:nor/>
                      </m:rPr>
                      <a:rPr lang="pt-BR" sz="2400" dirty="0" smtClean="0">
                        <a:solidFill>
                          <a:schemeClr val="tx1"/>
                        </a:solidFill>
                        <a:latin typeface="Aptos" panose="020B0004020202020204" pitchFamily="34" charset="0"/>
                        <a:cs typeface="Arial"/>
                      </a:rPr>
                      <m:t>] </m:t>
                    </m:r>
                  </m:oMath>
                </a14:m>
                <a:r>
                  <a:rPr lang="pt-BR" sz="2400" dirty="0">
                    <a:solidFill>
                      <a:schemeClr val="tx1"/>
                    </a:solidFill>
                    <a:latin typeface="Aptos" panose="020B0004020202020204" pitchFamily="34" charset="0"/>
                    <a:cs typeface="Arial" charset="0"/>
                  </a:rPr>
                  <a:t>=</a:t>
                </a:r>
                <a:r>
                  <a:rPr lang="pt-BR" sz="2400" dirty="0">
                    <a:latin typeface="Aptos" panose="020B0004020202020204" pitchFamily="34" charset="0"/>
                    <a:cs typeface="Arial" charset="0"/>
                  </a:rPr>
                  <a:t> K</a:t>
                </a:r>
                <a:r>
                  <a:rPr lang="pt-BR" sz="2400" baseline="-25000" dirty="0">
                    <a:latin typeface="Aptos" panose="020B0004020202020204" pitchFamily="34" charset="0"/>
                    <a:cs typeface="Arial" charset="0"/>
                  </a:rPr>
                  <a:t>a</a:t>
                </a:r>
                <a:r>
                  <a:rPr lang="pt-BR" sz="2400" dirty="0">
                    <a:latin typeface="Aptos" panose="020B0004020202020204" pitchFamily="34" charset="0"/>
                    <a:cs typeface="Arial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pt-BR" sz="2400" dirty="0">
                            <a:latin typeface="Aptos" panose="020B0004020202020204" pitchFamily="34" charset="0"/>
                            <a:cs typeface="Arial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en-US" altLang="pt-BR" sz="2400" baseline="-25000" dirty="0">
                            <a:latin typeface="Aptos" panose="020B0004020202020204" pitchFamily="34" charset="0"/>
                          </a:rPr>
                          <m:t>a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 +</m:t>
                        </m:r>
                        <m:r>
                          <m:rPr>
                            <m:nor/>
                          </m:rPr>
                          <a:rPr lang="pt-BR" sz="2400" dirty="0">
                            <a:latin typeface="Aptos" panose="020B0004020202020204" pitchFamily="34" charset="0"/>
                            <a:cs typeface="Arial" charset="0"/>
                          </a:rPr>
                          <m:t>K</m:t>
                        </m:r>
                        <m:r>
                          <m:rPr>
                            <m:nor/>
                          </m:rPr>
                          <a:rPr lang="pt-BR" sz="2400" b="0" i="0" baseline="-25000" dirty="0" smtClean="0">
                            <a:latin typeface="Aptos" panose="020B0004020202020204" pitchFamily="34" charset="0"/>
                            <a:cs typeface="Arial" charset="0"/>
                          </a:rPr>
                          <m:t>w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/[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H</m:t>
                        </m:r>
                        <m:r>
                          <m:rPr>
                            <m:nor/>
                          </m:rPr>
                          <a:rPr lang="en-US" altLang="pt-BR" sz="2400" baseline="30000" dirty="0">
                            <a:latin typeface="Aptos" panose="020B0004020202020204" pitchFamily="34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]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)  </m:t>
                        </m:r>
                      </m:num>
                      <m:den>
                        <m:r>
                          <m:rPr>
                            <m:nor/>
                          </m:rPr>
                          <a:rPr lang="pt-BR" sz="2400" dirty="0">
                            <a:latin typeface="Aptos" panose="020B0004020202020204" pitchFamily="34" charset="0"/>
                            <a:cs typeface="Arial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en-US" altLang="pt-BR" sz="2400" baseline="-25000" dirty="0">
                            <a:latin typeface="Aptos" panose="020B0004020202020204" pitchFamily="34" charset="0"/>
                          </a:rPr>
                          <m:t>s</m:t>
                        </m:r>
                        <m:r>
                          <m:rPr>
                            <m:nor/>
                          </m:rPr>
                          <a:rPr lang="en-US" altLang="pt-BR" sz="2400" baseline="-25000" dirty="0">
                            <a:latin typeface="Aptos" panose="020B0004020202020204" pitchFamily="34" charset="0"/>
                          </a:rPr>
                          <m:t>  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pt-BR" sz="2400" dirty="0">
                            <a:latin typeface="Aptos" panose="020B0004020202020204" pitchFamily="34" charset="0"/>
                            <a:cs typeface="Arial" charset="0"/>
                          </a:rPr>
                          <m:t>K</m:t>
                        </m:r>
                        <m:r>
                          <m:rPr>
                            <m:nor/>
                          </m:rPr>
                          <a:rPr lang="pt-BR" sz="2400" baseline="-25000" dirty="0">
                            <a:latin typeface="Aptos" panose="020B0004020202020204" pitchFamily="34" charset="0"/>
                            <a:cs typeface="Arial" charset="0"/>
                          </a:rPr>
                          <m:t>w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/[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H</m:t>
                        </m:r>
                        <m:r>
                          <m:rPr>
                            <m:nor/>
                          </m:rPr>
                          <a:rPr lang="en-US" altLang="pt-BR" sz="2400" baseline="30000" dirty="0">
                            <a:latin typeface="Aptos" panose="020B0004020202020204" pitchFamily="34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]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pt-BR" sz="2400" dirty="0">
                    <a:solidFill>
                      <a:schemeClr val="tx1"/>
                    </a:solidFill>
                    <a:latin typeface="Aptos" panose="020B0004020202020204" pitchFamily="34" charset="0"/>
                    <a:cs typeface="Arial" charset="0"/>
                  </a:rPr>
                  <a:t> </a:t>
                </a:r>
                <a:r>
                  <a:rPr lang="pt-BR" sz="2400" dirty="0">
                    <a:solidFill>
                      <a:schemeClr val="accent1">
                        <a:lumMod val="75000"/>
                      </a:schemeClr>
                    </a:solidFill>
                    <a:latin typeface="Aptos" panose="020B0004020202020204" pitchFamily="34" charset="0"/>
                  </a:rPr>
                  <a:t>(9)</a:t>
                </a:r>
              </a:p>
              <a:p>
                <a:pPr algn="ctr"/>
                <a:endParaRPr lang="pt-BR" sz="2400" dirty="0">
                  <a:solidFill>
                    <a:schemeClr val="accent1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BA09C748-AC30-7741-D687-5A85886C6F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404" y="1635496"/>
                <a:ext cx="11527192" cy="3587008"/>
              </a:xfrm>
              <a:prstGeom prst="rect">
                <a:avLst/>
              </a:prstGeom>
              <a:blipFill>
                <a:blip r:embed="rId2"/>
                <a:stretch>
                  <a:fillRect l="-847" t="-169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Conector de seta reta 25">
            <a:extLst>
              <a:ext uri="{FF2B5EF4-FFF2-40B4-BE49-F238E27FC236}">
                <a16:creationId xmlns:a16="http://schemas.microsoft.com/office/drawing/2014/main" id="{8009335E-2090-F211-55EF-F67C2AEDDDDE}"/>
              </a:ext>
            </a:extLst>
          </p:cNvPr>
          <p:cNvCxnSpPr>
            <a:cxnSpLocks/>
          </p:cNvCxnSpPr>
          <p:nvPr/>
        </p:nvCxnSpPr>
        <p:spPr bwMode="auto">
          <a:xfrm flipV="1">
            <a:off x="5937824" y="2386850"/>
            <a:ext cx="316349" cy="36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ysDash"/>
            <a:round/>
            <a:headEnd type="none" w="med" len="med"/>
            <a:tailEnd type="triangle"/>
          </a:ln>
          <a:effectLst/>
        </p:spPr>
      </p:cxnSp>
      <p:cxnSp>
        <p:nvCxnSpPr>
          <p:cNvPr id="8" name="Conector de seta reta 25">
            <a:extLst>
              <a:ext uri="{FF2B5EF4-FFF2-40B4-BE49-F238E27FC236}">
                <a16:creationId xmlns:a16="http://schemas.microsoft.com/office/drawing/2014/main" id="{587B1B51-3F92-7B02-8199-7652B2641328}"/>
              </a:ext>
            </a:extLst>
          </p:cNvPr>
          <p:cNvCxnSpPr>
            <a:cxnSpLocks/>
          </p:cNvCxnSpPr>
          <p:nvPr/>
        </p:nvCxnSpPr>
        <p:spPr bwMode="auto">
          <a:xfrm flipV="1">
            <a:off x="5937824" y="2746850"/>
            <a:ext cx="316349" cy="36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ysDash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465956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526D9-B550-AC1E-E87A-D1C3DA768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68FB01A-8BA4-3DB2-3F89-0FE26CEE22A5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Cálculo de pH de solução tampão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1062365-4529-F62E-B992-53CB4C03B2C1}"/>
              </a:ext>
            </a:extLst>
          </p:cNvPr>
          <p:cNvSpPr txBox="1"/>
          <p:nvPr/>
        </p:nvSpPr>
        <p:spPr>
          <a:xfrm>
            <a:off x="332403" y="735955"/>
            <a:ext cx="11527192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B) Tampão formado por uma base fraca e seu respectivo sal</a:t>
            </a:r>
          </a:p>
          <a:p>
            <a:endParaRPr lang="pt-BR" sz="2400" dirty="0">
              <a:latin typeface="Aptos" panose="020B0004020202020204" pitchFamily="34" charset="0"/>
            </a:endParaRPr>
          </a:p>
          <a:p>
            <a:r>
              <a:rPr lang="pt-BR" sz="2400" b="1" kern="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/>
              </a:rPr>
              <a:t>Exemplo 6: </a:t>
            </a:r>
            <a:r>
              <a:rPr lang="pt-BR" sz="2400" kern="0" dirty="0">
                <a:latin typeface="Aptos" panose="020B0004020202020204" pitchFamily="34" charset="0"/>
                <a:cs typeface="Arial"/>
              </a:rPr>
              <a:t>Determine o pH de uma solução tampão formada por uma mistura de NH</a:t>
            </a:r>
            <a:r>
              <a:rPr lang="pt-BR" sz="2400" kern="0" baseline="-25000" dirty="0">
                <a:latin typeface="Aptos" panose="020B0004020202020204" pitchFamily="34" charset="0"/>
                <a:cs typeface="Arial"/>
              </a:rPr>
              <a:t>3</a:t>
            </a:r>
            <a:r>
              <a:rPr lang="pt-BR" sz="2400" kern="0" dirty="0">
                <a:latin typeface="Aptos" panose="020B0004020202020204" pitchFamily="34" charset="0"/>
                <a:cs typeface="Arial"/>
              </a:rPr>
              <a:t>, </a:t>
            </a:r>
            <a:r>
              <a:rPr lang="pt-BR" sz="2400" kern="0" dirty="0" err="1">
                <a:latin typeface="Aptos" panose="020B0004020202020204" pitchFamily="34" charset="0"/>
                <a:cs typeface="Arial"/>
              </a:rPr>
              <a:t>C</a:t>
            </a:r>
            <a:r>
              <a:rPr lang="pt-BR" sz="2400" kern="0" baseline="-25000" dirty="0" err="1">
                <a:latin typeface="Aptos" panose="020B0004020202020204" pitchFamily="34" charset="0"/>
                <a:cs typeface="Arial"/>
              </a:rPr>
              <a:t>b</a:t>
            </a:r>
            <a:r>
              <a:rPr lang="pt-BR" sz="2400" kern="0" dirty="0">
                <a:latin typeface="Aptos" panose="020B0004020202020204" pitchFamily="34" charset="0"/>
                <a:cs typeface="Arial"/>
              </a:rPr>
              <a:t> = 0,200 mol L</a:t>
            </a:r>
            <a:r>
              <a:rPr lang="pt-BR" sz="2400" kern="0" baseline="30000" dirty="0">
                <a:latin typeface="Aptos" panose="020B0004020202020204" pitchFamily="34" charset="0"/>
                <a:cs typeface="Arial"/>
              </a:rPr>
              <a:t>-1</a:t>
            </a:r>
            <a:r>
              <a:rPr lang="pt-BR" sz="2400" kern="0" dirty="0">
                <a:latin typeface="Aptos" panose="020B0004020202020204" pitchFamily="34" charset="0"/>
                <a:cs typeface="Arial"/>
              </a:rPr>
              <a:t>,</a:t>
            </a:r>
            <a:r>
              <a:rPr lang="pt-BR" sz="2400" kern="0" baseline="30000" dirty="0">
                <a:latin typeface="Aptos" panose="020B0004020202020204" pitchFamily="34" charset="0"/>
                <a:cs typeface="Arial"/>
              </a:rPr>
              <a:t> </a:t>
            </a:r>
            <a:r>
              <a:rPr lang="pt-BR" sz="2400" kern="0" dirty="0">
                <a:latin typeface="Aptos" panose="020B0004020202020204" pitchFamily="34" charset="0"/>
                <a:cs typeface="Arial"/>
              </a:rPr>
              <a:t>e NH</a:t>
            </a:r>
            <a:r>
              <a:rPr lang="pt-BR" sz="2400" kern="0" baseline="-25000" dirty="0">
                <a:latin typeface="Aptos" panose="020B0004020202020204" pitchFamily="34" charset="0"/>
                <a:cs typeface="Arial"/>
              </a:rPr>
              <a:t>4</a:t>
            </a:r>
            <a:r>
              <a:rPr lang="pt-BR" sz="2400" kern="0" dirty="0">
                <a:latin typeface="Aptos" panose="020B0004020202020204" pitchFamily="34" charset="0"/>
                <a:cs typeface="Arial"/>
              </a:rPr>
              <a:t>Cl, C</a:t>
            </a:r>
            <a:r>
              <a:rPr lang="pt-BR" sz="2400" kern="0" baseline="-25000" dirty="0">
                <a:latin typeface="Aptos" panose="020B0004020202020204" pitchFamily="34" charset="0"/>
                <a:cs typeface="Arial"/>
              </a:rPr>
              <a:t>s</a:t>
            </a:r>
            <a:r>
              <a:rPr lang="pt-BR" sz="2400" kern="0" dirty="0">
                <a:latin typeface="Aptos" panose="020B0004020202020204" pitchFamily="34" charset="0"/>
                <a:cs typeface="Arial"/>
              </a:rPr>
              <a:t> = 0,300 mol L</a:t>
            </a:r>
            <a:r>
              <a:rPr lang="pt-BR" sz="2400" kern="0" baseline="30000" dirty="0">
                <a:latin typeface="Aptos" panose="020B0004020202020204" pitchFamily="34" charset="0"/>
                <a:cs typeface="Arial"/>
              </a:rPr>
              <a:t>-1</a:t>
            </a:r>
            <a:r>
              <a:rPr lang="pt-BR" sz="2400" kern="0" dirty="0">
                <a:latin typeface="Aptos" panose="020B0004020202020204" pitchFamily="34" charset="0"/>
                <a:cs typeface="Arial"/>
              </a:rPr>
              <a:t>, à 25</a:t>
            </a:r>
            <a:r>
              <a:rPr lang="pt-BR" sz="2400" kern="0" baseline="30000" dirty="0">
                <a:latin typeface="Aptos" panose="020B0004020202020204" pitchFamily="34" charset="0"/>
                <a:cs typeface="Arial"/>
              </a:rPr>
              <a:t> °</a:t>
            </a:r>
            <a:r>
              <a:rPr lang="pt-BR" sz="2400" kern="0" dirty="0">
                <a:latin typeface="Aptos" panose="020B0004020202020204" pitchFamily="34" charset="0"/>
                <a:cs typeface="Arial"/>
              </a:rPr>
              <a:t>C.</a:t>
            </a:r>
          </a:p>
          <a:p>
            <a:endParaRPr lang="pt-BR" sz="2400" kern="0" baseline="30000" dirty="0">
              <a:latin typeface="Aptos" panose="020B0004020202020204" pitchFamily="34" charset="0"/>
              <a:cs typeface="Arial"/>
            </a:endParaRPr>
          </a:p>
          <a:p>
            <a:pPr>
              <a:defRPr/>
            </a:pPr>
            <a:r>
              <a:rPr lang="pt-BR" sz="2400" kern="0" dirty="0">
                <a:latin typeface="Aptos" panose="020B0004020202020204" pitchFamily="34" charset="0"/>
                <a:cs typeface="Arial"/>
              </a:rPr>
              <a:t>                                                           NH</a:t>
            </a:r>
            <a:r>
              <a:rPr lang="pt-BR" sz="2400" kern="0" baseline="-25000" dirty="0">
                <a:latin typeface="Aptos" panose="020B0004020202020204" pitchFamily="34" charset="0"/>
                <a:cs typeface="Arial"/>
              </a:rPr>
              <a:t>4</a:t>
            </a:r>
            <a:r>
              <a:rPr lang="pt-BR" sz="2400" kern="0" dirty="0">
                <a:latin typeface="Aptos" panose="020B0004020202020204" pitchFamily="34" charset="0"/>
                <a:cs typeface="Arial"/>
              </a:rPr>
              <a:t>Cl </a:t>
            </a:r>
            <a:r>
              <a:rPr lang="pt-BR" sz="2400" kern="0" dirty="0">
                <a:latin typeface="Aptos" panose="020B0004020202020204" pitchFamily="34" charset="0"/>
                <a:cs typeface="Arial"/>
                <a:sym typeface="Symbol" panose="05050102010706020507" pitchFamily="18" charset="2"/>
              </a:rPr>
              <a:t>→ </a:t>
            </a:r>
            <a:r>
              <a:rPr lang="pt-BR" sz="2400" kern="0" dirty="0">
                <a:latin typeface="Aptos" panose="020B0004020202020204" pitchFamily="34" charset="0"/>
                <a:cs typeface="Arial"/>
              </a:rPr>
              <a:t>NH</a:t>
            </a:r>
            <a:r>
              <a:rPr lang="pt-BR" sz="2400" kern="0" baseline="-25000" dirty="0">
                <a:latin typeface="Aptos" panose="020B0004020202020204" pitchFamily="34" charset="0"/>
                <a:cs typeface="Arial"/>
              </a:rPr>
              <a:t>4</a:t>
            </a:r>
            <a:r>
              <a:rPr lang="en-US" altLang="pt-BR" sz="2400" baseline="30000" dirty="0">
                <a:latin typeface="Aptos" panose="020B0004020202020204" pitchFamily="34" charset="0"/>
              </a:rPr>
              <a:t>+</a:t>
            </a:r>
            <a:r>
              <a:rPr lang="pt-BR" sz="2400" kern="0" dirty="0">
                <a:latin typeface="Aptos" panose="020B0004020202020204" pitchFamily="34" charset="0"/>
                <a:cs typeface="Arial"/>
                <a:sym typeface="Symbol" panose="05050102010706020507" pitchFamily="18" charset="2"/>
              </a:rPr>
              <a:t> + Cl</a:t>
            </a:r>
            <a:r>
              <a:rPr lang="pt-BR" sz="2400" kern="0" baseline="30000" dirty="0">
                <a:latin typeface="Aptos" panose="020B0004020202020204" pitchFamily="34" charset="0"/>
                <a:cs typeface="Arial"/>
                <a:sym typeface="Symbol" panose="05050102010706020507" pitchFamily="18" charset="2"/>
              </a:rPr>
              <a:t>-</a:t>
            </a:r>
            <a:endParaRPr lang="en-US" altLang="pt-BR" sz="2400" dirty="0">
              <a:latin typeface="Aptos" panose="020B0004020202020204" pitchFamily="34" charset="0"/>
            </a:endParaRPr>
          </a:p>
          <a:p>
            <a:pPr marL="0" indent="0" algn="ctr">
              <a:buNone/>
              <a:defRPr/>
            </a:pPr>
            <a:r>
              <a:rPr lang="en-US" altLang="pt-BR" sz="2400" dirty="0">
                <a:latin typeface="Aptos" panose="020B0004020202020204" pitchFamily="34" charset="0"/>
              </a:rPr>
              <a:t>NH</a:t>
            </a:r>
            <a:r>
              <a:rPr lang="en-US" altLang="pt-BR" sz="2400" baseline="-25000" dirty="0">
                <a:latin typeface="Aptos" panose="020B0004020202020204" pitchFamily="34" charset="0"/>
              </a:rPr>
              <a:t>3</a:t>
            </a:r>
            <a:r>
              <a:rPr lang="pt-BR" altLang="pt-BR" sz="2400" dirty="0">
                <a:latin typeface="Aptos" panose="020B0004020202020204" pitchFamily="34" charset="0"/>
              </a:rPr>
              <a:t> + H</a:t>
            </a:r>
            <a:r>
              <a:rPr lang="pt-BR" altLang="pt-BR" sz="2400" baseline="-25000" dirty="0">
                <a:latin typeface="Aptos" panose="020B0004020202020204" pitchFamily="34" charset="0"/>
              </a:rPr>
              <a:t>2</a:t>
            </a:r>
            <a:r>
              <a:rPr lang="pt-BR" altLang="pt-BR" sz="2400" dirty="0">
                <a:latin typeface="Aptos" panose="020B0004020202020204" pitchFamily="34" charset="0"/>
              </a:rPr>
              <a:t>O</a:t>
            </a:r>
            <a:r>
              <a:rPr lang="en-US" altLang="pt-BR" sz="2400" dirty="0">
                <a:latin typeface="Aptos" panose="020B0004020202020204" pitchFamily="34" charset="0"/>
              </a:rPr>
              <a:t> </a:t>
            </a:r>
            <a:r>
              <a:rPr lang="pt-BR" altLang="pt-BR" sz="2400" dirty="0">
                <a:latin typeface="Aptos" panose="020B0004020202020204" pitchFamily="34" charset="0"/>
              </a:rPr>
              <a:t>⇌</a:t>
            </a:r>
            <a:r>
              <a:rPr lang="en-US" altLang="pt-BR" sz="2400" dirty="0">
                <a:latin typeface="Aptos" panose="020B0004020202020204" pitchFamily="34" charset="0"/>
              </a:rPr>
              <a:t> </a:t>
            </a:r>
            <a:r>
              <a:rPr lang="pt-BR" sz="2400" kern="0" dirty="0">
                <a:latin typeface="Aptos" panose="020B0004020202020204" pitchFamily="34" charset="0"/>
                <a:cs typeface="Arial"/>
              </a:rPr>
              <a:t>NH</a:t>
            </a:r>
            <a:r>
              <a:rPr lang="pt-BR" sz="2400" kern="0" baseline="-25000" dirty="0">
                <a:latin typeface="Aptos" panose="020B0004020202020204" pitchFamily="34" charset="0"/>
                <a:cs typeface="Arial"/>
              </a:rPr>
              <a:t>4</a:t>
            </a:r>
            <a:r>
              <a:rPr lang="en-US" altLang="pt-BR" sz="2400" baseline="30000" dirty="0">
                <a:latin typeface="Aptos" panose="020B0004020202020204" pitchFamily="34" charset="0"/>
              </a:rPr>
              <a:t>+</a:t>
            </a:r>
            <a:r>
              <a:rPr lang="en-US" altLang="pt-BR" sz="2400" dirty="0">
                <a:latin typeface="Aptos" panose="020B0004020202020204" pitchFamily="34" charset="0"/>
              </a:rPr>
              <a:t> + OH</a:t>
            </a:r>
            <a:r>
              <a:rPr lang="en-US" altLang="pt-BR" sz="2400" baseline="30000" dirty="0">
                <a:latin typeface="Aptos" panose="020B0004020202020204" pitchFamily="34" charset="0"/>
              </a:rPr>
              <a:t>-</a:t>
            </a:r>
            <a:r>
              <a:rPr lang="en-US" altLang="pt-BR" sz="2400" dirty="0">
                <a:latin typeface="Aptos" panose="020B0004020202020204" pitchFamily="34" charset="0"/>
              </a:rPr>
              <a:t>     </a:t>
            </a:r>
            <a:r>
              <a:rPr lang="en-US" altLang="pt-BR" sz="2400" dirty="0" err="1">
                <a:latin typeface="Aptos" panose="020B0004020202020204" pitchFamily="34" charset="0"/>
              </a:rPr>
              <a:t>K</a:t>
            </a:r>
            <a:r>
              <a:rPr lang="en-US" altLang="pt-BR" sz="2400" baseline="-25000" dirty="0" err="1">
                <a:latin typeface="Aptos" panose="020B0004020202020204" pitchFamily="34" charset="0"/>
              </a:rPr>
              <a:t>b</a:t>
            </a:r>
            <a:r>
              <a:rPr lang="en-US" altLang="pt-BR" sz="2400" dirty="0">
                <a:latin typeface="Aptos" panose="020B0004020202020204" pitchFamily="34" charset="0"/>
              </a:rPr>
              <a:t> = </a:t>
            </a:r>
            <a:r>
              <a:rPr lang="pt-BR" sz="2400" b="0" i="0" dirty="0">
                <a:solidFill>
                  <a:srgbClr val="001D35"/>
                </a:solidFill>
                <a:effectLst/>
                <a:latin typeface="Aptos" panose="020B0004020202020204" pitchFamily="34" charset="0"/>
              </a:rPr>
              <a:t>1,74 </a:t>
            </a:r>
            <a:r>
              <a:rPr lang="pt-BR" altLang="pt-BR" sz="2400" dirty="0">
                <a:latin typeface="Aptos" panose="020B0004020202020204" pitchFamily="34" charset="0"/>
              </a:rPr>
              <a:t>x 10</a:t>
            </a:r>
            <a:r>
              <a:rPr lang="pt-BR" altLang="pt-BR" sz="2400" baseline="30000" dirty="0">
                <a:latin typeface="Aptos" panose="020B0004020202020204" pitchFamily="34" charset="0"/>
              </a:rPr>
              <a:t>-5</a:t>
            </a:r>
            <a:endParaRPr lang="en-US" altLang="pt-BR" sz="2400" dirty="0">
              <a:latin typeface="Aptos" panose="020B0004020202020204" pitchFamily="34" charset="0"/>
            </a:endParaRPr>
          </a:p>
          <a:p>
            <a:pPr marL="0" indent="0" algn="ctr">
              <a:buNone/>
              <a:defRPr/>
            </a:pPr>
            <a:r>
              <a:rPr lang="pt-BR" sz="2400" kern="0" dirty="0">
                <a:latin typeface="Aptos" panose="020B0004020202020204" pitchFamily="34" charset="0"/>
                <a:cs typeface="Arial"/>
              </a:rPr>
              <a:t>NH</a:t>
            </a:r>
            <a:r>
              <a:rPr lang="pt-BR" sz="2400" kern="0" baseline="-25000" dirty="0">
                <a:latin typeface="Aptos" panose="020B0004020202020204" pitchFamily="34" charset="0"/>
                <a:cs typeface="Arial"/>
              </a:rPr>
              <a:t>4</a:t>
            </a:r>
            <a:r>
              <a:rPr lang="en-US" altLang="pt-BR" sz="2400" baseline="30000" dirty="0">
                <a:latin typeface="Aptos" panose="020B0004020202020204" pitchFamily="34" charset="0"/>
              </a:rPr>
              <a:t>+</a:t>
            </a:r>
            <a:r>
              <a:rPr lang="pt-BR" altLang="pt-BR" sz="2400" dirty="0">
                <a:latin typeface="Aptos" panose="020B0004020202020204" pitchFamily="34" charset="0"/>
              </a:rPr>
              <a:t> + H</a:t>
            </a:r>
            <a:r>
              <a:rPr lang="pt-BR" altLang="pt-BR" sz="2400" baseline="-25000" dirty="0">
                <a:latin typeface="Aptos" panose="020B0004020202020204" pitchFamily="34" charset="0"/>
              </a:rPr>
              <a:t>2</a:t>
            </a:r>
            <a:r>
              <a:rPr lang="pt-BR" altLang="pt-BR" sz="2400" dirty="0">
                <a:latin typeface="Aptos" panose="020B0004020202020204" pitchFamily="34" charset="0"/>
              </a:rPr>
              <a:t>O ⇌ </a:t>
            </a:r>
            <a:r>
              <a:rPr lang="en-US" altLang="pt-BR" sz="2400" dirty="0">
                <a:latin typeface="Aptos" panose="020B0004020202020204" pitchFamily="34" charset="0"/>
              </a:rPr>
              <a:t>NH</a:t>
            </a:r>
            <a:r>
              <a:rPr lang="en-US" altLang="pt-BR" sz="2400" baseline="-25000" dirty="0">
                <a:latin typeface="Aptos" panose="020B0004020202020204" pitchFamily="34" charset="0"/>
              </a:rPr>
              <a:t>3</a:t>
            </a:r>
            <a:r>
              <a:rPr lang="pt-BR" altLang="pt-BR" sz="2400" dirty="0">
                <a:latin typeface="Aptos" panose="020B0004020202020204" pitchFamily="34" charset="0"/>
              </a:rPr>
              <a:t> + H</a:t>
            </a:r>
            <a:r>
              <a:rPr lang="pt-BR" altLang="pt-BR" sz="2400" baseline="-25000" dirty="0">
                <a:latin typeface="Aptos" panose="020B0004020202020204" pitchFamily="34" charset="0"/>
              </a:rPr>
              <a:t>3</a:t>
            </a:r>
            <a:r>
              <a:rPr lang="pt-BR" altLang="pt-BR" sz="2400" dirty="0">
                <a:latin typeface="Aptos" panose="020B0004020202020204" pitchFamily="34" charset="0"/>
              </a:rPr>
              <a:t>O</a:t>
            </a:r>
            <a:r>
              <a:rPr lang="pt-BR" altLang="pt-BR" sz="2400" baseline="30000" dirty="0">
                <a:latin typeface="Aptos" panose="020B0004020202020204" pitchFamily="34" charset="0"/>
              </a:rPr>
              <a:t>+</a:t>
            </a:r>
            <a:r>
              <a:rPr lang="pt-BR" altLang="pt-BR" sz="2400" dirty="0">
                <a:latin typeface="Aptos" panose="020B0004020202020204" pitchFamily="34" charset="0"/>
              </a:rPr>
              <a:t>     </a:t>
            </a:r>
            <a:r>
              <a:rPr lang="pt-BR" altLang="pt-BR" sz="2400" dirty="0" err="1">
                <a:latin typeface="Aptos" panose="020B0004020202020204" pitchFamily="34" charset="0"/>
              </a:rPr>
              <a:t>K</a:t>
            </a:r>
            <a:r>
              <a:rPr lang="pt-BR" altLang="pt-BR" sz="2400" baseline="-25000" dirty="0" err="1">
                <a:latin typeface="Aptos" panose="020B0004020202020204" pitchFamily="34" charset="0"/>
              </a:rPr>
              <a:t>h</a:t>
            </a:r>
            <a:r>
              <a:rPr lang="pt-BR" altLang="pt-BR" sz="2400" dirty="0">
                <a:latin typeface="Aptos" panose="020B0004020202020204" pitchFamily="34" charset="0"/>
              </a:rPr>
              <a:t> = 5,75 x 10</a:t>
            </a:r>
            <a:r>
              <a:rPr lang="pt-BR" altLang="pt-BR" sz="2400" baseline="30000" dirty="0">
                <a:latin typeface="Aptos" panose="020B0004020202020204" pitchFamily="34" charset="0"/>
              </a:rPr>
              <a:t>-10</a:t>
            </a:r>
            <a:endParaRPr lang="en-US" altLang="pt-BR" sz="2400" dirty="0">
              <a:latin typeface="Aptos" panose="020B0004020202020204" pitchFamily="34" charset="0"/>
            </a:endParaRPr>
          </a:p>
          <a:p>
            <a:pPr marL="44450"/>
            <a:r>
              <a:rPr lang="pt-BR" altLang="pt-BR" sz="2400" dirty="0">
                <a:latin typeface="Aptos" panose="020B0004020202020204" pitchFamily="34" charset="0"/>
              </a:rPr>
              <a:t>                                                         2H</a:t>
            </a:r>
            <a:r>
              <a:rPr lang="pt-BR" altLang="pt-BR" sz="2400" baseline="-25000" dirty="0">
                <a:latin typeface="Aptos" panose="020B0004020202020204" pitchFamily="34" charset="0"/>
              </a:rPr>
              <a:t>2</a:t>
            </a:r>
            <a:r>
              <a:rPr lang="pt-BR" altLang="pt-BR" sz="2400" dirty="0">
                <a:latin typeface="Aptos" panose="020B0004020202020204" pitchFamily="34" charset="0"/>
              </a:rPr>
              <a:t>O  ⇌ H</a:t>
            </a:r>
            <a:r>
              <a:rPr lang="pt-BR" altLang="pt-BR" sz="2400" baseline="-25000" dirty="0">
                <a:latin typeface="Aptos" panose="020B0004020202020204" pitchFamily="34" charset="0"/>
              </a:rPr>
              <a:t>3</a:t>
            </a:r>
            <a:r>
              <a:rPr lang="pt-BR" altLang="pt-BR" sz="2400" dirty="0">
                <a:latin typeface="Aptos" panose="020B0004020202020204" pitchFamily="34" charset="0"/>
              </a:rPr>
              <a:t>O</a:t>
            </a:r>
            <a:r>
              <a:rPr lang="pt-BR" altLang="pt-BR" sz="2400" baseline="30000" dirty="0">
                <a:latin typeface="Aptos" panose="020B0004020202020204" pitchFamily="34" charset="0"/>
              </a:rPr>
              <a:t>+</a:t>
            </a:r>
            <a:r>
              <a:rPr lang="en-US" altLang="pt-BR" sz="2400" baseline="30000" dirty="0">
                <a:latin typeface="Aptos" panose="020B0004020202020204" pitchFamily="34" charset="0"/>
              </a:rPr>
              <a:t> </a:t>
            </a:r>
            <a:r>
              <a:rPr lang="pt-BR" altLang="pt-BR" sz="2400" dirty="0">
                <a:latin typeface="Aptos" panose="020B0004020202020204" pitchFamily="34" charset="0"/>
              </a:rPr>
              <a:t>+ OH</a:t>
            </a:r>
            <a:r>
              <a:rPr lang="pt-BR" altLang="pt-BR" sz="2400" baseline="30000" dirty="0">
                <a:latin typeface="Aptos" panose="020B0004020202020204" pitchFamily="34" charset="0"/>
              </a:rPr>
              <a:t>-        </a:t>
            </a:r>
            <a:r>
              <a:rPr lang="pt-BR" altLang="pt-BR" sz="2400" dirty="0">
                <a:latin typeface="Aptos" panose="020B0004020202020204" pitchFamily="34" charset="0"/>
              </a:rPr>
              <a:t>K</a:t>
            </a:r>
            <a:r>
              <a:rPr lang="pt-BR" altLang="pt-BR" sz="2400" baseline="-25000" dirty="0">
                <a:latin typeface="Aptos" panose="020B0004020202020204" pitchFamily="34" charset="0"/>
              </a:rPr>
              <a:t>w</a:t>
            </a:r>
            <a:r>
              <a:rPr lang="pt-BR" altLang="pt-BR" sz="2400" dirty="0">
                <a:latin typeface="Aptos" panose="020B0004020202020204" pitchFamily="34" charset="0"/>
              </a:rPr>
              <a:t> = 1,00 x 10</a:t>
            </a:r>
            <a:r>
              <a:rPr lang="pt-BR" altLang="pt-BR" sz="2400" baseline="30000" dirty="0">
                <a:latin typeface="Aptos" panose="020B0004020202020204" pitchFamily="34" charset="0"/>
              </a:rPr>
              <a:t>-14</a:t>
            </a:r>
          </a:p>
          <a:p>
            <a:pPr marL="44450" indent="0" algn="ctr">
              <a:buNone/>
            </a:pPr>
            <a:endParaRPr lang="pt-BR" altLang="pt-BR" sz="2400" baseline="30000" dirty="0">
              <a:latin typeface="Aptos" panose="020B0004020202020204" pitchFamily="34" charset="0"/>
            </a:endParaRPr>
          </a:p>
          <a:p>
            <a:pPr marL="44450"/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Balanço de massas para Cl</a:t>
            </a:r>
            <a:r>
              <a:rPr lang="pt-BR" sz="2400" baseline="30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- 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: </a:t>
            </a:r>
            <a:r>
              <a:rPr lang="en-US" altLang="pt-BR" sz="2400" dirty="0">
                <a:latin typeface="Aptos" panose="020B0004020202020204" pitchFamily="34" charset="0"/>
              </a:rPr>
              <a:t>C</a:t>
            </a:r>
            <a:r>
              <a:rPr lang="en-US" altLang="pt-BR" sz="2400" baseline="-25000" dirty="0">
                <a:latin typeface="Aptos" panose="020B0004020202020204" pitchFamily="34" charset="0"/>
              </a:rPr>
              <a:t>s</a:t>
            </a:r>
            <a:r>
              <a:rPr lang="en-US" altLang="pt-BR" sz="2400" dirty="0">
                <a:latin typeface="Aptos" panose="020B0004020202020204" pitchFamily="34" charset="0"/>
              </a:rPr>
              <a:t> = [</a:t>
            </a:r>
            <a:r>
              <a:rPr lang="pt-BR" sz="2400" kern="0" dirty="0">
                <a:latin typeface="Aptos" panose="020B0004020202020204" pitchFamily="34" charset="0"/>
                <a:cs typeface="Arial"/>
                <a:sym typeface="Symbol" panose="05050102010706020507" pitchFamily="18" charset="2"/>
              </a:rPr>
              <a:t>Cl</a:t>
            </a:r>
            <a:r>
              <a:rPr lang="pt-BR" sz="2400" kern="0" baseline="30000" dirty="0">
                <a:latin typeface="Aptos" panose="020B0004020202020204" pitchFamily="34" charset="0"/>
                <a:cs typeface="Arial"/>
                <a:sym typeface="Symbol" panose="05050102010706020507" pitchFamily="18" charset="2"/>
              </a:rPr>
              <a:t>-</a:t>
            </a:r>
            <a:r>
              <a:rPr lang="en-US" altLang="pt-BR" sz="2400" dirty="0">
                <a:latin typeface="Aptos" panose="020B0004020202020204" pitchFamily="34" charset="0"/>
              </a:rPr>
              <a:t>] </a:t>
            </a:r>
            <a:r>
              <a:rPr lang="en-US" altLang="pt-BR" sz="2400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(1)</a:t>
            </a:r>
          </a:p>
          <a:p>
            <a:pPr marL="44450" algn="ctr"/>
            <a:endParaRPr lang="en-US" altLang="pt-BR" sz="2400" dirty="0">
              <a:latin typeface="Aptos" panose="020B0004020202020204" pitchFamily="34" charset="0"/>
            </a:endParaRPr>
          </a:p>
          <a:p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Balanço de massas para NH</a:t>
            </a:r>
            <a:r>
              <a:rPr lang="pt-BR" sz="2400" baseline="-25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4</a:t>
            </a:r>
            <a:r>
              <a:rPr lang="pt-BR" sz="2400" baseline="30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+ 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: </a:t>
            </a:r>
            <a:r>
              <a:rPr lang="en-US" altLang="pt-BR" sz="2400" dirty="0">
                <a:latin typeface="Aptos" panose="020B0004020202020204" pitchFamily="34" charset="0"/>
              </a:rPr>
              <a:t>C</a:t>
            </a:r>
            <a:r>
              <a:rPr lang="en-US" altLang="pt-BR" sz="2400" baseline="-25000" dirty="0">
                <a:latin typeface="Aptos" panose="020B0004020202020204" pitchFamily="34" charset="0"/>
              </a:rPr>
              <a:t>s</a:t>
            </a:r>
            <a:r>
              <a:rPr lang="en-US" altLang="pt-BR" sz="2400" dirty="0">
                <a:latin typeface="Aptos" panose="020B0004020202020204" pitchFamily="34" charset="0"/>
              </a:rPr>
              <a:t> + </a:t>
            </a:r>
            <a:r>
              <a:rPr lang="en-US" altLang="pt-BR" sz="2400" dirty="0" err="1">
                <a:latin typeface="Aptos" panose="020B0004020202020204" pitchFamily="34" charset="0"/>
              </a:rPr>
              <a:t>C</a:t>
            </a:r>
            <a:r>
              <a:rPr lang="en-US" altLang="pt-BR" sz="2400" baseline="-25000" dirty="0" err="1">
                <a:latin typeface="Aptos" panose="020B0004020202020204" pitchFamily="34" charset="0"/>
              </a:rPr>
              <a:t>b</a:t>
            </a:r>
            <a:r>
              <a:rPr lang="en-US" altLang="pt-BR" sz="2400" dirty="0">
                <a:latin typeface="Aptos" panose="020B0004020202020204" pitchFamily="34" charset="0"/>
              </a:rPr>
              <a:t> = [</a:t>
            </a:r>
            <a:r>
              <a:rPr lang="pt-BR" sz="2400" kern="0" dirty="0">
                <a:latin typeface="Aptos" panose="020B0004020202020204" pitchFamily="34" charset="0"/>
                <a:cs typeface="Arial"/>
              </a:rPr>
              <a:t>NH</a:t>
            </a:r>
            <a:r>
              <a:rPr lang="pt-BR" sz="2400" kern="0" baseline="-25000" dirty="0">
                <a:latin typeface="Aptos" panose="020B0004020202020204" pitchFamily="34" charset="0"/>
                <a:cs typeface="Arial"/>
              </a:rPr>
              <a:t>4</a:t>
            </a:r>
            <a:r>
              <a:rPr lang="en-US" altLang="pt-BR" sz="2400" baseline="30000" dirty="0">
                <a:latin typeface="Aptos" panose="020B0004020202020204" pitchFamily="34" charset="0"/>
              </a:rPr>
              <a:t>+</a:t>
            </a:r>
            <a:r>
              <a:rPr lang="en-US" altLang="pt-BR" sz="2400" dirty="0">
                <a:latin typeface="Aptos" panose="020B0004020202020204" pitchFamily="34" charset="0"/>
              </a:rPr>
              <a:t>] + [NH</a:t>
            </a:r>
            <a:r>
              <a:rPr lang="en-US" altLang="pt-BR" sz="2400" baseline="-25000" dirty="0">
                <a:latin typeface="Aptos" panose="020B0004020202020204" pitchFamily="34" charset="0"/>
              </a:rPr>
              <a:t>3</a:t>
            </a:r>
            <a:r>
              <a:rPr lang="en-US" altLang="pt-BR" sz="2400" dirty="0">
                <a:latin typeface="Aptos" panose="020B0004020202020204" pitchFamily="34" charset="0"/>
              </a:rPr>
              <a:t>]  </a:t>
            </a:r>
            <a:r>
              <a:rPr lang="en-US" altLang="pt-BR" sz="2400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(2)</a:t>
            </a:r>
          </a:p>
          <a:p>
            <a:endParaRPr lang="en-US" altLang="pt-BR" sz="2400" dirty="0">
              <a:latin typeface="Aptos" panose="020B0004020202020204" pitchFamily="34" charset="0"/>
            </a:endParaRPr>
          </a:p>
          <a:p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Balanço de cargas: </a:t>
            </a:r>
            <a:r>
              <a:rPr lang="pt-BR" sz="2400" dirty="0">
                <a:latin typeface="Aptos" panose="020B0004020202020204" pitchFamily="34" charset="0"/>
              </a:rPr>
              <a:t>[</a:t>
            </a:r>
            <a:r>
              <a:rPr lang="pt-BR" sz="2400" kern="0" dirty="0">
                <a:latin typeface="Aptos" panose="020B0004020202020204" pitchFamily="34" charset="0"/>
                <a:cs typeface="Arial"/>
              </a:rPr>
              <a:t>NH</a:t>
            </a:r>
            <a:r>
              <a:rPr lang="pt-BR" sz="2400" kern="0" baseline="-25000" dirty="0">
                <a:latin typeface="Aptos" panose="020B0004020202020204" pitchFamily="34" charset="0"/>
                <a:cs typeface="Arial"/>
              </a:rPr>
              <a:t>4</a:t>
            </a:r>
            <a:r>
              <a:rPr lang="en-US" altLang="pt-BR" sz="2400" baseline="30000" dirty="0">
                <a:latin typeface="Aptos" panose="020B0004020202020204" pitchFamily="34" charset="0"/>
              </a:rPr>
              <a:t>+</a:t>
            </a:r>
            <a:r>
              <a:rPr lang="en-US" altLang="pt-BR" sz="2400" dirty="0">
                <a:latin typeface="Aptos" panose="020B0004020202020204" pitchFamily="34" charset="0"/>
              </a:rPr>
              <a:t>] + [H</a:t>
            </a:r>
            <a:r>
              <a:rPr lang="en-US" altLang="pt-BR" sz="2400" baseline="30000" dirty="0">
                <a:latin typeface="Aptos" panose="020B0004020202020204" pitchFamily="34" charset="0"/>
              </a:rPr>
              <a:t>+</a:t>
            </a:r>
            <a:r>
              <a:rPr lang="en-US" altLang="pt-BR" sz="2400" dirty="0">
                <a:latin typeface="Aptos" panose="020B0004020202020204" pitchFamily="34" charset="0"/>
              </a:rPr>
              <a:t>] = [</a:t>
            </a:r>
            <a:r>
              <a:rPr lang="pt-BR" sz="2400" kern="0" dirty="0">
                <a:latin typeface="Aptos" panose="020B0004020202020204" pitchFamily="34" charset="0"/>
                <a:cs typeface="Arial"/>
                <a:sym typeface="Symbol" panose="05050102010706020507" pitchFamily="18" charset="2"/>
              </a:rPr>
              <a:t>Cl</a:t>
            </a:r>
            <a:r>
              <a:rPr lang="pt-BR" sz="2400" kern="0" baseline="30000" dirty="0">
                <a:latin typeface="Aptos" panose="020B0004020202020204" pitchFamily="34" charset="0"/>
                <a:cs typeface="Arial"/>
                <a:sym typeface="Symbol" panose="05050102010706020507" pitchFamily="18" charset="2"/>
              </a:rPr>
              <a:t>-</a:t>
            </a:r>
            <a:r>
              <a:rPr lang="en-US" altLang="pt-BR" sz="2400" dirty="0">
                <a:latin typeface="Aptos" panose="020B0004020202020204" pitchFamily="34" charset="0"/>
              </a:rPr>
              <a:t>] + [OH</a:t>
            </a:r>
            <a:r>
              <a:rPr lang="en-US" altLang="pt-BR" sz="2400" baseline="30000" dirty="0">
                <a:latin typeface="Aptos" panose="020B0004020202020204" pitchFamily="34" charset="0"/>
              </a:rPr>
              <a:t>-</a:t>
            </a:r>
            <a:r>
              <a:rPr lang="en-US" altLang="pt-BR" sz="2400" dirty="0">
                <a:latin typeface="Aptos" panose="020B0004020202020204" pitchFamily="34" charset="0"/>
              </a:rPr>
              <a:t>] </a:t>
            </a:r>
            <a:r>
              <a:rPr lang="en-US" altLang="pt-BR" sz="2400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(3)</a:t>
            </a:r>
            <a:r>
              <a:rPr lang="pt-BR" sz="2400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10804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C030F-474B-8E8C-C874-52B1BFB46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A8D92AE-019A-5E78-FF26-0275C7468F2D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Cálculo de pH de solução tampão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8B7751E-C29A-CAB1-E05F-DC3B77F7858C}"/>
              </a:ext>
            </a:extLst>
          </p:cNvPr>
          <p:cNvSpPr txBox="1"/>
          <p:nvPr/>
        </p:nvSpPr>
        <p:spPr>
          <a:xfrm>
            <a:off x="332403" y="982177"/>
            <a:ext cx="11527192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Reorganizando </a:t>
            </a:r>
            <a:r>
              <a:rPr lang="pt-BR" sz="2400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(2)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: </a:t>
            </a:r>
            <a:r>
              <a:rPr lang="en-US" altLang="pt-BR" sz="2400" dirty="0">
                <a:latin typeface="Aptos" panose="020B0004020202020204" pitchFamily="34" charset="0"/>
              </a:rPr>
              <a:t>[</a:t>
            </a:r>
            <a:r>
              <a:rPr lang="pt-BR" sz="2400" kern="0" dirty="0">
                <a:latin typeface="Aptos" panose="020B0004020202020204" pitchFamily="34" charset="0"/>
                <a:cs typeface="Arial"/>
              </a:rPr>
              <a:t>NH</a:t>
            </a:r>
            <a:r>
              <a:rPr lang="pt-BR" sz="2400" kern="0" baseline="-25000" dirty="0">
                <a:latin typeface="Aptos" panose="020B0004020202020204" pitchFamily="34" charset="0"/>
                <a:cs typeface="Arial"/>
              </a:rPr>
              <a:t>4</a:t>
            </a:r>
            <a:r>
              <a:rPr lang="en-US" altLang="pt-BR" sz="2400" baseline="30000" dirty="0">
                <a:latin typeface="Aptos" panose="020B0004020202020204" pitchFamily="34" charset="0"/>
              </a:rPr>
              <a:t>+</a:t>
            </a:r>
            <a:r>
              <a:rPr lang="en-US" altLang="pt-BR" sz="2400" dirty="0">
                <a:latin typeface="Aptos" panose="020B0004020202020204" pitchFamily="34" charset="0"/>
              </a:rPr>
              <a:t>] = (C</a:t>
            </a:r>
            <a:r>
              <a:rPr lang="en-US" altLang="pt-BR" sz="2400" baseline="-25000" dirty="0">
                <a:latin typeface="Aptos" panose="020B0004020202020204" pitchFamily="34" charset="0"/>
              </a:rPr>
              <a:t>s</a:t>
            </a:r>
            <a:r>
              <a:rPr lang="en-US" altLang="pt-BR" sz="2400" dirty="0">
                <a:latin typeface="Aptos" panose="020B0004020202020204" pitchFamily="34" charset="0"/>
              </a:rPr>
              <a:t> + </a:t>
            </a:r>
            <a:r>
              <a:rPr lang="en-US" altLang="pt-BR" sz="2400" dirty="0" err="1">
                <a:latin typeface="Aptos" panose="020B0004020202020204" pitchFamily="34" charset="0"/>
              </a:rPr>
              <a:t>C</a:t>
            </a:r>
            <a:r>
              <a:rPr lang="en-US" altLang="pt-BR" sz="2400" baseline="-25000" dirty="0" err="1">
                <a:latin typeface="Aptos" panose="020B0004020202020204" pitchFamily="34" charset="0"/>
              </a:rPr>
              <a:t>b</a:t>
            </a:r>
            <a:r>
              <a:rPr lang="en-US" altLang="pt-BR" sz="2400" dirty="0">
                <a:latin typeface="Aptos" panose="020B0004020202020204" pitchFamily="34" charset="0"/>
              </a:rPr>
              <a:t>) - [NH</a:t>
            </a:r>
            <a:r>
              <a:rPr lang="en-US" altLang="pt-BR" sz="2400" baseline="-25000" dirty="0">
                <a:latin typeface="Aptos" panose="020B0004020202020204" pitchFamily="34" charset="0"/>
              </a:rPr>
              <a:t>3</a:t>
            </a:r>
            <a:r>
              <a:rPr lang="en-US" altLang="pt-BR" sz="2400" dirty="0">
                <a:latin typeface="Aptos" panose="020B0004020202020204" pitchFamily="34" charset="0"/>
              </a:rPr>
              <a:t>] </a:t>
            </a:r>
            <a:r>
              <a:rPr lang="en-US" altLang="pt-BR" sz="2400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(2a)</a:t>
            </a:r>
          </a:p>
          <a:p>
            <a:endParaRPr lang="pt-BR" sz="2400" dirty="0">
              <a:latin typeface="Aptos" panose="020B0004020202020204" pitchFamily="34" charset="0"/>
            </a:endParaRPr>
          </a:p>
          <a:p>
            <a:r>
              <a:rPr lang="en-US" altLang="pt-BR" sz="2400" dirty="0" err="1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Substituindo</a:t>
            </a:r>
            <a:r>
              <a:rPr lang="en-US" alt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altLang="pt-BR" sz="2400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(1) </a:t>
            </a:r>
            <a:r>
              <a:rPr lang="en-US" alt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e </a:t>
            </a:r>
            <a:r>
              <a:rPr lang="en-US" altLang="pt-BR" sz="2400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(2a) </a:t>
            </a:r>
            <a:r>
              <a:rPr lang="en-US" altLang="pt-BR" sz="2400" dirty="0" err="1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em</a:t>
            </a:r>
            <a:r>
              <a:rPr lang="en-US" alt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altLang="pt-BR" sz="2400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(3)</a:t>
            </a:r>
            <a:r>
              <a:rPr lang="en-US" alt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:</a:t>
            </a:r>
          </a:p>
          <a:p>
            <a:endParaRPr lang="pt-BR" altLang="pt-BR" sz="2400" dirty="0">
              <a:solidFill>
                <a:srgbClr val="002060"/>
              </a:solidFill>
              <a:latin typeface="Aptos" panose="020B0004020202020204" pitchFamily="34" charset="0"/>
            </a:endParaRPr>
          </a:p>
          <a:p>
            <a:r>
              <a:rPr lang="en-US" altLang="pt-BR" sz="2400" dirty="0">
                <a:latin typeface="Aptos" panose="020B0004020202020204" pitchFamily="34" charset="0"/>
              </a:rPr>
              <a:t>(C</a:t>
            </a:r>
            <a:r>
              <a:rPr lang="en-US" altLang="pt-BR" sz="2400" baseline="-25000" dirty="0">
                <a:latin typeface="Aptos" panose="020B0004020202020204" pitchFamily="34" charset="0"/>
              </a:rPr>
              <a:t>s</a:t>
            </a:r>
            <a:r>
              <a:rPr lang="en-US" altLang="pt-BR" sz="2400" dirty="0">
                <a:latin typeface="Aptos" panose="020B0004020202020204" pitchFamily="34" charset="0"/>
              </a:rPr>
              <a:t> + </a:t>
            </a:r>
            <a:r>
              <a:rPr lang="en-US" altLang="pt-BR" sz="2400" dirty="0" err="1">
                <a:latin typeface="Aptos" panose="020B0004020202020204" pitchFamily="34" charset="0"/>
              </a:rPr>
              <a:t>C</a:t>
            </a:r>
            <a:r>
              <a:rPr lang="en-US" altLang="pt-BR" sz="2400" baseline="-25000" dirty="0" err="1">
                <a:latin typeface="Aptos" panose="020B0004020202020204" pitchFamily="34" charset="0"/>
              </a:rPr>
              <a:t>b</a:t>
            </a:r>
            <a:r>
              <a:rPr lang="en-US" altLang="pt-BR" sz="2400" dirty="0">
                <a:latin typeface="Aptos" panose="020B0004020202020204" pitchFamily="34" charset="0"/>
              </a:rPr>
              <a:t>) - [NH</a:t>
            </a:r>
            <a:r>
              <a:rPr lang="en-US" altLang="pt-BR" sz="2400" baseline="-25000" dirty="0">
                <a:latin typeface="Aptos" panose="020B0004020202020204" pitchFamily="34" charset="0"/>
              </a:rPr>
              <a:t>3</a:t>
            </a:r>
            <a:r>
              <a:rPr lang="en-US" altLang="pt-BR" sz="2400" dirty="0">
                <a:latin typeface="Aptos" panose="020B0004020202020204" pitchFamily="34" charset="0"/>
              </a:rPr>
              <a:t>] + [H</a:t>
            </a:r>
            <a:r>
              <a:rPr lang="en-US" altLang="pt-BR" sz="2400" baseline="30000" dirty="0">
                <a:latin typeface="Aptos" panose="020B0004020202020204" pitchFamily="34" charset="0"/>
              </a:rPr>
              <a:t>+</a:t>
            </a:r>
            <a:r>
              <a:rPr lang="en-US" altLang="pt-BR" sz="2400" dirty="0">
                <a:latin typeface="Aptos" panose="020B0004020202020204" pitchFamily="34" charset="0"/>
              </a:rPr>
              <a:t>] = C</a:t>
            </a:r>
            <a:r>
              <a:rPr lang="en-US" altLang="pt-BR" sz="2400" baseline="-25000" dirty="0">
                <a:latin typeface="Aptos" panose="020B0004020202020204" pitchFamily="34" charset="0"/>
              </a:rPr>
              <a:t>s</a:t>
            </a:r>
            <a:r>
              <a:rPr lang="en-US" altLang="pt-BR" sz="2400" dirty="0">
                <a:latin typeface="Aptos" panose="020B0004020202020204" pitchFamily="34" charset="0"/>
              </a:rPr>
              <a:t> + [OH</a:t>
            </a:r>
            <a:r>
              <a:rPr lang="en-US" altLang="pt-BR" sz="2400" baseline="30000" dirty="0">
                <a:latin typeface="Aptos" panose="020B0004020202020204" pitchFamily="34" charset="0"/>
              </a:rPr>
              <a:t>-</a:t>
            </a:r>
            <a:r>
              <a:rPr lang="en-US" altLang="pt-BR" sz="2400" dirty="0">
                <a:latin typeface="Aptos" panose="020B0004020202020204" pitchFamily="34" charset="0"/>
              </a:rPr>
              <a:t>] </a:t>
            </a:r>
            <a:r>
              <a:rPr lang="pt-BR" sz="2400" kern="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/>
                <a:sym typeface="Symbol" panose="05050102010706020507" pitchFamily="18" charset="2"/>
              </a:rPr>
              <a:t></a:t>
            </a:r>
            <a:r>
              <a:rPr lang="en-US" altLang="pt-BR" sz="2400" dirty="0">
                <a:latin typeface="Aptos" panose="020B0004020202020204" pitchFamily="34" charset="0"/>
              </a:rPr>
              <a:t> [OH</a:t>
            </a:r>
            <a:r>
              <a:rPr lang="en-US" altLang="pt-BR" sz="2400" baseline="30000" dirty="0">
                <a:latin typeface="Aptos" panose="020B0004020202020204" pitchFamily="34" charset="0"/>
              </a:rPr>
              <a:t>-</a:t>
            </a:r>
            <a:r>
              <a:rPr lang="en-US" altLang="pt-BR" sz="2400" dirty="0">
                <a:latin typeface="Aptos" panose="020B0004020202020204" pitchFamily="34" charset="0"/>
              </a:rPr>
              <a:t>] =</a:t>
            </a:r>
            <a:r>
              <a:rPr lang="pt-BR" sz="2400" kern="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/>
                <a:sym typeface="Symbol" panose="05050102010706020507" pitchFamily="18" charset="2"/>
              </a:rPr>
              <a:t> </a:t>
            </a:r>
            <a:r>
              <a:rPr lang="en-US" altLang="pt-BR" sz="2400" dirty="0" err="1">
                <a:latin typeface="Aptos" panose="020B0004020202020204" pitchFamily="34" charset="0"/>
              </a:rPr>
              <a:t>C</a:t>
            </a:r>
            <a:r>
              <a:rPr lang="en-US" altLang="pt-BR" sz="2400" baseline="-25000" dirty="0" err="1">
                <a:latin typeface="Aptos" panose="020B0004020202020204" pitchFamily="34" charset="0"/>
              </a:rPr>
              <a:t>b</a:t>
            </a:r>
            <a:r>
              <a:rPr lang="en-US" altLang="pt-BR" sz="2400" dirty="0">
                <a:latin typeface="Aptos" panose="020B0004020202020204" pitchFamily="34" charset="0"/>
              </a:rPr>
              <a:t> - [NH</a:t>
            </a:r>
            <a:r>
              <a:rPr lang="en-US" altLang="pt-BR" sz="2400" baseline="-25000" dirty="0">
                <a:latin typeface="Aptos" panose="020B0004020202020204" pitchFamily="34" charset="0"/>
              </a:rPr>
              <a:t>3</a:t>
            </a:r>
            <a:r>
              <a:rPr lang="en-US" altLang="pt-BR" sz="2400" dirty="0">
                <a:latin typeface="Aptos" panose="020B0004020202020204" pitchFamily="34" charset="0"/>
              </a:rPr>
              <a:t>] + [H</a:t>
            </a:r>
            <a:r>
              <a:rPr lang="en-US" altLang="pt-BR" sz="2400" baseline="30000" dirty="0">
                <a:latin typeface="Aptos" panose="020B0004020202020204" pitchFamily="34" charset="0"/>
              </a:rPr>
              <a:t>+</a:t>
            </a:r>
            <a:r>
              <a:rPr lang="en-US" altLang="pt-BR" sz="2400" dirty="0">
                <a:latin typeface="Aptos" panose="020B0004020202020204" pitchFamily="34" charset="0"/>
              </a:rPr>
              <a:t>] </a:t>
            </a:r>
            <a:r>
              <a:rPr lang="en-US" altLang="pt-BR" sz="2400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(4)</a:t>
            </a:r>
          </a:p>
          <a:p>
            <a:endParaRPr lang="en-US" altLang="pt-BR" sz="2400" dirty="0">
              <a:latin typeface="Aptos" panose="020B0004020202020204" pitchFamily="34" charset="0"/>
            </a:endParaRPr>
          </a:p>
          <a:p>
            <a:r>
              <a:rPr lang="en-US" altLang="pt-BR" sz="2400" dirty="0" err="1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Rearranjando</a:t>
            </a:r>
            <a:r>
              <a:rPr lang="en-US" alt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 (4):</a:t>
            </a:r>
          </a:p>
          <a:p>
            <a:endParaRPr lang="en-US" altLang="pt-BR" sz="2400" dirty="0">
              <a:solidFill>
                <a:srgbClr val="002060"/>
              </a:solidFill>
              <a:latin typeface="Aptos" panose="020B0004020202020204" pitchFamily="34" charset="0"/>
            </a:endParaRPr>
          </a:p>
          <a:p>
            <a:r>
              <a:rPr lang="en-US" altLang="pt-BR" sz="2400" dirty="0">
                <a:latin typeface="Aptos" panose="020B0004020202020204" pitchFamily="34" charset="0"/>
              </a:rPr>
              <a:t>[NH</a:t>
            </a:r>
            <a:r>
              <a:rPr lang="en-US" altLang="pt-BR" sz="2400" baseline="-25000" dirty="0">
                <a:latin typeface="Aptos" panose="020B0004020202020204" pitchFamily="34" charset="0"/>
              </a:rPr>
              <a:t>3</a:t>
            </a:r>
            <a:r>
              <a:rPr lang="en-US" altLang="pt-BR" sz="2400" dirty="0">
                <a:latin typeface="Aptos" panose="020B0004020202020204" pitchFamily="34" charset="0"/>
              </a:rPr>
              <a:t>] = </a:t>
            </a:r>
            <a:r>
              <a:rPr lang="en-US" altLang="pt-BR" sz="2400" dirty="0" err="1">
                <a:latin typeface="Aptos" panose="020B0004020202020204" pitchFamily="34" charset="0"/>
              </a:rPr>
              <a:t>C</a:t>
            </a:r>
            <a:r>
              <a:rPr lang="en-US" altLang="pt-BR" sz="2400" baseline="-25000" dirty="0" err="1">
                <a:latin typeface="Aptos" panose="020B0004020202020204" pitchFamily="34" charset="0"/>
              </a:rPr>
              <a:t>b</a:t>
            </a:r>
            <a:r>
              <a:rPr lang="en-US" altLang="pt-BR" sz="2400" dirty="0">
                <a:latin typeface="Aptos" panose="020B0004020202020204" pitchFamily="34" charset="0"/>
              </a:rPr>
              <a:t> + [H</a:t>
            </a:r>
            <a:r>
              <a:rPr lang="en-US" altLang="pt-BR" sz="2400" baseline="30000" dirty="0">
                <a:latin typeface="Aptos" panose="020B0004020202020204" pitchFamily="34" charset="0"/>
              </a:rPr>
              <a:t>+</a:t>
            </a:r>
            <a:r>
              <a:rPr lang="en-US" altLang="pt-BR" sz="2400" dirty="0">
                <a:latin typeface="Aptos" panose="020B0004020202020204" pitchFamily="34" charset="0"/>
              </a:rPr>
              <a:t>] - [OH</a:t>
            </a:r>
            <a:r>
              <a:rPr lang="en-US" altLang="pt-BR" sz="2400" baseline="30000" dirty="0">
                <a:latin typeface="Aptos" panose="020B0004020202020204" pitchFamily="34" charset="0"/>
              </a:rPr>
              <a:t>-</a:t>
            </a:r>
            <a:r>
              <a:rPr lang="en-US" altLang="pt-BR" sz="2400" dirty="0">
                <a:latin typeface="Aptos" panose="020B0004020202020204" pitchFamily="34" charset="0"/>
              </a:rPr>
              <a:t>] </a:t>
            </a:r>
            <a:r>
              <a:rPr lang="en-US" altLang="pt-BR" sz="2400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(4a)</a:t>
            </a:r>
            <a:r>
              <a:rPr lang="en-US" altLang="pt-BR" sz="2400" dirty="0">
                <a:latin typeface="Aptos" panose="020B0004020202020204" pitchFamily="34" charset="0"/>
              </a:rPr>
              <a:t> </a:t>
            </a:r>
          </a:p>
          <a:p>
            <a:endParaRPr lang="en-US" sz="2400" dirty="0">
              <a:latin typeface="Aptos" panose="020B0004020202020204" pitchFamily="34" charset="0"/>
            </a:endParaRPr>
          </a:p>
          <a:p>
            <a:r>
              <a:rPr lang="en-US" altLang="pt-BR" sz="2400" dirty="0" err="1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Substituindo</a:t>
            </a:r>
            <a:r>
              <a:rPr lang="en-US" alt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altLang="pt-BR" sz="2400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(4a) </a:t>
            </a:r>
            <a:r>
              <a:rPr lang="en-US" altLang="pt-BR" sz="2400" dirty="0" err="1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em</a:t>
            </a:r>
            <a:r>
              <a:rPr lang="en-US" alt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altLang="pt-BR" sz="2400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(2a)</a:t>
            </a:r>
            <a:r>
              <a:rPr lang="en-US" alt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:</a:t>
            </a:r>
          </a:p>
          <a:p>
            <a:endParaRPr lang="pt-BR" sz="2400" dirty="0">
              <a:latin typeface="Aptos" panose="020B0004020202020204" pitchFamily="34" charset="0"/>
            </a:endParaRPr>
          </a:p>
          <a:p>
            <a:r>
              <a:rPr lang="en-US" altLang="pt-BR" sz="2400" dirty="0">
                <a:latin typeface="Aptos" panose="020B0004020202020204" pitchFamily="34" charset="0"/>
              </a:rPr>
              <a:t> [</a:t>
            </a:r>
            <a:r>
              <a:rPr lang="pt-BR" sz="2400" kern="0" dirty="0">
                <a:latin typeface="Aptos" panose="020B0004020202020204" pitchFamily="34" charset="0"/>
                <a:cs typeface="Arial"/>
              </a:rPr>
              <a:t>NH</a:t>
            </a:r>
            <a:r>
              <a:rPr lang="pt-BR" sz="2400" kern="0" baseline="-25000" dirty="0">
                <a:latin typeface="Aptos" panose="020B0004020202020204" pitchFamily="34" charset="0"/>
                <a:cs typeface="Arial"/>
              </a:rPr>
              <a:t>4</a:t>
            </a:r>
            <a:r>
              <a:rPr lang="en-US" altLang="pt-BR" sz="2400" baseline="30000" dirty="0">
                <a:latin typeface="Aptos" panose="020B0004020202020204" pitchFamily="34" charset="0"/>
              </a:rPr>
              <a:t>+</a:t>
            </a:r>
            <a:r>
              <a:rPr lang="en-US" altLang="pt-BR" sz="2400" dirty="0">
                <a:latin typeface="Aptos" panose="020B0004020202020204" pitchFamily="34" charset="0"/>
              </a:rPr>
              <a:t>] = (C</a:t>
            </a:r>
            <a:r>
              <a:rPr lang="en-US" altLang="pt-BR" sz="2400" baseline="-25000" dirty="0">
                <a:latin typeface="Aptos" panose="020B0004020202020204" pitchFamily="34" charset="0"/>
              </a:rPr>
              <a:t>s</a:t>
            </a:r>
            <a:r>
              <a:rPr lang="en-US" altLang="pt-BR" sz="2400" dirty="0">
                <a:latin typeface="Aptos" panose="020B0004020202020204" pitchFamily="34" charset="0"/>
              </a:rPr>
              <a:t> + </a:t>
            </a:r>
            <a:r>
              <a:rPr lang="en-US" altLang="pt-BR" sz="2400" dirty="0" err="1">
                <a:latin typeface="Aptos" panose="020B0004020202020204" pitchFamily="34" charset="0"/>
              </a:rPr>
              <a:t>C</a:t>
            </a:r>
            <a:r>
              <a:rPr lang="en-US" altLang="pt-BR" sz="2400" baseline="-25000" dirty="0" err="1">
                <a:latin typeface="Aptos" panose="020B0004020202020204" pitchFamily="34" charset="0"/>
              </a:rPr>
              <a:t>b</a:t>
            </a:r>
            <a:r>
              <a:rPr lang="en-US" altLang="pt-BR" sz="2400" dirty="0">
                <a:latin typeface="Aptos" panose="020B0004020202020204" pitchFamily="34" charset="0"/>
              </a:rPr>
              <a:t>) -  </a:t>
            </a:r>
            <a:r>
              <a:rPr lang="en-US" altLang="pt-BR" sz="2400" dirty="0" err="1">
                <a:latin typeface="Aptos" panose="020B0004020202020204" pitchFamily="34" charset="0"/>
              </a:rPr>
              <a:t>C</a:t>
            </a:r>
            <a:r>
              <a:rPr lang="en-US" altLang="pt-BR" sz="2400" baseline="-25000" dirty="0" err="1">
                <a:latin typeface="Aptos" panose="020B0004020202020204" pitchFamily="34" charset="0"/>
              </a:rPr>
              <a:t>b</a:t>
            </a:r>
            <a:r>
              <a:rPr lang="en-US" altLang="pt-BR" sz="2400" dirty="0">
                <a:latin typeface="Aptos" panose="020B0004020202020204" pitchFamily="34" charset="0"/>
              </a:rPr>
              <a:t> + [H</a:t>
            </a:r>
            <a:r>
              <a:rPr lang="en-US" altLang="pt-BR" sz="2400" baseline="30000" dirty="0">
                <a:latin typeface="Aptos" panose="020B0004020202020204" pitchFamily="34" charset="0"/>
              </a:rPr>
              <a:t>+</a:t>
            </a:r>
            <a:r>
              <a:rPr lang="en-US" altLang="pt-BR" sz="2400" dirty="0">
                <a:latin typeface="Aptos" panose="020B0004020202020204" pitchFamily="34" charset="0"/>
              </a:rPr>
              <a:t>] - [OH</a:t>
            </a:r>
            <a:r>
              <a:rPr lang="en-US" altLang="pt-BR" sz="2400" baseline="30000" dirty="0">
                <a:latin typeface="Aptos" panose="020B0004020202020204" pitchFamily="34" charset="0"/>
              </a:rPr>
              <a:t>-</a:t>
            </a:r>
            <a:r>
              <a:rPr lang="en-US" altLang="pt-BR" sz="2400" dirty="0">
                <a:latin typeface="Aptos" panose="020B0004020202020204" pitchFamily="34" charset="0"/>
              </a:rPr>
              <a:t>] </a:t>
            </a:r>
            <a:r>
              <a:rPr lang="pt-BR" sz="2400" kern="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/>
                <a:sym typeface="Symbol" panose="05050102010706020507" pitchFamily="18" charset="2"/>
              </a:rPr>
              <a:t> </a:t>
            </a:r>
            <a:r>
              <a:rPr lang="en-US" altLang="pt-BR" sz="2400" dirty="0">
                <a:latin typeface="Aptos" panose="020B0004020202020204" pitchFamily="34" charset="0"/>
              </a:rPr>
              <a:t>  [</a:t>
            </a:r>
            <a:r>
              <a:rPr lang="pt-BR" sz="2400" kern="0" dirty="0">
                <a:latin typeface="Aptos" panose="020B0004020202020204" pitchFamily="34" charset="0"/>
                <a:cs typeface="Arial"/>
              </a:rPr>
              <a:t>NH</a:t>
            </a:r>
            <a:r>
              <a:rPr lang="pt-BR" sz="2400" kern="0" baseline="-25000" dirty="0">
                <a:latin typeface="Aptos" panose="020B0004020202020204" pitchFamily="34" charset="0"/>
                <a:cs typeface="Arial"/>
              </a:rPr>
              <a:t>4</a:t>
            </a:r>
            <a:r>
              <a:rPr lang="en-US" altLang="pt-BR" sz="2400" baseline="30000" dirty="0">
                <a:latin typeface="Aptos" panose="020B0004020202020204" pitchFamily="34" charset="0"/>
              </a:rPr>
              <a:t>+</a:t>
            </a:r>
            <a:r>
              <a:rPr lang="en-US" altLang="pt-BR" sz="2400" dirty="0">
                <a:latin typeface="Aptos" panose="020B0004020202020204" pitchFamily="34" charset="0"/>
              </a:rPr>
              <a:t>] = C</a:t>
            </a:r>
            <a:r>
              <a:rPr lang="en-US" altLang="pt-BR" sz="2400" baseline="-25000" dirty="0">
                <a:latin typeface="Aptos" panose="020B0004020202020204" pitchFamily="34" charset="0"/>
              </a:rPr>
              <a:t>s</a:t>
            </a:r>
            <a:r>
              <a:rPr lang="en-US" altLang="pt-BR" sz="2400" dirty="0">
                <a:latin typeface="Aptos" panose="020B0004020202020204" pitchFamily="34" charset="0"/>
              </a:rPr>
              <a:t> - [H</a:t>
            </a:r>
            <a:r>
              <a:rPr lang="en-US" altLang="pt-BR" sz="2400" baseline="30000" dirty="0">
                <a:latin typeface="Aptos" panose="020B0004020202020204" pitchFamily="34" charset="0"/>
              </a:rPr>
              <a:t>+</a:t>
            </a:r>
            <a:r>
              <a:rPr lang="en-US" altLang="pt-BR" sz="2400" dirty="0">
                <a:latin typeface="Aptos" panose="020B0004020202020204" pitchFamily="34" charset="0"/>
              </a:rPr>
              <a:t>] + [OH</a:t>
            </a:r>
            <a:r>
              <a:rPr lang="en-US" altLang="pt-BR" sz="2400" baseline="30000" dirty="0">
                <a:latin typeface="Aptos" panose="020B0004020202020204" pitchFamily="34" charset="0"/>
              </a:rPr>
              <a:t>-</a:t>
            </a:r>
            <a:r>
              <a:rPr lang="en-US" altLang="pt-BR" sz="2400" dirty="0">
                <a:latin typeface="Aptos" panose="020B0004020202020204" pitchFamily="34" charset="0"/>
              </a:rPr>
              <a:t>] </a:t>
            </a:r>
            <a:r>
              <a:rPr lang="en-US" altLang="pt-BR" sz="2400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(5)</a:t>
            </a:r>
            <a:endParaRPr lang="pt-BR" sz="2400" dirty="0">
              <a:latin typeface="Aptos" panose="020B0004020202020204" pitchFamily="34" charset="0"/>
            </a:endParaRP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E767D12D-B787-F800-F70A-772B5D0B54A5}"/>
              </a:ext>
            </a:extLst>
          </p:cNvPr>
          <p:cNvCxnSpPr/>
          <p:nvPr/>
        </p:nvCxnSpPr>
        <p:spPr>
          <a:xfrm flipV="1">
            <a:off x="475767" y="2522699"/>
            <a:ext cx="261257" cy="402771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5DE9BCED-70AD-2F1D-76D8-4E579E58F9C2}"/>
              </a:ext>
            </a:extLst>
          </p:cNvPr>
          <p:cNvCxnSpPr/>
          <p:nvPr/>
        </p:nvCxnSpPr>
        <p:spPr>
          <a:xfrm flipV="1">
            <a:off x="3551163" y="2463121"/>
            <a:ext cx="261257" cy="402771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4327D7A7-1E60-7EC9-4D69-0A86E9B27AFF}"/>
              </a:ext>
            </a:extLst>
          </p:cNvPr>
          <p:cNvCxnSpPr/>
          <p:nvPr/>
        </p:nvCxnSpPr>
        <p:spPr>
          <a:xfrm flipV="1">
            <a:off x="2312737" y="5401934"/>
            <a:ext cx="261257" cy="402771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9916C132-9A2E-2CE2-364A-311585D19741}"/>
              </a:ext>
            </a:extLst>
          </p:cNvPr>
          <p:cNvCxnSpPr/>
          <p:nvPr/>
        </p:nvCxnSpPr>
        <p:spPr>
          <a:xfrm flipV="1">
            <a:off x="2995377" y="5401934"/>
            <a:ext cx="261257" cy="402771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2223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33387-71FB-6BBD-2AF7-C37DC9853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D3494BA-8A5D-3069-41C7-86C5C9EB49B5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Cálculo de pH de solução tampão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9B44A517-8D09-75DE-E92D-EF64F88C7BBB}"/>
                  </a:ext>
                </a:extLst>
              </p:cNvPr>
              <p:cNvSpPr txBox="1"/>
              <p:nvPr/>
            </p:nvSpPr>
            <p:spPr>
              <a:xfrm>
                <a:off x="332403" y="946493"/>
                <a:ext cx="11527192" cy="56043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/>
                </a:pPr>
                <a:r>
                  <a:rPr lang="en-US" altLang="pt-BR" sz="2400" dirty="0">
                    <a:latin typeface="Aptos" panose="020B0004020202020204" pitchFamily="34" charset="0"/>
                  </a:rPr>
                  <a:t>NH</a:t>
                </a:r>
                <a:r>
                  <a:rPr lang="en-US" altLang="pt-BR" sz="2400" baseline="-25000" dirty="0">
                    <a:latin typeface="Aptos" panose="020B0004020202020204" pitchFamily="34" charset="0"/>
                  </a:rPr>
                  <a:t>3</a:t>
                </a:r>
                <a:r>
                  <a:rPr lang="pt-BR" altLang="pt-BR" sz="2400" dirty="0">
                    <a:latin typeface="Aptos" panose="020B0004020202020204" pitchFamily="34" charset="0"/>
                  </a:rPr>
                  <a:t> + H</a:t>
                </a:r>
                <a:r>
                  <a:rPr lang="pt-BR" altLang="pt-BR" sz="2400" baseline="-25000" dirty="0">
                    <a:latin typeface="Aptos" panose="020B0004020202020204" pitchFamily="34" charset="0"/>
                  </a:rPr>
                  <a:t>2</a:t>
                </a:r>
                <a:r>
                  <a:rPr lang="pt-BR" altLang="pt-BR" sz="2400" dirty="0">
                    <a:latin typeface="Aptos" panose="020B0004020202020204" pitchFamily="34" charset="0"/>
                  </a:rPr>
                  <a:t>O</a:t>
                </a:r>
                <a:r>
                  <a:rPr lang="en-US" altLang="pt-BR" sz="2400" dirty="0">
                    <a:latin typeface="Aptos" panose="020B0004020202020204" pitchFamily="34" charset="0"/>
                  </a:rPr>
                  <a:t> </a:t>
                </a:r>
                <a:r>
                  <a:rPr lang="pt-BR" altLang="pt-BR" sz="2400" dirty="0">
                    <a:latin typeface="Aptos" panose="020B0004020202020204" pitchFamily="34" charset="0"/>
                  </a:rPr>
                  <a:t>⇌</a:t>
                </a:r>
                <a:r>
                  <a:rPr lang="en-US" altLang="pt-BR" sz="2400" dirty="0">
                    <a:latin typeface="Aptos" panose="020B0004020202020204" pitchFamily="34" charset="0"/>
                  </a:rPr>
                  <a:t> </a:t>
                </a:r>
                <a:r>
                  <a:rPr lang="pt-BR" sz="2400" kern="0" dirty="0">
                    <a:latin typeface="Aptos" panose="020B0004020202020204" pitchFamily="34" charset="0"/>
                    <a:cs typeface="Arial"/>
                  </a:rPr>
                  <a:t>NH</a:t>
                </a:r>
                <a:r>
                  <a:rPr lang="pt-BR" sz="2400" kern="0" baseline="-25000" dirty="0">
                    <a:latin typeface="Aptos" panose="020B0004020202020204" pitchFamily="34" charset="0"/>
                    <a:cs typeface="Arial"/>
                  </a:rPr>
                  <a:t>4</a:t>
                </a:r>
                <a:r>
                  <a:rPr lang="en-US" altLang="pt-BR" sz="2400" baseline="30000" dirty="0">
                    <a:latin typeface="Aptos" panose="020B0004020202020204" pitchFamily="34" charset="0"/>
                  </a:rPr>
                  <a:t>+</a:t>
                </a:r>
                <a:r>
                  <a:rPr lang="en-US" altLang="pt-BR" sz="2400" dirty="0">
                    <a:latin typeface="Aptos" panose="020B0004020202020204" pitchFamily="34" charset="0"/>
                  </a:rPr>
                  <a:t> + OH</a:t>
                </a:r>
                <a:r>
                  <a:rPr lang="en-US" altLang="pt-BR" sz="2400" baseline="30000" dirty="0">
                    <a:latin typeface="Aptos" panose="020B0004020202020204" pitchFamily="34" charset="0"/>
                  </a:rPr>
                  <a:t>- </a:t>
                </a:r>
                <a:r>
                  <a:rPr lang="en-US" altLang="pt-BR" sz="2400" dirty="0">
                    <a:latin typeface="Aptos" panose="020B0004020202020204" pitchFamily="34" charset="0"/>
                  </a:rPr>
                  <a:t>    </a:t>
                </a:r>
                <a:r>
                  <a:rPr lang="pt-BR" sz="2400" dirty="0">
                    <a:latin typeface="Aptos" panose="020B0004020202020204" pitchFamily="34" charset="0"/>
                    <a:cs typeface="Arial" charset="0"/>
                  </a:rPr>
                  <a:t>			K</a:t>
                </a:r>
                <a:r>
                  <a:rPr lang="pt-BR" sz="2400" baseline="-25000" dirty="0">
                    <a:latin typeface="Aptos" panose="020B0004020202020204" pitchFamily="34" charset="0"/>
                    <a:cs typeface="Arial" charset="0"/>
                  </a:rPr>
                  <a:t>b  </a:t>
                </a:r>
                <a:r>
                  <a:rPr lang="pt-BR" sz="2400" dirty="0">
                    <a:latin typeface="Aptos" panose="020B0004020202020204" pitchFamily="34" charset="0"/>
                    <a:cs typeface="Arial" charset="0"/>
                  </a:rPr>
                  <a:t>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pt-BR" sz="2400" dirty="0">
                            <a:latin typeface="Aptos" panose="020B0004020202020204" pitchFamily="34" charset="0"/>
                            <a:cs typeface="Arial"/>
                          </a:rPr>
                          <m:t>[</m:t>
                        </m:r>
                        <m:r>
                          <m:rPr>
                            <m:nor/>
                          </m:rPr>
                          <a:rPr lang="pt-BR" sz="2400" kern="0" dirty="0">
                            <a:latin typeface="Aptos" panose="020B0004020202020204" pitchFamily="34" charset="0"/>
                            <a:cs typeface="Arial"/>
                          </a:rPr>
                          <m:t>NH</m:t>
                        </m:r>
                        <m:r>
                          <m:rPr>
                            <m:nor/>
                          </m:rPr>
                          <a:rPr lang="pt-BR" sz="2400" kern="0" baseline="-25000" dirty="0">
                            <a:latin typeface="Aptos" panose="020B0004020202020204" pitchFamily="34" charset="0"/>
                            <a:cs typeface="Arial"/>
                          </a:rPr>
                          <m:t>4</m:t>
                        </m:r>
                        <m:r>
                          <m:rPr>
                            <m:nor/>
                          </m:rPr>
                          <a:rPr lang="en-US" altLang="pt-BR" sz="2400" baseline="30000" dirty="0">
                            <a:latin typeface="Aptos" panose="020B0004020202020204" pitchFamily="34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pt-BR" sz="2400" dirty="0">
                            <a:latin typeface="Aptos" panose="020B0004020202020204" pitchFamily="34" charset="0"/>
                            <a:cs typeface="Arial"/>
                          </a:rPr>
                          <m:t>][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OH</m:t>
                        </m:r>
                        <m:r>
                          <m:rPr>
                            <m:nor/>
                          </m:rPr>
                          <a:rPr lang="en-US" altLang="pt-BR" sz="2400" baseline="30000" dirty="0">
                            <a:latin typeface="Aptos" panose="020B0004020202020204" pitchFamily="34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pt-BR" sz="2400" dirty="0">
                            <a:latin typeface="Aptos" panose="020B0004020202020204" pitchFamily="34" charset="0"/>
                            <a:cs typeface="Arial"/>
                          </a:rPr>
                          <m:t>]</m:t>
                        </m:r>
                      </m:num>
                      <m:den>
                        <m:r>
                          <m:rPr>
                            <m:nor/>
                          </m:rPr>
                          <a:rPr lang="pt-BR" sz="2400" dirty="0">
                            <a:latin typeface="Aptos" panose="020B0004020202020204" pitchFamily="34" charset="0"/>
                            <a:cs typeface="Arial"/>
                          </a:rPr>
                          <m:t>[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NH</m:t>
                        </m:r>
                        <m:r>
                          <m:rPr>
                            <m:nor/>
                          </m:rPr>
                          <a:rPr lang="en-US" altLang="pt-BR" sz="2400" baseline="-25000" dirty="0">
                            <a:latin typeface="Aptos" panose="020B0004020202020204" pitchFamily="34" charset="0"/>
                          </a:rPr>
                          <m:t>3</m:t>
                        </m:r>
                        <m:r>
                          <m:rPr>
                            <m:nor/>
                          </m:rPr>
                          <a:rPr lang="pt-BR" sz="2400" dirty="0">
                            <a:latin typeface="Aptos" panose="020B0004020202020204" pitchFamily="34" charset="0"/>
                          </a:rPr>
                          <m:t>] </m:t>
                        </m:r>
                      </m:den>
                    </m:f>
                  </m:oMath>
                </a14:m>
                <a:r>
                  <a:rPr lang="pt-BR" sz="2400" dirty="0">
                    <a:latin typeface="Aptos" panose="020B0004020202020204" pitchFamily="34" charset="0"/>
                  </a:rPr>
                  <a:t>    </a:t>
                </a:r>
                <a:r>
                  <a:rPr lang="pt-BR" sz="2400" dirty="0">
                    <a:solidFill>
                      <a:schemeClr val="accent1">
                        <a:lumMod val="75000"/>
                      </a:schemeClr>
                    </a:solidFill>
                    <a:latin typeface="Aptos" panose="020B0004020202020204" pitchFamily="34" charset="0"/>
                  </a:rPr>
                  <a:t>(6)</a:t>
                </a:r>
              </a:p>
              <a:p>
                <a:pPr marL="0" indent="0" algn="ctr">
                  <a:buNone/>
                  <a:defRPr/>
                </a:pPr>
                <a:endParaRPr lang="pt-BR" altLang="pt-BR" sz="2400" dirty="0">
                  <a:latin typeface="Aptos" panose="020B0004020202020204" pitchFamily="34" charset="0"/>
                </a:endParaRPr>
              </a:p>
              <a:p>
                <a:pPr>
                  <a:defRPr/>
                </a:pPr>
                <a:r>
                  <a:rPr lang="en-US" altLang="pt-BR" sz="2400" dirty="0" err="1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Substituindo</a:t>
                </a:r>
                <a:r>
                  <a:rPr lang="en-US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 </a:t>
                </a:r>
                <a:r>
                  <a:rPr lang="en-US" altLang="pt-BR" sz="2400" dirty="0">
                    <a:solidFill>
                      <a:schemeClr val="accent1">
                        <a:lumMod val="75000"/>
                      </a:schemeClr>
                    </a:solidFill>
                    <a:latin typeface="Aptos" panose="020B0004020202020204" pitchFamily="34" charset="0"/>
                  </a:rPr>
                  <a:t>(4a)</a:t>
                </a:r>
                <a:r>
                  <a:rPr lang="en-US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 e </a:t>
                </a:r>
                <a:r>
                  <a:rPr lang="en-US" altLang="pt-BR" sz="2400" dirty="0">
                    <a:solidFill>
                      <a:schemeClr val="accent1">
                        <a:lumMod val="75000"/>
                      </a:schemeClr>
                    </a:solidFill>
                    <a:latin typeface="Aptos" panose="020B0004020202020204" pitchFamily="34" charset="0"/>
                  </a:rPr>
                  <a:t>(5) </a:t>
                </a:r>
                <a:r>
                  <a:rPr lang="en-US" altLang="pt-BR" sz="2400" dirty="0" err="1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em</a:t>
                </a:r>
                <a:r>
                  <a:rPr lang="en-US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 </a:t>
                </a:r>
                <a:r>
                  <a:rPr lang="en-US" altLang="pt-BR" sz="2400" dirty="0">
                    <a:solidFill>
                      <a:schemeClr val="accent1">
                        <a:lumMod val="75000"/>
                      </a:schemeClr>
                    </a:solidFill>
                    <a:latin typeface="Aptos" panose="020B0004020202020204" pitchFamily="34" charset="0"/>
                  </a:rPr>
                  <a:t>(6)</a:t>
                </a:r>
                <a:r>
                  <a:rPr lang="en-US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:</a:t>
                </a:r>
                <a:r>
                  <a:rPr 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 </a:t>
                </a:r>
              </a:p>
              <a:p>
                <a:pPr algn="ctr">
                  <a:defRPr/>
                </a:pPr>
                <a:endParaRPr lang="pt-BR" altLang="pt-BR" sz="2400" dirty="0">
                  <a:latin typeface="Aptos" panose="020B0004020202020204" pitchFamily="34" charset="0"/>
                </a:endParaRPr>
              </a:p>
              <a:p>
                <a:pPr algn="ctr">
                  <a:defRPr/>
                </a:pPr>
                <a:r>
                  <a:rPr lang="pt-BR" sz="2400" dirty="0">
                    <a:latin typeface="Aptos" panose="020B0004020202020204" pitchFamily="34" charset="0"/>
                    <a:cs typeface="Arial" charset="0"/>
                  </a:rPr>
                  <a:t> K</a:t>
                </a:r>
                <a:r>
                  <a:rPr lang="pt-BR" sz="2400" baseline="-25000" dirty="0">
                    <a:latin typeface="Aptos" panose="020B0004020202020204" pitchFamily="34" charset="0"/>
                    <a:cs typeface="Arial" charset="0"/>
                  </a:rPr>
                  <a:t>b  </a:t>
                </a:r>
                <a:r>
                  <a:rPr lang="pt-BR" sz="2400" dirty="0">
                    <a:latin typeface="Aptos" panose="020B0004020202020204" pitchFamily="34" charset="0"/>
                    <a:cs typeface="Arial" charset="0"/>
                  </a:rPr>
                  <a:t>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pt-BR" sz="2400" b="0" i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en-US" altLang="pt-BR" sz="2400" baseline="-25000" dirty="0">
                            <a:latin typeface="Aptos" panose="020B0004020202020204" pitchFamily="34" charset="0"/>
                          </a:rPr>
                          <m:t>s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 − [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H</m:t>
                        </m:r>
                        <m:r>
                          <m:rPr>
                            <m:nor/>
                          </m:rPr>
                          <a:rPr lang="en-US" altLang="pt-BR" sz="2400" baseline="30000" dirty="0">
                            <a:latin typeface="Aptos" panose="020B0004020202020204" pitchFamily="34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] + [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OH</m:t>
                        </m:r>
                        <m:r>
                          <m:rPr>
                            <m:nor/>
                          </m:rPr>
                          <a:rPr lang="en-US" altLang="pt-BR" sz="2400" baseline="30000" dirty="0">
                            <a:latin typeface="Aptos" panose="020B0004020202020204" pitchFamily="34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]</m:t>
                        </m:r>
                        <m:r>
                          <m:rPr>
                            <m:nor/>
                          </m:rPr>
                          <a:rPr lang="pt-BR" altLang="pt-BR" sz="2400" b="0" i="0" dirty="0" smtClean="0">
                            <a:latin typeface="Aptos" panose="020B0004020202020204" pitchFamily="34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pt-BR" sz="2400" dirty="0">
                            <a:latin typeface="Aptos" panose="020B0004020202020204" pitchFamily="34" charset="0"/>
                            <a:cs typeface="Arial"/>
                          </a:rPr>
                          <m:t>[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OH</m:t>
                        </m:r>
                        <m:r>
                          <m:rPr>
                            <m:nor/>
                          </m:rPr>
                          <a:rPr lang="en-US" altLang="pt-BR" sz="2400" baseline="30000" dirty="0">
                            <a:latin typeface="Aptos" panose="020B0004020202020204" pitchFamily="34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pt-BR" sz="2400" dirty="0">
                            <a:latin typeface="Aptos" panose="020B0004020202020204" pitchFamily="34" charset="0"/>
                            <a:cs typeface="Arial"/>
                          </a:rPr>
                          <m:t>]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en-US" altLang="pt-BR" sz="2400" baseline="-25000" dirty="0">
                            <a:latin typeface="Aptos" panose="020B0004020202020204" pitchFamily="34" charset="0"/>
                          </a:rPr>
                          <m:t>b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 + [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H</m:t>
                        </m:r>
                        <m:r>
                          <m:rPr>
                            <m:nor/>
                          </m:rPr>
                          <a:rPr lang="en-US" altLang="pt-BR" sz="2400" baseline="30000" dirty="0">
                            <a:latin typeface="Aptos" panose="020B0004020202020204" pitchFamily="34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] − [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OH</m:t>
                        </m:r>
                        <m:r>
                          <m:rPr>
                            <m:nor/>
                          </m:rPr>
                          <a:rPr lang="en-US" altLang="pt-BR" sz="2400" baseline="30000" dirty="0">
                            <a:latin typeface="Aptos" panose="020B0004020202020204" pitchFamily="34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]</m:t>
                        </m:r>
                      </m:den>
                    </m:f>
                  </m:oMath>
                </a14:m>
                <a:r>
                  <a:rPr lang="pt-BR" sz="2400" dirty="0">
                    <a:solidFill>
                      <a:schemeClr val="accent1">
                        <a:lumMod val="75000"/>
                      </a:schemeClr>
                    </a:solidFill>
                    <a:latin typeface="Aptos" panose="020B0004020202020204" pitchFamily="34" charset="0"/>
                  </a:rPr>
                  <a:t> (7)</a:t>
                </a:r>
              </a:p>
              <a:p>
                <a:pPr marL="0" indent="0" algn="ctr">
                  <a:buNone/>
                  <a:defRPr/>
                </a:pPr>
                <a:endParaRPr lang="pt-BR" altLang="pt-BR" sz="2400" dirty="0">
                  <a:latin typeface="Aptos" panose="020B0004020202020204" pitchFamily="34" charset="0"/>
                </a:endParaRPr>
              </a:p>
              <a:p>
                <a:pPr>
                  <a:defRPr/>
                </a:pPr>
                <a:r>
                  <a:rPr lang="en-US" altLang="pt-BR" sz="2400" dirty="0" err="1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Rearranjando</a:t>
                </a:r>
                <a:r>
                  <a:rPr lang="en-US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 </a:t>
                </a:r>
                <a:r>
                  <a:rPr lang="en-US" altLang="pt-BR" sz="2400" dirty="0">
                    <a:solidFill>
                      <a:schemeClr val="accent1">
                        <a:lumMod val="75000"/>
                      </a:schemeClr>
                    </a:solidFill>
                    <a:latin typeface="Aptos" panose="020B0004020202020204" pitchFamily="34" charset="0"/>
                  </a:rPr>
                  <a:t>(7)</a:t>
                </a:r>
                <a:r>
                  <a:rPr lang="en-US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:                                              </a:t>
                </a:r>
                <a:r>
                  <a:rPr lang="en-US" altLang="pt-BR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    </a:t>
                </a:r>
                <a:r>
                  <a:rPr lang="en-US" altLang="pt-BR" dirty="0" err="1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hidrólise</a:t>
                </a:r>
                <a:r>
                  <a:rPr lang="en-US" altLang="pt-BR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    </a:t>
                </a:r>
                <a:r>
                  <a:rPr lang="en-US" altLang="pt-BR" dirty="0" err="1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ionização</a:t>
                </a:r>
                <a:endParaRPr lang="en-US" altLang="pt-BR" dirty="0">
                  <a:solidFill>
                    <a:schemeClr val="accent1">
                      <a:lumMod val="50000"/>
                    </a:schemeClr>
                  </a:solidFill>
                  <a:latin typeface="Aptos" panose="020B0004020202020204" pitchFamily="34" charset="0"/>
                </a:endParaRPr>
              </a:p>
              <a:p>
                <a:pPr algn="ctr">
                  <a:defRPr/>
                </a:pPr>
                <a:endParaRPr lang="en-US" sz="2400" dirty="0">
                  <a:solidFill>
                    <a:srgbClr val="002060"/>
                  </a:solidFill>
                  <a:latin typeface="Aptos" panose="020B0004020202020204" pitchFamily="34" charset="0"/>
                  <a:cs typeface="Arial"/>
                </a:endParaRPr>
              </a:p>
              <a:p>
                <a:pPr algn="ctr">
                  <a:defRPr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pt-BR" sz="2400" dirty="0">
                        <a:latin typeface="Aptos" panose="020B0004020202020204" pitchFamily="34" charset="0"/>
                        <a:cs typeface="Arial"/>
                      </a:rPr>
                      <m:t>[</m:t>
                    </m:r>
                    <m:r>
                      <m:rPr>
                        <m:nor/>
                      </m:rPr>
                      <a:rPr lang="en-US" altLang="pt-BR" sz="2400" dirty="0">
                        <a:latin typeface="Aptos" panose="020B0004020202020204" pitchFamily="34" charset="0"/>
                      </a:rPr>
                      <m:t>OH</m:t>
                    </m:r>
                    <m:r>
                      <m:rPr>
                        <m:nor/>
                      </m:rPr>
                      <a:rPr lang="en-US" altLang="pt-BR" sz="2400" baseline="30000" dirty="0">
                        <a:latin typeface="Aptos" panose="020B0004020202020204" pitchFamily="34" charset="0"/>
                      </a:rPr>
                      <m:t>−</m:t>
                    </m:r>
                    <m:r>
                      <m:rPr>
                        <m:nor/>
                      </m:rPr>
                      <a:rPr lang="pt-BR" sz="2400" dirty="0">
                        <a:latin typeface="Aptos" panose="020B0004020202020204" pitchFamily="34" charset="0"/>
                        <a:cs typeface="Arial"/>
                      </a:rPr>
                      <m:t>] </m:t>
                    </m:r>
                  </m:oMath>
                </a14:m>
                <a:r>
                  <a:rPr lang="pt-BR" sz="2400" dirty="0">
                    <a:latin typeface="Aptos" panose="020B0004020202020204" pitchFamily="34" charset="0"/>
                    <a:cs typeface="Arial" charset="0"/>
                  </a:rPr>
                  <a:t>= K</a:t>
                </a:r>
                <a:r>
                  <a:rPr lang="pt-BR" sz="2400" baseline="-25000" dirty="0">
                    <a:latin typeface="Aptos" panose="020B0004020202020204" pitchFamily="34" charset="0"/>
                    <a:cs typeface="Arial" charset="0"/>
                  </a:rPr>
                  <a:t>b</a:t>
                </a:r>
                <a:r>
                  <a:rPr lang="pt-BR" sz="2400" dirty="0">
                    <a:latin typeface="Aptos" panose="020B0004020202020204" pitchFamily="34" charset="0"/>
                    <a:cs typeface="Arial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pt-BR" sz="2400" dirty="0">
                            <a:latin typeface="Aptos" panose="020B0004020202020204" pitchFamily="34" charset="0"/>
                            <a:cs typeface="Arial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en-US" altLang="pt-BR" sz="2400" baseline="-25000" dirty="0">
                            <a:latin typeface="Aptos" panose="020B0004020202020204" pitchFamily="34" charset="0"/>
                          </a:rPr>
                          <m:t>b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 + [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H</m:t>
                        </m:r>
                        <m:r>
                          <m:rPr>
                            <m:nor/>
                          </m:rPr>
                          <a:rPr lang="en-US" altLang="pt-BR" sz="2400" baseline="30000" dirty="0">
                            <a:latin typeface="Aptos" panose="020B0004020202020204" pitchFamily="34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] − [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OH</m:t>
                        </m:r>
                        <m:r>
                          <m:rPr>
                            <m:nor/>
                          </m:rPr>
                          <a:rPr lang="en-US" altLang="pt-BR" sz="2400" baseline="30000" dirty="0">
                            <a:latin typeface="Aptos" panose="020B0004020202020204" pitchFamily="34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]</m:t>
                        </m:r>
                        <m:r>
                          <m:rPr>
                            <m:nor/>
                          </m:rPr>
                          <a:rPr lang="pt-BR" altLang="pt-BR" sz="2400" b="0" i="0" dirty="0" smtClean="0">
                            <a:latin typeface="Aptos" panose="020B0004020202020204" pitchFamily="34" charset="0"/>
                          </a:rPr>
                          <m:t>)  </m:t>
                        </m:r>
                      </m:num>
                      <m:den>
                        <m:r>
                          <m:rPr>
                            <m:nor/>
                          </m:rPr>
                          <a:rPr lang="pt-BR" sz="2400" dirty="0">
                            <a:latin typeface="Aptos" panose="020B0004020202020204" pitchFamily="34" charset="0"/>
                            <a:cs typeface="Arial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en-US" altLang="pt-BR" sz="2400" baseline="-25000" dirty="0">
                            <a:latin typeface="Aptos" panose="020B0004020202020204" pitchFamily="34" charset="0"/>
                          </a:rPr>
                          <m:t>s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 − [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H</m:t>
                        </m:r>
                        <m:r>
                          <m:rPr>
                            <m:nor/>
                          </m:rPr>
                          <a:rPr lang="en-US" altLang="pt-BR" sz="2400" baseline="30000" dirty="0">
                            <a:latin typeface="Aptos" panose="020B0004020202020204" pitchFamily="34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] + [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OH</m:t>
                        </m:r>
                        <m:r>
                          <m:rPr>
                            <m:nor/>
                          </m:rPr>
                          <a:rPr lang="en-US" altLang="pt-BR" sz="2400" baseline="30000" dirty="0">
                            <a:latin typeface="Aptos" panose="020B0004020202020204" pitchFamily="34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]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pt-BR" sz="2400" dirty="0">
                    <a:latin typeface="Aptos" panose="020B0004020202020204" pitchFamily="34" charset="0"/>
                  </a:rPr>
                  <a:t> </a:t>
                </a:r>
                <a:r>
                  <a:rPr lang="pt-BR" sz="2400" dirty="0">
                    <a:solidFill>
                      <a:schemeClr val="accent1">
                        <a:lumMod val="75000"/>
                      </a:schemeClr>
                    </a:solidFill>
                    <a:latin typeface="Aptos" panose="020B0004020202020204" pitchFamily="34" charset="0"/>
                  </a:rPr>
                  <a:t>(7a)</a:t>
                </a:r>
              </a:p>
              <a:p>
                <a:pPr algn="ctr">
                  <a:defRPr/>
                </a:pPr>
                <a:endParaRPr lang="pt-BR" sz="2400" dirty="0">
                  <a:solidFill>
                    <a:schemeClr val="accent1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  <a:p>
                <a:pPr algn="ctr">
                  <a:defRPr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pt-BR" sz="2400" b="1" dirty="0">
                        <a:latin typeface="Aptos" panose="020B0004020202020204" pitchFamily="34" charset="0"/>
                        <a:cs typeface="Arial"/>
                      </a:rPr>
                      <m:t>[</m:t>
                    </m:r>
                    <m:r>
                      <m:rPr>
                        <m:nor/>
                      </m:rPr>
                      <a:rPr lang="en-US" altLang="pt-BR" sz="2400" b="1" dirty="0">
                        <a:latin typeface="Aptos" panose="020B0004020202020204" pitchFamily="34" charset="0"/>
                      </a:rPr>
                      <m:t>OH</m:t>
                    </m:r>
                    <m:r>
                      <m:rPr>
                        <m:nor/>
                      </m:rPr>
                      <a:rPr lang="en-US" altLang="pt-BR" sz="2400" b="1" baseline="30000" dirty="0">
                        <a:latin typeface="Aptos" panose="020B0004020202020204" pitchFamily="34" charset="0"/>
                      </a:rPr>
                      <m:t>−</m:t>
                    </m:r>
                    <m:r>
                      <m:rPr>
                        <m:nor/>
                      </m:rPr>
                      <a:rPr lang="pt-BR" sz="2400" b="1" dirty="0">
                        <a:latin typeface="Aptos" panose="020B0004020202020204" pitchFamily="34" charset="0"/>
                        <a:cs typeface="Arial"/>
                      </a:rPr>
                      <m:t>]</m:t>
                    </m:r>
                  </m:oMath>
                </a14:m>
                <a:r>
                  <a:rPr lang="pt-BR" sz="2400" b="1" dirty="0">
                    <a:latin typeface="Aptos" panose="020B0004020202020204" pitchFamily="34" charset="0"/>
                    <a:cs typeface="Arial" charset="0"/>
                  </a:rPr>
                  <a:t>= K</a:t>
                </a:r>
                <a:r>
                  <a:rPr lang="pt-BR" sz="2400" b="1" baseline="-25000" dirty="0">
                    <a:latin typeface="Aptos" panose="020B0004020202020204" pitchFamily="34" charset="0"/>
                    <a:cs typeface="Arial" charset="0"/>
                  </a:rPr>
                  <a:t>b</a:t>
                </a:r>
                <a:r>
                  <a:rPr lang="pt-BR" sz="2400" b="1" dirty="0">
                    <a:latin typeface="Aptos" panose="020B0004020202020204" pitchFamily="34" charset="0"/>
                    <a:cs typeface="Arial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2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pt-BR" sz="2400" b="1" dirty="0">
                            <a:latin typeface="Aptos" panose="020B0004020202020204" pitchFamily="34" charset="0"/>
                            <a:cs typeface="Arial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pt-BR" sz="2400" b="1" dirty="0">
                            <a:latin typeface="Aptos" panose="020B0004020202020204" pitchFamily="34" charset="0"/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en-US" altLang="pt-BR" sz="2400" b="1" baseline="-25000" dirty="0">
                            <a:latin typeface="Aptos" panose="020B0004020202020204" pitchFamily="34" charset="0"/>
                          </a:rPr>
                          <m:t>b</m:t>
                        </m:r>
                        <m:r>
                          <m:rPr>
                            <m:nor/>
                          </m:rPr>
                          <a:rPr lang="en-US" altLang="pt-BR" sz="2400" b="1" dirty="0">
                            <a:latin typeface="Aptos" panose="020B0004020202020204" pitchFamily="34" charset="0"/>
                          </a:rPr>
                          <m:t> + [</m:t>
                        </m:r>
                        <m:r>
                          <m:rPr>
                            <m:nor/>
                          </m:rPr>
                          <a:rPr lang="en-US" altLang="pt-BR" sz="2400" b="1" dirty="0">
                            <a:latin typeface="Aptos" panose="020B0004020202020204" pitchFamily="34" charset="0"/>
                          </a:rPr>
                          <m:t>H</m:t>
                        </m:r>
                        <m:r>
                          <m:rPr>
                            <m:nor/>
                          </m:rPr>
                          <a:rPr lang="en-US" altLang="pt-BR" sz="2400" b="1" baseline="30000" dirty="0">
                            <a:latin typeface="Aptos" panose="020B0004020202020204" pitchFamily="34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US" altLang="pt-BR" sz="2400" b="1" dirty="0">
                            <a:latin typeface="Aptos" panose="020B0004020202020204" pitchFamily="34" charset="0"/>
                          </a:rPr>
                          <m:t>] − [</m:t>
                        </m:r>
                        <m:r>
                          <m:rPr>
                            <m:nor/>
                          </m:rPr>
                          <a:rPr lang="en-US" altLang="pt-BR" sz="2400" b="1" dirty="0">
                            <a:latin typeface="Aptos" panose="020B0004020202020204" pitchFamily="34" charset="0"/>
                          </a:rPr>
                          <m:t>OH</m:t>
                        </m:r>
                        <m:r>
                          <m:rPr>
                            <m:nor/>
                          </m:rPr>
                          <a:rPr lang="en-US" altLang="pt-BR" sz="2400" b="1" baseline="30000" dirty="0">
                            <a:latin typeface="Aptos" panose="020B0004020202020204" pitchFamily="34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altLang="pt-BR" sz="2400" b="1" dirty="0">
                            <a:latin typeface="Aptos" panose="020B0004020202020204" pitchFamily="34" charset="0"/>
                          </a:rPr>
                          <m:t>]</m:t>
                        </m:r>
                        <m:r>
                          <m:rPr>
                            <m:nor/>
                          </m:rPr>
                          <a:rPr lang="pt-BR" altLang="pt-BR" sz="2400" b="1" dirty="0">
                            <a:latin typeface="Aptos" panose="020B0004020202020204" pitchFamily="34" charset="0"/>
                          </a:rPr>
                          <m:t>)  </m:t>
                        </m:r>
                      </m:num>
                      <m:den>
                        <m:r>
                          <m:rPr>
                            <m:nor/>
                          </m:rPr>
                          <a:rPr lang="pt-BR" sz="2400" b="1" dirty="0">
                            <a:latin typeface="Aptos" panose="020B0004020202020204" pitchFamily="34" charset="0"/>
                            <a:cs typeface="Arial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pt-BR" sz="2400" b="1" dirty="0">
                            <a:latin typeface="Aptos" panose="020B0004020202020204" pitchFamily="34" charset="0"/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en-US" altLang="pt-BR" sz="2400" b="1" baseline="-25000" dirty="0">
                            <a:latin typeface="Aptos" panose="020B0004020202020204" pitchFamily="34" charset="0"/>
                          </a:rPr>
                          <m:t>s</m:t>
                        </m:r>
                        <m:r>
                          <m:rPr>
                            <m:nor/>
                          </m:rPr>
                          <a:rPr lang="en-US" altLang="pt-BR" sz="2400" b="1" dirty="0">
                            <a:latin typeface="Aptos" panose="020B0004020202020204" pitchFamily="34" charset="0"/>
                          </a:rPr>
                          <m:t> − [</m:t>
                        </m:r>
                        <m:r>
                          <m:rPr>
                            <m:nor/>
                          </m:rPr>
                          <a:rPr lang="en-US" altLang="pt-BR" sz="2400" b="1" dirty="0">
                            <a:latin typeface="Aptos" panose="020B0004020202020204" pitchFamily="34" charset="0"/>
                          </a:rPr>
                          <m:t>H</m:t>
                        </m:r>
                        <m:r>
                          <m:rPr>
                            <m:nor/>
                          </m:rPr>
                          <a:rPr lang="en-US" altLang="pt-BR" sz="2400" b="1" baseline="30000" dirty="0">
                            <a:latin typeface="Aptos" panose="020B0004020202020204" pitchFamily="34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US" altLang="pt-BR" sz="2400" b="1" dirty="0">
                            <a:latin typeface="Aptos" panose="020B0004020202020204" pitchFamily="34" charset="0"/>
                          </a:rPr>
                          <m:t>] + [</m:t>
                        </m:r>
                        <m:r>
                          <m:rPr>
                            <m:nor/>
                          </m:rPr>
                          <a:rPr lang="en-US" altLang="pt-BR" sz="2400" b="1" dirty="0">
                            <a:latin typeface="Aptos" panose="020B0004020202020204" pitchFamily="34" charset="0"/>
                          </a:rPr>
                          <m:t>OH</m:t>
                        </m:r>
                        <m:r>
                          <m:rPr>
                            <m:nor/>
                          </m:rPr>
                          <a:rPr lang="en-US" altLang="pt-BR" sz="2400" b="1" baseline="30000" dirty="0">
                            <a:latin typeface="Aptos" panose="020B0004020202020204" pitchFamily="34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altLang="pt-BR" sz="2400" b="1" dirty="0">
                            <a:latin typeface="Aptos" panose="020B0004020202020204" pitchFamily="34" charset="0"/>
                          </a:rPr>
                          <m:t>]</m:t>
                        </m:r>
                        <m:r>
                          <m:rPr>
                            <m:nor/>
                          </m:rPr>
                          <a:rPr lang="pt-BR" altLang="pt-BR" sz="2400" b="1" dirty="0">
                            <a:latin typeface="Aptos" panose="020B0004020202020204" pitchFamily="34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pt-BR" sz="2400" dirty="0">
                    <a:latin typeface="Aptos" panose="020B0004020202020204" pitchFamily="34" charset="0"/>
                  </a:rPr>
                  <a:t> </a:t>
                </a:r>
                <a:r>
                  <a:rPr lang="pt-BR" sz="2400" kern="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  <a:cs typeface="Arial"/>
                    <a:sym typeface="Symbol" panose="05050102010706020507" pitchFamily="18" charset="2"/>
                  </a:rPr>
                  <a:t> Equação Geral</a:t>
                </a:r>
              </a:p>
              <a:p>
                <a:pPr algn="ctr">
                  <a:defRPr/>
                </a:pPr>
                <a:endParaRPr lang="pt-BR" sz="2400" dirty="0">
                  <a:solidFill>
                    <a:schemeClr val="accent1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9B44A517-8D09-75DE-E92D-EF64F88C7B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403" y="946493"/>
                <a:ext cx="11527192" cy="5604355"/>
              </a:xfrm>
              <a:prstGeom prst="rect">
                <a:avLst/>
              </a:prstGeom>
              <a:blipFill>
                <a:blip r:embed="rId2"/>
                <a:stretch>
                  <a:fillRect l="-8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have Esquerda 10">
            <a:extLst>
              <a:ext uri="{FF2B5EF4-FFF2-40B4-BE49-F238E27FC236}">
                <a16:creationId xmlns:a16="http://schemas.microsoft.com/office/drawing/2014/main" id="{F017427E-E6BB-C518-F69B-A04DD7F2A3A3}"/>
              </a:ext>
            </a:extLst>
          </p:cNvPr>
          <p:cNvSpPr/>
          <p:nvPr/>
        </p:nvSpPr>
        <p:spPr>
          <a:xfrm rot="5400000" flipV="1">
            <a:off x="6098714" y="4061136"/>
            <a:ext cx="270618" cy="53340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have Esquerda 12">
            <a:extLst>
              <a:ext uri="{FF2B5EF4-FFF2-40B4-BE49-F238E27FC236}">
                <a16:creationId xmlns:a16="http://schemas.microsoft.com/office/drawing/2014/main" id="{4CE0DB6E-B8AE-DB27-91EB-C17D05E55A78}"/>
              </a:ext>
            </a:extLst>
          </p:cNvPr>
          <p:cNvSpPr/>
          <p:nvPr/>
        </p:nvSpPr>
        <p:spPr>
          <a:xfrm rot="5400000" flipV="1">
            <a:off x="6940408" y="4061135"/>
            <a:ext cx="270618" cy="53340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9762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79217-3435-F289-EB95-5C058C27E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1697B4B-29EE-777D-C514-9128F723459A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Cálculo de pH de solução tampão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DDC3638F-3A1D-047D-1739-D534988856DC}"/>
                  </a:ext>
                </a:extLst>
              </p:cNvPr>
              <p:cNvSpPr txBox="1"/>
              <p:nvPr/>
            </p:nvSpPr>
            <p:spPr>
              <a:xfrm>
                <a:off x="332403" y="1216503"/>
                <a:ext cx="11527192" cy="44249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/>
                </a:pPr>
                <a:r>
                  <a:rPr lang="en-US" altLang="pt-BR" sz="2400" b="1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Se a </a:t>
                </a:r>
                <a:r>
                  <a:rPr lang="en-US" altLang="pt-BR" sz="2400" b="1" dirty="0" err="1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ionização</a:t>
                </a:r>
                <a:r>
                  <a:rPr lang="en-US" altLang="pt-BR" sz="2400" b="1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 for da </a:t>
                </a:r>
                <a:r>
                  <a:rPr lang="en-US" altLang="pt-BR" sz="2400" b="1" dirty="0" err="1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mesma</a:t>
                </a:r>
                <a:r>
                  <a:rPr lang="en-US" altLang="pt-BR" sz="2400" b="1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 </a:t>
                </a:r>
                <a:r>
                  <a:rPr lang="en-US" altLang="pt-BR" sz="2400" b="1" dirty="0" err="1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ordem</a:t>
                </a:r>
                <a:r>
                  <a:rPr lang="en-US" altLang="pt-BR" sz="2400" b="1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 da </a:t>
                </a:r>
                <a:r>
                  <a:rPr lang="en-US" altLang="pt-BR" sz="2400" b="1" dirty="0" err="1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hidrólise</a:t>
                </a:r>
                <a:r>
                  <a:rPr lang="en-US" altLang="pt-BR" sz="2400" b="1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, a </a:t>
                </a:r>
                <a:r>
                  <a:rPr lang="en-US" altLang="pt-BR" sz="2400" b="1" dirty="0" err="1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equação</a:t>
                </a:r>
                <a:r>
                  <a:rPr lang="en-US" altLang="pt-BR" sz="2400" b="1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 </a:t>
                </a:r>
                <a:r>
                  <a:rPr lang="en-US" altLang="pt-BR" sz="2400" b="1" dirty="0" err="1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geral</a:t>
                </a:r>
                <a:r>
                  <a:rPr lang="en-US" altLang="pt-BR" sz="2400" b="1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 </a:t>
                </a:r>
                <a:r>
                  <a:rPr lang="en-US" altLang="pt-BR" sz="2400" b="1" dirty="0" err="1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completa</a:t>
                </a:r>
                <a:r>
                  <a:rPr lang="en-US" altLang="pt-BR" sz="2400" b="1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 </a:t>
                </a:r>
                <a:r>
                  <a:rPr lang="en-US" altLang="pt-BR" sz="2400" b="1" dirty="0" err="1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deve</a:t>
                </a:r>
                <a:r>
                  <a:rPr lang="en-US" altLang="pt-BR" sz="2400" b="1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 ser </a:t>
                </a:r>
                <a:r>
                  <a:rPr lang="en-US" altLang="pt-BR" sz="2400" b="1" dirty="0" err="1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usada</a:t>
                </a:r>
                <a:r>
                  <a:rPr lang="en-US" altLang="pt-BR" sz="2400" b="1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 para o </a:t>
                </a:r>
                <a:r>
                  <a:rPr lang="en-US" altLang="pt-BR" sz="2400" b="1" dirty="0" err="1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cálculo</a:t>
                </a:r>
                <a:r>
                  <a:rPr lang="en-US" altLang="pt-BR" sz="2400" b="1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 de pH</a:t>
                </a:r>
              </a:p>
              <a:p>
                <a:pPr algn="ctr">
                  <a:defRPr/>
                </a:pPr>
                <a:endParaRPr lang="en-US" altLang="pt-BR" sz="2400" b="1" dirty="0">
                  <a:solidFill>
                    <a:schemeClr val="accent1">
                      <a:lumMod val="50000"/>
                    </a:schemeClr>
                  </a:solidFill>
                  <a:latin typeface="Aptos" panose="020B0004020202020204" pitchFamily="34" charset="0"/>
                </a:endParaRPr>
              </a:p>
              <a:p>
                <a:pPr>
                  <a:defRPr/>
                </a:pPr>
                <a:r>
                  <a:rPr lang="en-US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Como </a:t>
                </a:r>
                <a:r>
                  <a:rPr lang="en-US" altLang="pt-BR" sz="2400" dirty="0" err="1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K</a:t>
                </a:r>
                <a:r>
                  <a:rPr lang="en-US" altLang="pt-BR" sz="2400" baseline="-25000" dirty="0" err="1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b</a:t>
                </a:r>
                <a:r>
                  <a:rPr lang="en-US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 &gt;&gt;&gt; K</a:t>
                </a:r>
                <a:r>
                  <a:rPr lang="en-US" altLang="pt-BR" sz="2400" baseline="-250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h</a:t>
                </a:r>
                <a:r>
                  <a:rPr lang="en-US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 </a:t>
                </a:r>
                <a:r>
                  <a:rPr lang="pt-BR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  <a:sym typeface="Symbol" panose="05050102010706020507" pitchFamily="18" charset="2"/>
                  </a:rPr>
                  <a:t>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pt-BR" sz="2400" dirty="0" smtClean="0">
                        <a:solidFill>
                          <a:schemeClr val="tx1"/>
                        </a:solidFill>
                        <a:latin typeface="Aptos" panose="020B0004020202020204" pitchFamily="34" charset="0"/>
                      </a:rPr>
                      <m:t>[</m:t>
                    </m:r>
                    <m:r>
                      <m:rPr>
                        <m:nor/>
                      </m:rPr>
                      <a:rPr lang="pt-BR" sz="2400" dirty="0">
                        <a:latin typeface="Aptos" panose="020B0004020202020204" pitchFamily="34" charset="0"/>
                        <a:cs typeface="Arial"/>
                      </a:rPr>
                      <m:t>OH</m:t>
                    </m:r>
                    <m:r>
                      <m:rPr>
                        <m:nor/>
                      </m:rPr>
                      <a:rPr lang="pt-BR" sz="2400" baseline="30000" dirty="0" smtClean="0">
                        <a:latin typeface="Aptos" panose="020B0004020202020204" pitchFamily="34" charset="0"/>
                        <a:cs typeface="Arial"/>
                      </a:rPr>
                      <m:t>−</m:t>
                    </m:r>
                    <m:r>
                      <m:rPr>
                        <m:nor/>
                      </m:rPr>
                      <a:rPr lang="en-US" altLang="pt-BR" sz="2400" dirty="0" smtClean="0">
                        <a:solidFill>
                          <a:schemeClr val="tx1"/>
                        </a:solidFill>
                        <a:latin typeface="Aptos" panose="020B0004020202020204" pitchFamily="34" charset="0"/>
                      </a:rPr>
                      <m:t>]</m:t>
                    </m:r>
                  </m:oMath>
                </a14:m>
                <a:r>
                  <a:rPr lang="pt-BR" altLang="pt-BR" sz="2400" dirty="0">
                    <a:solidFill>
                      <a:schemeClr val="tx1"/>
                    </a:solidFill>
                    <a:latin typeface="Aptos" panose="020B0004020202020204" pitchFamily="34" charset="0"/>
                    <a:sym typeface="Symbol" panose="05050102010706020507" pitchFamily="18" charset="2"/>
                  </a:rPr>
                  <a:t> »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pt-BR" sz="2400" dirty="0" smtClean="0">
                        <a:solidFill>
                          <a:schemeClr val="tx1"/>
                        </a:solidFill>
                        <a:latin typeface="Aptos" panose="020B0004020202020204" pitchFamily="34" charset="0"/>
                        <a:cs typeface="Arial"/>
                      </a:rPr>
                      <m:t>[</m:t>
                    </m:r>
                    <m:r>
                      <m:rPr>
                        <m:nor/>
                      </m:rPr>
                      <a:rPr lang="en-US" altLang="pt-BR" sz="2400" dirty="0">
                        <a:latin typeface="Aptos" panose="020B0004020202020204" pitchFamily="34" charset="0"/>
                      </a:rPr>
                      <m:t>H</m:t>
                    </m:r>
                    <m:r>
                      <m:rPr>
                        <m:nor/>
                      </m:rPr>
                      <a:rPr lang="en-US" altLang="pt-BR" sz="2400" baseline="30000" dirty="0">
                        <a:latin typeface="Aptos" panose="020B0004020202020204" pitchFamily="34" charset="0"/>
                      </a:rPr>
                      <m:t>+</m:t>
                    </m:r>
                    <m:r>
                      <m:rPr>
                        <m:nor/>
                      </m:rPr>
                      <a:rPr lang="pt-BR" sz="2400" dirty="0" smtClean="0">
                        <a:solidFill>
                          <a:schemeClr val="tx1"/>
                        </a:solidFill>
                        <a:latin typeface="Aptos" panose="020B0004020202020204" pitchFamily="34" charset="0"/>
                        <a:cs typeface="Arial"/>
                      </a:rPr>
                      <m:t>]</m:t>
                    </m:r>
                    <m:r>
                      <m:rPr>
                        <m:nor/>
                      </m:rPr>
                      <a:rPr lang="pt-BR" sz="2400" b="0" i="0" dirty="0" smtClean="0">
                        <a:solidFill>
                          <a:schemeClr val="tx1"/>
                        </a:solidFill>
                        <a:latin typeface="Aptos" panose="020B0004020202020204" pitchFamily="34" charset="0"/>
                        <a:cs typeface="Arial"/>
                      </a:rPr>
                      <m:t>: </m:t>
                    </m:r>
                  </m:oMath>
                </a14:m>
                <a:r>
                  <a:rPr lang="pt-BR" altLang="pt-BR" sz="2400" dirty="0">
                    <a:solidFill>
                      <a:schemeClr val="tx1"/>
                    </a:solidFill>
                    <a:latin typeface="Aptos" panose="020B0004020202020204" pitchFamily="34" charset="0"/>
                    <a:sym typeface="Symbol" panose="05050102010706020507" pitchFamily="18" charset="2"/>
                  </a:rPr>
                  <a:t>Despreza-se a [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pt-BR" sz="2400" dirty="0">
                        <a:latin typeface="Aptos" panose="020B0004020202020204" pitchFamily="34" charset="0"/>
                      </a:rPr>
                      <m:t>H</m:t>
                    </m:r>
                    <m:r>
                      <m:rPr>
                        <m:nor/>
                      </m:rPr>
                      <a:rPr lang="en-US" altLang="pt-BR" sz="2400" baseline="30000" dirty="0">
                        <a:latin typeface="Aptos" panose="020B0004020202020204" pitchFamily="34" charset="0"/>
                      </a:rPr>
                      <m:t>+</m:t>
                    </m:r>
                  </m:oMath>
                </a14:m>
                <a:r>
                  <a:rPr lang="pt-BR" altLang="pt-BR" sz="2400" dirty="0">
                    <a:solidFill>
                      <a:schemeClr val="tx1"/>
                    </a:solidFill>
                    <a:latin typeface="Aptos" panose="020B0004020202020204" pitchFamily="34" charset="0"/>
                    <a:sym typeface="Symbol" panose="05050102010706020507" pitchFamily="18" charset="2"/>
                  </a:rPr>
                  <a:t>] </a:t>
                </a:r>
                <a:r>
                  <a:rPr lang="pt-BR" altLang="pt-BR" sz="2400" dirty="0">
                    <a:latin typeface="Aptos" panose="020B0004020202020204" pitchFamily="34" charset="0"/>
                    <a:sym typeface="Symbol" panose="05050102010706020507" pitchFamily="18" charset="2"/>
                  </a:rPr>
                  <a:t>em </a:t>
                </a:r>
                <a:r>
                  <a:rPr lang="pt-BR" altLang="pt-BR" sz="2400" dirty="0">
                    <a:solidFill>
                      <a:schemeClr val="accent1">
                        <a:lumMod val="75000"/>
                      </a:schemeClr>
                    </a:solidFill>
                    <a:latin typeface="Aptos" panose="020B0004020202020204" pitchFamily="34" charset="0"/>
                    <a:sym typeface="Symbol" panose="05050102010706020507" pitchFamily="18" charset="2"/>
                  </a:rPr>
                  <a:t>(7a)</a:t>
                </a:r>
                <a:r>
                  <a:rPr lang="pt-BR" altLang="pt-BR" sz="2400" dirty="0">
                    <a:solidFill>
                      <a:schemeClr val="tx1"/>
                    </a:solidFill>
                    <a:latin typeface="Aptos" panose="020B0004020202020204" pitchFamily="34" charset="0"/>
                    <a:sym typeface="Symbol" panose="05050102010706020507" pitchFamily="18" charset="2"/>
                  </a:rPr>
                  <a:t>:</a:t>
                </a:r>
                <a:endParaRPr lang="pt-BR" altLang="pt-BR" sz="2400" dirty="0">
                  <a:solidFill>
                    <a:schemeClr val="tx2"/>
                  </a:solidFill>
                  <a:latin typeface="Aptos" panose="020B0004020202020204" pitchFamily="34" charset="0"/>
                  <a:sym typeface="Symbol" panose="05050102010706020507" pitchFamily="18" charset="2"/>
                </a:endParaRPr>
              </a:p>
              <a:p>
                <a:pPr algn="ctr">
                  <a:defRPr/>
                </a:pPr>
                <a:endParaRPr lang="pt-BR" altLang="pt-BR" sz="2400" dirty="0">
                  <a:solidFill>
                    <a:schemeClr val="tx2"/>
                  </a:solidFill>
                  <a:latin typeface="Aptos" panose="020B0004020202020204" pitchFamily="34" charset="0"/>
                  <a:sym typeface="Symbol" panose="05050102010706020507" pitchFamily="18" charset="2"/>
                </a:endParaRPr>
              </a:p>
              <a:p>
                <a:pPr algn="ctr">
                  <a:defRPr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pt-BR" sz="2400" dirty="0">
                        <a:latin typeface="Aptos" panose="020B0004020202020204" pitchFamily="34" charset="0"/>
                        <a:cs typeface="Arial"/>
                      </a:rPr>
                      <m:t>[</m:t>
                    </m:r>
                    <m:r>
                      <m:rPr>
                        <m:nor/>
                      </m:rPr>
                      <a:rPr lang="en-US" altLang="pt-BR" sz="2400" dirty="0">
                        <a:latin typeface="Aptos" panose="020B0004020202020204" pitchFamily="34" charset="0"/>
                      </a:rPr>
                      <m:t>OH</m:t>
                    </m:r>
                    <m:r>
                      <m:rPr>
                        <m:nor/>
                      </m:rPr>
                      <a:rPr lang="en-US" altLang="pt-BR" sz="2400" baseline="30000" dirty="0">
                        <a:latin typeface="Aptos" panose="020B0004020202020204" pitchFamily="34" charset="0"/>
                      </a:rPr>
                      <m:t>−</m:t>
                    </m:r>
                    <m:r>
                      <m:rPr>
                        <m:nor/>
                      </m:rPr>
                      <a:rPr lang="pt-BR" sz="2400" dirty="0">
                        <a:latin typeface="Aptos" panose="020B0004020202020204" pitchFamily="34" charset="0"/>
                        <a:cs typeface="Arial"/>
                      </a:rPr>
                      <m:t>]</m:t>
                    </m:r>
                    <m:r>
                      <m:rPr>
                        <m:nor/>
                      </m:rPr>
                      <a:rPr lang="pt-BR" sz="2400" dirty="0">
                        <a:latin typeface="Aptos" panose="020B0004020202020204" pitchFamily="34" charset="0"/>
                        <a:cs typeface="Arial" charset="0"/>
                      </a:rPr>
                      <m:t>=</m:t>
                    </m:r>
                    <m:r>
                      <m:rPr>
                        <m:nor/>
                      </m:rPr>
                      <a:rPr lang="pt-BR" sz="2400" b="0" i="0" dirty="0" smtClean="0">
                        <a:latin typeface="Aptos" panose="020B0004020202020204" pitchFamily="34" charset="0"/>
                        <a:cs typeface="Arial" charset="0"/>
                      </a:rPr>
                      <m:t>K</m:t>
                    </m:r>
                    <m:r>
                      <m:rPr>
                        <m:nor/>
                      </m:rPr>
                      <a:rPr lang="en-US" altLang="pt-BR" sz="2400" baseline="-25000" dirty="0" smtClean="0">
                        <a:latin typeface="Aptos" panose="020B0004020202020204" pitchFamily="34" charset="0"/>
                      </a:rPr>
                      <m:t>b</m:t>
                    </m:r>
                    <m:f>
                      <m:f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pt-BR" sz="2400" dirty="0">
                            <a:latin typeface="Aptos" panose="020B0004020202020204" pitchFamily="34" charset="0"/>
                            <a:cs typeface="Arial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en-US" altLang="pt-BR" sz="2400" baseline="-25000" dirty="0">
                            <a:latin typeface="Aptos" panose="020B0004020202020204" pitchFamily="34" charset="0"/>
                          </a:rPr>
                          <m:t>b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 − [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OH</m:t>
                        </m:r>
                        <m:r>
                          <m:rPr>
                            <m:nor/>
                          </m:rPr>
                          <a:rPr lang="en-US" altLang="pt-BR" sz="2400" baseline="30000" dirty="0">
                            <a:latin typeface="Aptos" panose="020B0004020202020204" pitchFamily="34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]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)  </m:t>
                        </m:r>
                      </m:num>
                      <m:den>
                        <m:r>
                          <m:rPr>
                            <m:nor/>
                          </m:rPr>
                          <a:rPr lang="pt-BR" sz="2400" dirty="0">
                            <a:latin typeface="Aptos" panose="020B0004020202020204" pitchFamily="34" charset="0"/>
                            <a:cs typeface="Arial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en-US" altLang="pt-BR" sz="2400" baseline="-25000" dirty="0">
                            <a:latin typeface="Aptos" panose="020B0004020202020204" pitchFamily="34" charset="0"/>
                          </a:rPr>
                          <m:t>s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 + [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OH</m:t>
                        </m:r>
                        <m:r>
                          <m:rPr>
                            <m:nor/>
                          </m:rPr>
                          <a:rPr lang="en-US" altLang="pt-BR" sz="2400" baseline="30000" dirty="0">
                            <a:latin typeface="Aptos" panose="020B0004020202020204" pitchFamily="34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]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pt-BR" sz="2400" dirty="0">
                    <a:solidFill>
                      <a:schemeClr val="accent1">
                        <a:lumMod val="75000"/>
                      </a:schemeClr>
                    </a:solidFill>
                    <a:latin typeface="Aptos" panose="020B0004020202020204" pitchFamily="34" charset="0"/>
                  </a:rPr>
                  <a:t> (7b)</a:t>
                </a:r>
              </a:p>
              <a:p>
                <a:pPr algn="ctr">
                  <a:defRPr/>
                </a:pPr>
                <a:endParaRPr lang="pt-BR" sz="2400" dirty="0">
                  <a:latin typeface="Aptos" panose="020B0004020202020204" pitchFamily="34" charset="0"/>
                </a:endParaRPr>
              </a:p>
              <a:p>
                <a:pPr>
                  <a:defRPr/>
                </a:pPr>
                <a:r>
                  <a:rPr lang="en-US" altLang="pt-BR" sz="2400" dirty="0" err="1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Rearranjando</a:t>
                </a:r>
                <a:r>
                  <a:rPr lang="en-US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 </a:t>
                </a:r>
                <a:r>
                  <a:rPr lang="en-US" altLang="pt-BR" sz="2400" dirty="0">
                    <a:solidFill>
                      <a:schemeClr val="accent1">
                        <a:lumMod val="75000"/>
                      </a:schemeClr>
                    </a:solidFill>
                    <a:latin typeface="Aptos" panose="020B0004020202020204" pitchFamily="34" charset="0"/>
                  </a:rPr>
                  <a:t>(7b)</a:t>
                </a:r>
                <a:r>
                  <a:rPr lang="en-US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: </a:t>
                </a:r>
                <a:endParaRPr lang="pt-BR" sz="2400" dirty="0">
                  <a:solidFill>
                    <a:schemeClr val="accent1">
                      <a:lumMod val="50000"/>
                    </a:schemeClr>
                  </a:solidFill>
                  <a:latin typeface="Aptos" panose="020B0004020202020204" pitchFamily="34" charset="0"/>
                </a:endParaRPr>
              </a:p>
              <a:p>
                <a:pPr algn="ctr">
                  <a:defRPr/>
                </a:pPr>
                <a:endParaRPr lang="pt-BR" sz="2400" dirty="0">
                  <a:latin typeface="Aptos" panose="020B0004020202020204" pitchFamily="34" charset="0"/>
                </a:endParaRPr>
              </a:p>
              <a:p>
                <a:pPr algn="ctr">
                  <a:defRPr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pt-BR" sz="2400" dirty="0">
                        <a:latin typeface="Aptos" panose="020B0004020202020204" pitchFamily="34" charset="0"/>
                        <a:cs typeface="Arial"/>
                      </a:rPr>
                      <m:t>[</m:t>
                    </m:r>
                    <m:r>
                      <m:rPr>
                        <m:nor/>
                      </m:rPr>
                      <a:rPr lang="en-US" altLang="pt-BR" sz="2400" dirty="0">
                        <a:latin typeface="Aptos" panose="020B0004020202020204" pitchFamily="34" charset="0"/>
                      </a:rPr>
                      <m:t>OH</m:t>
                    </m:r>
                    <m:r>
                      <m:rPr>
                        <m:nor/>
                      </m:rPr>
                      <a:rPr lang="en-US" altLang="pt-BR" sz="2400" baseline="30000" dirty="0">
                        <a:latin typeface="Aptos" panose="020B0004020202020204" pitchFamily="34" charset="0"/>
                      </a:rPr>
                      <m:t>−</m:t>
                    </m:r>
                    <m:r>
                      <m:rPr>
                        <m:nor/>
                      </m:rPr>
                      <a:rPr lang="pt-BR" sz="2400" dirty="0">
                        <a:latin typeface="Aptos" panose="020B0004020202020204" pitchFamily="34" charset="0"/>
                        <a:cs typeface="Arial"/>
                      </a:rPr>
                      <m:t>]</m:t>
                    </m:r>
                    <m:r>
                      <m:rPr>
                        <m:nor/>
                      </m:rPr>
                      <a:rPr lang="pt-BR" sz="2400" b="0" i="0" baseline="30000" dirty="0" smtClean="0">
                        <a:latin typeface="Aptos" panose="020B0004020202020204" pitchFamily="34" charset="0"/>
                        <a:cs typeface="Arial"/>
                      </a:rPr>
                      <m:t>2</m:t>
                    </m:r>
                    <m:r>
                      <m:rPr>
                        <m:nor/>
                      </m:rPr>
                      <a:rPr lang="pt-BR" sz="2400" b="0" i="0" dirty="0" smtClean="0">
                        <a:latin typeface="Aptos" panose="020B0004020202020204" pitchFamily="34" charset="0"/>
                        <a:cs typeface="Arial"/>
                      </a:rPr>
                      <m:t> + (</m:t>
                    </m:r>
                    <m:r>
                      <m:rPr>
                        <m:nor/>
                      </m:rPr>
                      <a:rPr lang="pt-BR" sz="2400" dirty="0">
                        <a:latin typeface="Aptos" panose="020B0004020202020204" pitchFamily="34" charset="0"/>
                        <a:cs typeface="Arial" charset="0"/>
                      </a:rPr>
                      <m:t>K</m:t>
                    </m:r>
                    <m:r>
                      <m:rPr>
                        <m:nor/>
                      </m:rPr>
                      <a:rPr lang="en-US" altLang="pt-BR" sz="2400" baseline="-25000" dirty="0">
                        <a:latin typeface="Aptos" panose="020B0004020202020204" pitchFamily="34" charset="0"/>
                      </a:rPr>
                      <m:t>b</m:t>
                    </m:r>
                    <m:r>
                      <m:rPr>
                        <m:nor/>
                      </m:rPr>
                      <a:rPr lang="pt-BR" sz="2400" b="0" i="0" dirty="0" smtClean="0">
                        <a:latin typeface="Aptos" panose="020B0004020202020204" pitchFamily="34" charset="0"/>
                        <a:cs typeface="Arial"/>
                      </a:rPr>
                      <m:t>+</m:t>
                    </m:r>
                    <m:r>
                      <m:rPr>
                        <m:nor/>
                      </m:rPr>
                      <a:rPr lang="en-US" altLang="pt-BR" sz="2400" dirty="0">
                        <a:latin typeface="Aptos" panose="020B0004020202020204" pitchFamily="34" charset="0"/>
                      </a:rPr>
                      <m:t>C</m:t>
                    </m:r>
                    <m:r>
                      <m:rPr>
                        <m:nor/>
                      </m:rPr>
                      <a:rPr lang="en-US" altLang="pt-BR" sz="2400" baseline="-25000" dirty="0">
                        <a:latin typeface="Aptos" panose="020B0004020202020204" pitchFamily="34" charset="0"/>
                      </a:rPr>
                      <m:t>s</m:t>
                    </m:r>
                    <m:r>
                      <m:rPr>
                        <m:nor/>
                      </m:rPr>
                      <a:rPr lang="pt-BR" sz="2400" b="0" i="0" dirty="0" smtClean="0">
                        <a:latin typeface="Aptos" panose="020B0004020202020204" pitchFamily="34" charset="0"/>
                        <a:cs typeface="Arial"/>
                      </a:rPr>
                      <m:t>)[</m:t>
                    </m:r>
                    <m:r>
                      <m:rPr>
                        <m:nor/>
                      </m:rPr>
                      <a:rPr lang="en-US" altLang="pt-BR" sz="2400" dirty="0">
                        <a:latin typeface="Aptos" panose="020B0004020202020204" pitchFamily="34" charset="0"/>
                      </a:rPr>
                      <m:t>OH</m:t>
                    </m:r>
                    <m:r>
                      <m:rPr>
                        <m:nor/>
                      </m:rPr>
                      <a:rPr lang="en-US" altLang="pt-BR" sz="2400" baseline="30000" dirty="0">
                        <a:latin typeface="Aptos" panose="020B0004020202020204" pitchFamily="34" charset="0"/>
                      </a:rPr>
                      <m:t>−</m:t>
                    </m:r>
                    <m:r>
                      <m:rPr>
                        <m:nor/>
                      </m:rPr>
                      <a:rPr lang="pt-BR" sz="2400" dirty="0">
                        <a:latin typeface="Aptos" panose="020B0004020202020204" pitchFamily="34" charset="0"/>
                        <a:cs typeface="Arial"/>
                      </a:rPr>
                      <m:t>]</m:t>
                    </m:r>
                  </m:oMath>
                </a14:m>
                <a:r>
                  <a:rPr lang="pt-BR" sz="2400" dirty="0">
                    <a:latin typeface="Aptos" panose="020B0004020202020204" pitchFamily="34" charset="0"/>
                    <a:cs typeface="Arial" charset="0"/>
                  </a:rPr>
                  <a:t>– </a:t>
                </a:r>
                <a:r>
                  <a:rPr lang="pt-BR" sz="2400" dirty="0" err="1">
                    <a:latin typeface="Aptos" panose="020B0004020202020204" pitchFamily="34" charset="0"/>
                    <a:cs typeface="Arial" charset="0"/>
                  </a:rPr>
                  <a:t>K</a:t>
                </a:r>
                <a:r>
                  <a:rPr lang="pt-BR" sz="2400" baseline="-25000" dirty="0" err="1">
                    <a:latin typeface="Aptos" panose="020B0004020202020204" pitchFamily="34" charset="0"/>
                    <a:cs typeface="Arial" charset="0"/>
                  </a:rPr>
                  <a:t>b</a:t>
                </a:r>
                <a:r>
                  <a:rPr lang="pt-BR" sz="2400" dirty="0" err="1">
                    <a:latin typeface="Aptos" panose="020B0004020202020204" pitchFamily="34" charset="0"/>
                    <a:cs typeface="Arial" charset="0"/>
                  </a:rPr>
                  <a:t>C</a:t>
                </a:r>
                <a:r>
                  <a:rPr lang="pt-BR" sz="2400" baseline="-25000" dirty="0" err="1">
                    <a:latin typeface="Aptos" panose="020B0004020202020204" pitchFamily="34" charset="0"/>
                    <a:cs typeface="Arial" charset="0"/>
                  </a:rPr>
                  <a:t>b</a:t>
                </a:r>
                <a:r>
                  <a:rPr lang="pt-BR" sz="2400" dirty="0">
                    <a:latin typeface="Aptos" panose="020B0004020202020204" pitchFamily="34" charset="0"/>
                    <a:cs typeface="Arial" charset="0"/>
                  </a:rPr>
                  <a:t> = 0 </a:t>
                </a:r>
                <a:r>
                  <a:rPr lang="pt-BR" sz="2400" dirty="0">
                    <a:solidFill>
                      <a:schemeClr val="accent1">
                        <a:lumMod val="75000"/>
                      </a:schemeClr>
                    </a:solidFill>
                    <a:latin typeface="Aptos" panose="020B0004020202020204" pitchFamily="34" charset="0"/>
                    <a:cs typeface="Arial" charset="0"/>
                  </a:rPr>
                  <a:t>(7c)</a:t>
                </a:r>
                <a:endParaRPr lang="pt-BR" sz="2400" dirty="0">
                  <a:latin typeface="Aptos" panose="020B0004020202020204" pitchFamily="34" charset="0"/>
                  <a:cs typeface="Arial" charset="0"/>
                </a:endParaRPr>
              </a:p>
              <a:p>
                <a:pPr algn="ctr">
                  <a:defRPr/>
                </a:pPr>
                <a:endParaRPr lang="pt-BR" sz="2400" dirty="0">
                  <a:latin typeface="Aptos" panose="020B0004020202020204" pitchFamily="34" charset="0"/>
                  <a:cs typeface="Arial" charset="0"/>
                </a:endParaRP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DDC3638F-3A1D-047D-1739-D534988856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403" y="1216503"/>
                <a:ext cx="11527192" cy="4424994"/>
              </a:xfrm>
              <a:prstGeom prst="rect">
                <a:avLst/>
              </a:prstGeom>
              <a:blipFill>
                <a:blip r:embed="rId2"/>
                <a:stretch>
                  <a:fillRect l="-847" t="-110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C2381EB0-4F58-5633-6555-645DA0841A99}"/>
              </a:ext>
            </a:extLst>
          </p:cNvPr>
          <p:cNvSpPr txBox="1"/>
          <p:nvPr/>
        </p:nvSpPr>
        <p:spPr>
          <a:xfrm>
            <a:off x="3200091" y="5305792"/>
            <a:ext cx="5791816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>
              <a:buFont typeface="Arial" charset="0"/>
              <a:buNone/>
              <a:defRPr/>
            </a:pPr>
            <a:r>
              <a:rPr lang="pt-BR" sz="2400" b="1" kern="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/>
              </a:rPr>
              <a:t>Resposta: pH = </a:t>
            </a:r>
            <a:r>
              <a:rPr lang="pt-BR" altLang="pt-BR" sz="2400" b="1" kern="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9,06</a:t>
            </a:r>
            <a:endParaRPr lang="pt-BR" sz="2400" b="1" kern="0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06195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8ED59-43A4-A98B-9AA5-C13BA1154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C39EF8D-81F7-B778-9114-0338705620E5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Cálculo de pH de solução tampão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2E41B5FB-D8EA-E87D-8161-E65BCF4FA9AB}"/>
                  </a:ext>
                </a:extLst>
              </p:cNvPr>
              <p:cNvSpPr txBox="1"/>
              <p:nvPr/>
            </p:nvSpPr>
            <p:spPr>
              <a:xfrm>
                <a:off x="441260" y="612107"/>
                <a:ext cx="11527192" cy="56337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Se </a:t>
                </a:r>
                <a:r>
                  <a:rPr lang="en-US" altLang="pt-BR" sz="2400" dirty="0" err="1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em</a:t>
                </a:r>
                <a:r>
                  <a:rPr lang="en-US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 </a:t>
                </a:r>
                <a:r>
                  <a:rPr lang="en-US" altLang="pt-BR" sz="2400" dirty="0">
                    <a:solidFill>
                      <a:schemeClr val="accent1">
                        <a:lumMod val="75000"/>
                      </a:schemeClr>
                    </a:solidFill>
                    <a:latin typeface="Aptos" panose="020B0004020202020204" pitchFamily="34" charset="0"/>
                  </a:rPr>
                  <a:t>(7b)</a:t>
                </a:r>
                <a:r>
                  <a:rPr lang="en-US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, </a:t>
                </a:r>
                <a:r>
                  <a:rPr lang="en-US" altLang="pt-BR" sz="2400" dirty="0" err="1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C</a:t>
                </a:r>
                <a:r>
                  <a:rPr lang="en-US" altLang="pt-BR" sz="2400" baseline="-25000" dirty="0" err="1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b</a:t>
                </a:r>
                <a:r>
                  <a:rPr lang="en-US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 &gt;&gt;&gt;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pt-BR" sz="2400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Aptos" panose="020B0004020202020204" pitchFamily="34" charset="0"/>
                        <a:cs typeface="Arial"/>
                      </a:rPr>
                      <m:t>[</m:t>
                    </m:r>
                    <m:r>
                      <m:rPr>
                        <m:nor/>
                      </m:rPr>
                      <a:rPr lang="en-US" altLang="pt-BR" sz="2400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Aptos" panose="020B0004020202020204" pitchFamily="34" charset="0"/>
                      </a:rPr>
                      <m:t>OH</m:t>
                    </m:r>
                    <m:r>
                      <m:rPr>
                        <m:nor/>
                      </m:rPr>
                      <a:rPr lang="en-US" altLang="pt-BR" sz="2400" baseline="30000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Aptos" panose="020B0004020202020204" pitchFamily="34" charset="0"/>
                      </a:rPr>
                      <m:t>−</m:t>
                    </m:r>
                    <m:r>
                      <m:rPr>
                        <m:nor/>
                      </m:rPr>
                      <a:rPr lang="pt-BR" sz="2400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Aptos" panose="020B0004020202020204" pitchFamily="34" charset="0"/>
                        <a:cs typeface="Arial"/>
                      </a:rPr>
                      <m:t>]</m:t>
                    </m:r>
                  </m:oMath>
                </a14:m>
                <a:r>
                  <a:rPr lang="en-US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 e a C</a:t>
                </a:r>
                <a:r>
                  <a:rPr lang="en-US" altLang="pt-BR" sz="2400" baseline="-250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s</a:t>
                </a:r>
                <a:r>
                  <a:rPr lang="en-US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 &gt;&gt;&gt;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pt-BR" sz="24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ptos" panose="020B0004020202020204" pitchFamily="34" charset="0"/>
                        <a:cs typeface="Arial"/>
                      </a:rPr>
                      <m:t>[</m:t>
                    </m:r>
                    <m:r>
                      <m:rPr>
                        <m:nor/>
                      </m:rPr>
                      <a:rPr lang="en-US" altLang="pt-BR" sz="24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ptos" panose="020B0004020202020204" pitchFamily="34" charset="0"/>
                      </a:rPr>
                      <m:t>OH</m:t>
                    </m:r>
                    <m:r>
                      <m:rPr>
                        <m:nor/>
                      </m:rPr>
                      <a:rPr lang="en-US" altLang="pt-BR" sz="2400" baseline="300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ptos" panose="020B0004020202020204" pitchFamily="34" charset="0"/>
                      </a:rPr>
                      <m:t>−</m:t>
                    </m:r>
                    <m:r>
                      <m:rPr>
                        <m:nor/>
                      </m:rPr>
                      <a:rPr lang="pt-BR" sz="24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ptos" panose="020B0004020202020204" pitchFamily="34" charset="0"/>
                        <a:cs typeface="Arial"/>
                      </a:rPr>
                      <m:t>]</m:t>
                    </m:r>
                  </m:oMath>
                </a14:m>
                <a:r>
                  <a:rPr lang="en-US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, </a:t>
                </a:r>
                <a:r>
                  <a:rPr lang="en-US" altLang="pt-BR" sz="2400" dirty="0" err="1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tem</a:t>
                </a:r>
                <a:r>
                  <a:rPr lang="en-US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-se:</a:t>
                </a:r>
              </a:p>
              <a:p>
                <a:endParaRPr lang="en-US" altLang="pt-BR" sz="2400" dirty="0">
                  <a:latin typeface="Aptos" panose="020B0004020202020204" pitchFamily="34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pt-BR" sz="2400" dirty="0">
                        <a:latin typeface="Aptos" panose="020B0004020202020204" pitchFamily="34" charset="0"/>
                        <a:cs typeface="Arial"/>
                      </a:rPr>
                      <m:t>[</m:t>
                    </m:r>
                    <m:r>
                      <m:rPr>
                        <m:nor/>
                      </m:rPr>
                      <a:rPr lang="en-US" altLang="pt-BR" sz="2400" dirty="0">
                        <a:latin typeface="Aptos" panose="020B0004020202020204" pitchFamily="34" charset="0"/>
                      </a:rPr>
                      <m:t>OH</m:t>
                    </m:r>
                    <m:r>
                      <m:rPr>
                        <m:nor/>
                      </m:rPr>
                      <a:rPr lang="en-US" altLang="pt-BR" sz="2400" baseline="30000" dirty="0">
                        <a:latin typeface="Aptos" panose="020B0004020202020204" pitchFamily="34" charset="0"/>
                      </a:rPr>
                      <m:t>−</m:t>
                    </m:r>
                    <m:r>
                      <m:rPr>
                        <m:nor/>
                      </m:rPr>
                      <a:rPr lang="pt-BR" sz="2400" dirty="0">
                        <a:latin typeface="Aptos" panose="020B0004020202020204" pitchFamily="34" charset="0"/>
                        <a:cs typeface="Arial"/>
                      </a:rPr>
                      <m:t>]</m:t>
                    </m:r>
                    <m:r>
                      <m:rPr>
                        <m:nor/>
                      </m:rPr>
                      <a:rPr lang="pt-BR" sz="2400" dirty="0">
                        <a:latin typeface="Aptos" panose="020B0004020202020204" pitchFamily="34" charset="0"/>
                        <a:cs typeface="Arial" charset="0"/>
                      </a:rPr>
                      <m:t>= </m:t>
                    </m:r>
                    <m:r>
                      <m:rPr>
                        <m:nor/>
                      </m:rPr>
                      <a:rPr lang="pt-BR" sz="2400" dirty="0" smtClean="0">
                        <a:latin typeface="Aptos" panose="020B0004020202020204" pitchFamily="34" charset="0"/>
                        <a:cs typeface="Arial" charset="0"/>
                      </a:rPr>
                      <m:t>K</m:t>
                    </m:r>
                    <m:r>
                      <m:rPr>
                        <m:nor/>
                      </m:rPr>
                      <a:rPr lang="en-US" altLang="pt-BR" sz="2400" baseline="-25000" dirty="0" smtClean="0">
                        <a:latin typeface="Aptos" panose="020B0004020202020204" pitchFamily="34" charset="0"/>
                      </a:rPr>
                      <m:t>b</m:t>
                    </m:r>
                    <m:f>
                      <m:f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pt-BR" sz="2400" dirty="0">
                            <a:latin typeface="Aptos" panose="020B0004020202020204" pitchFamily="34" charset="0"/>
                            <a:cs typeface="Arial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en-US" altLang="pt-BR" sz="2400" baseline="-25000" dirty="0">
                            <a:latin typeface="Aptos" panose="020B0004020202020204" pitchFamily="34" charset="0"/>
                          </a:rPr>
                          <m:t>b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 − [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OH</m:t>
                        </m:r>
                        <m:r>
                          <m:rPr>
                            <m:nor/>
                          </m:rPr>
                          <a:rPr lang="en-US" altLang="pt-BR" sz="2400" baseline="30000" dirty="0">
                            <a:latin typeface="Aptos" panose="020B0004020202020204" pitchFamily="34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]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)  </m:t>
                        </m:r>
                      </m:num>
                      <m:den>
                        <m:r>
                          <m:rPr>
                            <m:nor/>
                          </m:rPr>
                          <a:rPr lang="pt-BR" sz="2400" dirty="0">
                            <a:latin typeface="Aptos" panose="020B0004020202020204" pitchFamily="34" charset="0"/>
                            <a:cs typeface="Arial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en-US" altLang="pt-BR" sz="2400" baseline="-25000" dirty="0">
                            <a:latin typeface="Aptos" panose="020B0004020202020204" pitchFamily="34" charset="0"/>
                          </a:rPr>
                          <m:t>s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 + [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OH</m:t>
                        </m:r>
                        <m:r>
                          <m:rPr>
                            <m:nor/>
                          </m:rPr>
                          <a:rPr lang="en-US" altLang="pt-BR" sz="2400" baseline="30000" dirty="0">
                            <a:latin typeface="Aptos" panose="020B0004020202020204" pitchFamily="34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]</m:t>
                        </m:r>
                        <m:r>
                          <m:rPr>
                            <m:nor/>
                          </m:rPr>
                          <a:rPr lang="pt-BR" sz="2400" dirty="0">
                            <a:latin typeface="Aptos" panose="020B0004020202020204" pitchFamily="34" charset="0"/>
                            <a:cs typeface="Arial"/>
                          </a:rPr>
                          <m:t>]</m:t>
                        </m:r>
                      </m:den>
                    </m:f>
                  </m:oMath>
                </a14:m>
                <a:r>
                  <a:rPr lang="pt-BR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  <a:sym typeface="Symbol" panose="05050102010706020507" pitchFamily="18" charset="2"/>
                  </a:rPr>
                  <a:t>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pt-BR" sz="2400" dirty="0" smtClean="0">
                        <a:latin typeface="Aptos" panose="020B0004020202020204" pitchFamily="34" charset="0"/>
                        <a:cs typeface="Arial" charset="0"/>
                      </a:rPr>
                      <m:t>K</m:t>
                    </m:r>
                    <m:r>
                      <m:rPr>
                        <m:nor/>
                      </m:rPr>
                      <a:rPr lang="en-US" altLang="pt-BR" sz="2400" baseline="-25000" dirty="0" smtClean="0">
                        <a:latin typeface="Aptos" panose="020B0004020202020204" pitchFamily="34" charset="0"/>
                      </a:rPr>
                      <m:t>b</m:t>
                    </m:r>
                    <m:f>
                      <m:f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pt-BR" sz="2400" dirty="0">
                            <a:latin typeface="Aptos" panose="020B0004020202020204" pitchFamily="34" charset="0"/>
                            <a:cs typeface="Arial"/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pt-BR" sz="2400" baseline="-25000" dirty="0">
                            <a:latin typeface="Aptos" panose="020B0004020202020204" pitchFamily="34" charset="0"/>
                            <a:cs typeface="Arial"/>
                          </a:rPr>
                          <m:t>b</m:t>
                        </m:r>
                      </m:num>
                      <m:den>
                        <m:r>
                          <m:rPr>
                            <m:nor/>
                          </m:rPr>
                          <a:rPr lang="pt-BR" sz="2400" dirty="0">
                            <a:latin typeface="Aptos" panose="020B0004020202020204" pitchFamily="34" charset="0"/>
                            <a:cs typeface="Arial"/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pt-BR" sz="2400" baseline="-25000" dirty="0">
                            <a:latin typeface="Aptos" panose="020B0004020202020204" pitchFamily="34" charset="0"/>
                            <a:cs typeface="Arial"/>
                          </a:rPr>
                          <m:t>s</m:t>
                        </m:r>
                        <m:r>
                          <m:rPr>
                            <m:nor/>
                          </m:rPr>
                          <a:rPr lang="pt-BR" sz="2400" baseline="-25000" dirty="0">
                            <a:latin typeface="Aptos" panose="020B0004020202020204" pitchFamily="34" charset="0"/>
                            <a:cs typeface="Arial"/>
                          </a:rPr>
                          <m:t>  </m:t>
                        </m:r>
                      </m:den>
                    </m:f>
                  </m:oMath>
                </a14:m>
                <a:r>
                  <a:rPr lang="en-US" altLang="pt-BR" sz="2400" dirty="0">
                    <a:solidFill>
                      <a:schemeClr val="accent1">
                        <a:lumMod val="75000"/>
                      </a:schemeClr>
                    </a:solidFill>
                    <a:latin typeface="Aptos" panose="020B0004020202020204" pitchFamily="34" charset="0"/>
                  </a:rPr>
                  <a:t> (8)</a:t>
                </a:r>
              </a:p>
              <a:p>
                <a:pPr algn="ctr"/>
                <a:endParaRPr lang="en-US" altLang="pt-BR" sz="2400" dirty="0">
                  <a:solidFill>
                    <a:schemeClr val="accent1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  <a:p>
                <a:r>
                  <a:rPr lang="en-US" altLang="pt-BR" sz="2400" dirty="0" err="1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Escrevendo</a:t>
                </a:r>
                <a:r>
                  <a:rPr lang="en-US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 </a:t>
                </a:r>
                <a:r>
                  <a:rPr lang="en-US" altLang="pt-BR" sz="2400" dirty="0">
                    <a:solidFill>
                      <a:schemeClr val="accent1">
                        <a:lumMod val="75000"/>
                      </a:schemeClr>
                    </a:solidFill>
                    <a:latin typeface="Aptos" panose="020B0004020202020204" pitchFamily="34" charset="0"/>
                  </a:rPr>
                  <a:t>(8) </a:t>
                </a:r>
                <a:r>
                  <a:rPr lang="en-US" altLang="pt-BR" sz="2400" dirty="0" err="1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na</a:t>
                </a:r>
                <a:r>
                  <a:rPr lang="en-US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 forma </a:t>
                </a:r>
                <a:r>
                  <a:rPr lang="en-US" altLang="pt-BR" sz="2400" dirty="0" err="1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logarítmica</a:t>
                </a:r>
                <a:r>
                  <a:rPr lang="en-US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:</a:t>
                </a:r>
              </a:p>
              <a:p>
                <a:endParaRPr lang="en-US" sz="2400" dirty="0">
                  <a:solidFill>
                    <a:srgbClr val="002060"/>
                  </a:solidFill>
                  <a:latin typeface="Aptos" panose="020B0004020202020204" pitchFamily="34" charset="0"/>
                </a:endParaRPr>
              </a:p>
              <a:p>
                <a:r>
                  <a:rPr lang="en-US" altLang="pt-BR" sz="2400" b="1" dirty="0">
                    <a:latin typeface="Aptos" panose="020B0004020202020204" pitchFamily="34" charset="0"/>
                  </a:rPr>
                  <a:t>pOH = </a:t>
                </a:r>
                <a:r>
                  <a:rPr lang="en-US" altLang="pt-BR" sz="2400" b="1" dirty="0" err="1">
                    <a:latin typeface="Aptos" panose="020B0004020202020204" pitchFamily="34" charset="0"/>
                  </a:rPr>
                  <a:t>pK</a:t>
                </a:r>
                <a:r>
                  <a:rPr lang="en-US" altLang="pt-BR" sz="2400" b="1" baseline="-25000" dirty="0" err="1">
                    <a:latin typeface="Aptos" panose="020B0004020202020204" pitchFamily="34" charset="0"/>
                  </a:rPr>
                  <a:t>b</a:t>
                </a:r>
                <a:r>
                  <a:rPr lang="en-US" altLang="pt-BR" sz="2400" b="1" dirty="0">
                    <a:latin typeface="Aptos" panose="020B0004020202020204" pitchFamily="34" charset="0"/>
                  </a:rPr>
                  <a:t> + log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2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pt-BR" sz="2400" b="1" dirty="0">
                            <a:latin typeface="Aptos" panose="020B0004020202020204" pitchFamily="34" charset="0"/>
                            <a:cs typeface="Arial"/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pt-BR" sz="2400" b="1" baseline="-25000" dirty="0">
                            <a:latin typeface="Aptos" panose="020B0004020202020204" pitchFamily="34" charset="0"/>
                            <a:cs typeface="Arial"/>
                          </a:rPr>
                          <m:t>s</m:t>
                        </m:r>
                        <m:r>
                          <m:rPr>
                            <m:nor/>
                          </m:rPr>
                          <a:rPr lang="pt-BR" altLang="pt-BR" sz="2400" b="1" dirty="0">
                            <a:latin typeface="Aptos" panose="020B0004020202020204" pitchFamily="34" charset="0"/>
                          </a:rPr>
                          <m:t> </m:t>
                        </m:r>
                      </m:num>
                      <m:den>
                        <m:r>
                          <m:rPr>
                            <m:nor/>
                          </m:rPr>
                          <a:rPr lang="pt-BR" altLang="pt-BR" sz="2400" b="1" i="0" dirty="0" smtClean="0">
                            <a:latin typeface="Aptos" panose="020B00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pt-BR" sz="2400" b="1" dirty="0">
                            <a:latin typeface="Aptos" panose="020B0004020202020204" pitchFamily="34" charset="0"/>
                            <a:cs typeface="Arial"/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pt-BR" sz="2400" b="1" i="0" baseline="-25000" dirty="0" smtClean="0">
                            <a:latin typeface="Aptos" panose="020B0004020202020204" pitchFamily="34" charset="0"/>
                            <a:cs typeface="Arial"/>
                          </a:rPr>
                          <m:t>b</m:t>
                        </m:r>
                        <m:r>
                          <m:rPr>
                            <m:nor/>
                          </m:rPr>
                          <a:rPr lang="pt-BR" sz="2400" b="1" baseline="-25000" dirty="0">
                            <a:latin typeface="Aptos" panose="020B0004020202020204" pitchFamily="34" charset="0"/>
                            <a:cs typeface="Arial"/>
                          </a:rPr>
                          <m:t>  </m:t>
                        </m:r>
                      </m:den>
                    </m:f>
                  </m:oMath>
                </a14:m>
                <a:r>
                  <a:rPr lang="pt-BR" sz="2400" b="1" dirty="0">
                    <a:latin typeface="Aptos" panose="020B0004020202020204" pitchFamily="34" charset="0"/>
                  </a:rPr>
                  <a:t> </a:t>
                </a:r>
                <a:r>
                  <a:rPr lang="pt-BR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  <a:sym typeface="Symbol" panose="05050102010706020507" pitchFamily="18" charset="2"/>
                  </a:rPr>
                  <a:t> </a:t>
                </a:r>
                <a:r>
                  <a:rPr lang="pt-BR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Equação de Henderson-</a:t>
                </a:r>
                <a:r>
                  <a:rPr lang="pt-BR" altLang="pt-BR" sz="2400" dirty="0" err="1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Hasselbach</a:t>
                </a:r>
                <a:endParaRPr lang="pt-BR" sz="2400" dirty="0">
                  <a:solidFill>
                    <a:schemeClr val="accent1">
                      <a:lumMod val="50000"/>
                    </a:schemeClr>
                  </a:solidFill>
                  <a:latin typeface="Aptos" panose="020B0004020202020204" pitchFamily="34" charset="0"/>
                </a:endParaRPr>
              </a:p>
              <a:p>
                <a:endParaRPr lang="pt-BR" sz="2400" dirty="0">
                  <a:latin typeface="Aptos" panose="020B0004020202020204" pitchFamily="34" charset="0"/>
                </a:endParaRPr>
              </a:p>
              <a:p>
                <a:r>
                  <a:rPr 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Para o </a:t>
                </a:r>
                <a:r>
                  <a:rPr lang="pt-BR" sz="2400" b="1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exemplo 5</a:t>
                </a:r>
                <a:r>
                  <a:rPr 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:</a:t>
                </a:r>
              </a:p>
              <a:p>
                <a:pPr algn="ctr"/>
                <a:r>
                  <a:rPr lang="en-US" altLang="pt-BR" sz="2400" dirty="0">
                    <a:latin typeface="Aptos" panose="020B0004020202020204" pitchFamily="34" charset="0"/>
                  </a:rPr>
                  <a:t>pOH = - log </a:t>
                </a:r>
                <a:r>
                  <a:rPr lang="pt-BR" altLang="pt-BR" sz="2400" dirty="0">
                    <a:latin typeface="Aptos" panose="020B0004020202020204" pitchFamily="34" charset="0"/>
                  </a:rPr>
                  <a:t>1,74 x 10</a:t>
                </a:r>
                <a:r>
                  <a:rPr lang="pt-BR" altLang="pt-BR" sz="2400" baseline="30000" dirty="0">
                    <a:latin typeface="Aptos" panose="020B0004020202020204" pitchFamily="34" charset="0"/>
                  </a:rPr>
                  <a:t>-5</a:t>
                </a:r>
                <a:r>
                  <a:rPr lang="en-US" altLang="pt-BR" sz="2400" dirty="0">
                    <a:latin typeface="Aptos" panose="020B0004020202020204" pitchFamily="34" charset="0"/>
                  </a:rPr>
                  <a:t> + log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pt-BR" sz="2400" dirty="0">
                            <a:latin typeface="Aptos" panose="020B0004020202020204" pitchFamily="34" charset="0"/>
                            <a:cs typeface="Arial"/>
                          </a:rPr>
                          <m:t>0,</m:t>
                        </m:r>
                        <m:r>
                          <m:rPr>
                            <m:nor/>
                          </m:rPr>
                          <a:rPr lang="pt-BR" sz="2400" b="0" i="0" dirty="0" smtClean="0">
                            <a:latin typeface="Aptos" panose="020B0004020202020204" pitchFamily="34" charset="0"/>
                            <a:cs typeface="Arial"/>
                          </a:rPr>
                          <m:t>3</m:t>
                        </m:r>
                        <m:r>
                          <m:rPr>
                            <m:nor/>
                          </m:rPr>
                          <a:rPr lang="pt-BR" sz="2400" dirty="0">
                            <a:latin typeface="Aptos" panose="020B0004020202020204" pitchFamily="34" charset="0"/>
                            <a:cs typeface="Arial"/>
                          </a:rPr>
                          <m:t>00</m:t>
                        </m:r>
                      </m:num>
                      <m:den>
                        <m:r>
                          <m:rPr>
                            <m:nor/>
                          </m:rPr>
                          <a:rPr lang="pt-BR" sz="2400" b="0" i="0" dirty="0" smtClean="0">
                            <a:solidFill>
                              <a:schemeClr val="tx1"/>
                            </a:solidFill>
                            <a:latin typeface="Aptos" panose="020B0004020202020204" pitchFamily="34" charset="0"/>
                            <a:cs typeface="Arial"/>
                          </a:rPr>
                          <m:t>0,200</m:t>
                        </m:r>
                        <m:r>
                          <m:rPr>
                            <m:nor/>
                          </m:rPr>
                          <a:rPr lang="pt-BR" sz="2400" baseline="-25000" dirty="0">
                            <a:solidFill>
                              <a:schemeClr val="tx1"/>
                            </a:solidFill>
                            <a:latin typeface="Aptos" panose="020B0004020202020204" pitchFamily="34" charset="0"/>
                            <a:cs typeface="Arial"/>
                          </a:rPr>
                          <m:t> </m:t>
                        </m:r>
                      </m:den>
                    </m:f>
                  </m:oMath>
                </a14:m>
                <a:r>
                  <a:rPr lang="pt-BR" altLang="pt-BR" sz="2400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 = </a:t>
                </a:r>
                <a:r>
                  <a:rPr lang="pt-BR" altLang="pt-BR" sz="2400" b="1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4,94 </a:t>
                </a:r>
                <a:r>
                  <a:rPr lang="pt-BR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  <a:sym typeface="Symbol" panose="05050102010706020507" pitchFamily="18" charset="2"/>
                  </a:rPr>
                  <a:t> </a:t>
                </a:r>
                <a:r>
                  <a:rPr lang="en-US" altLang="pt-BR" sz="2400" dirty="0">
                    <a:latin typeface="Aptos" panose="020B0004020202020204" pitchFamily="34" charset="0"/>
                  </a:rPr>
                  <a:t>pH = 14,00 - pOH = 14 - 4,94 = </a:t>
                </a:r>
                <a:r>
                  <a:rPr lang="en-US" altLang="pt-BR" sz="2400" b="1" dirty="0">
                    <a:latin typeface="Aptos" panose="020B0004020202020204" pitchFamily="34" charset="0"/>
                  </a:rPr>
                  <a:t>9,06</a:t>
                </a:r>
                <a:endParaRPr lang="pt-BR" altLang="pt-BR" sz="2400" b="1" dirty="0">
                  <a:solidFill>
                    <a:schemeClr val="tx1"/>
                  </a:solidFill>
                  <a:latin typeface="Aptos" panose="020B0004020202020204" pitchFamily="34" charset="0"/>
                </a:endParaRPr>
              </a:p>
              <a:p>
                <a:pPr algn="ctr"/>
                <a:endParaRPr lang="pt-BR" altLang="pt-BR" sz="2400" b="1" dirty="0">
                  <a:latin typeface="Aptos" panose="020B0004020202020204" pitchFamily="34" charset="0"/>
                </a:endParaRPr>
              </a:p>
              <a:p>
                <a:pPr algn="ctr"/>
                <a:r>
                  <a:rPr lang="pt-BR" sz="2400" kern="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Testando as simplificações: são válidas se o erro é menor que 3%.</a:t>
                </a:r>
                <a:endParaRPr lang="pt-BR" sz="2400" dirty="0">
                  <a:solidFill>
                    <a:schemeClr val="accent1">
                      <a:lumMod val="50000"/>
                    </a:schemeClr>
                  </a:solidFill>
                  <a:latin typeface="Aptos" panose="020B0004020202020204" pitchFamily="34" charset="0"/>
                </a:endParaRPr>
              </a:p>
              <a:p>
                <a:pPr algn="ctr"/>
                <a:endParaRPr lang="pt-BR" altLang="pt-BR" sz="2400" b="1" dirty="0">
                  <a:solidFill>
                    <a:schemeClr val="accent1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2E41B5FB-D8EA-E87D-8161-E65BCF4FA9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260" y="612107"/>
                <a:ext cx="11527192" cy="5633786"/>
              </a:xfrm>
              <a:prstGeom prst="rect">
                <a:avLst/>
              </a:prstGeom>
              <a:blipFill>
                <a:blip r:embed="rId2"/>
                <a:stretch>
                  <a:fillRect l="-793" t="-86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Conector de seta reta 25">
            <a:extLst>
              <a:ext uri="{FF2B5EF4-FFF2-40B4-BE49-F238E27FC236}">
                <a16:creationId xmlns:a16="http://schemas.microsoft.com/office/drawing/2014/main" id="{699D7C03-5292-BF28-362D-5E8883FE4512}"/>
              </a:ext>
            </a:extLst>
          </p:cNvPr>
          <p:cNvCxnSpPr/>
          <p:nvPr/>
        </p:nvCxnSpPr>
        <p:spPr bwMode="auto">
          <a:xfrm flipV="1">
            <a:off x="6204856" y="1340606"/>
            <a:ext cx="316349" cy="36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ysDash"/>
            <a:round/>
            <a:headEnd type="none" w="med" len="med"/>
            <a:tailEnd type="triangle"/>
          </a:ln>
          <a:effectLst/>
        </p:spPr>
      </p:cxnSp>
      <p:cxnSp>
        <p:nvCxnSpPr>
          <p:cNvPr id="8" name="Conector de seta reta 25">
            <a:extLst>
              <a:ext uri="{FF2B5EF4-FFF2-40B4-BE49-F238E27FC236}">
                <a16:creationId xmlns:a16="http://schemas.microsoft.com/office/drawing/2014/main" id="{2F62C9C3-1153-14D8-F9D6-E7DC78F8C0AA}"/>
              </a:ext>
            </a:extLst>
          </p:cNvPr>
          <p:cNvCxnSpPr/>
          <p:nvPr/>
        </p:nvCxnSpPr>
        <p:spPr bwMode="auto">
          <a:xfrm flipV="1">
            <a:off x="6231736" y="1700606"/>
            <a:ext cx="316349" cy="36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ysDash"/>
            <a:round/>
            <a:headEnd type="none" w="med" len="med"/>
            <a:tailEnd type="triangle"/>
          </a:ln>
          <a:effectLst/>
        </p:spPr>
      </p:cxnSp>
      <p:sp>
        <p:nvSpPr>
          <p:cNvPr id="9" name="CaixaDeTexto 8">
            <a:extLst>
              <a:ext uri="{FF2B5EF4-FFF2-40B4-BE49-F238E27FC236}">
                <a16:creationId xmlns:a16="http://schemas.microsoft.com/office/drawing/2014/main" id="{3DAFEE10-A218-090F-2D52-4C52CF9987F7}"/>
              </a:ext>
            </a:extLst>
          </p:cNvPr>
          <p:cNvSpPr txBox="1"/>
          <p:nvPr/>
        </p:nvSpPr>
        <p:spPr>
          <a:xfrm>
            <a:off x="3041916" y="5794653"/>
            <a:ext cx="5791816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>
              <a:buFont typeface="Arial" charset="0"/>
              <a:buNone/>
              <a:defRPr/>
            </a:pPr>
            <a:r>
              <a:rPr lang="pt-BR" sz="2400" b="1" kern="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/>
              </a:rPr>
              <a:t>Resposta: Aproximações válidas</a:t>
            </a:r>
          </a:p>
        </p:txBody>
      </p:sp>
    </p:spTree>
    <p:extLst>
      <p:ext uri="{BB962C8B-B14F-4D97-AF65-F5344CB8AC3E}">
        <p14:creationId xmlns:p14="http://schemas.microsoft.com/office/powerpoint/2010/main" val="720192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A85C9-36A7-3CB2-A090-5E3C338F5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5AF96AF-A803-600C-CEC3-B400D7CD35B1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Cálculo de pH de solução tampão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9148272-0AD9-0852-A40A-C00515EA5C28}"/>
                  </a:ext>
                </a:extLst>
              </p:cNvPr>
              <p:cNvSpPr txBox="1"/>
              <p:nvPr/>
            </p:nvSpPr>
            <p:spPr>
              <a:xfrm>
                <a:off x="332404" y="1635496"/>
                <a:ext cx="11527192" cy="32176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Se </a:t>
                </a:r>
                <a:r>
                  <a:rPr lang="en-US" altLang="pt-BR" sz="2400" dirty="0" err="1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em</a:t>
                </a:r>
                <a:r>
                  <a:rPr lang="en-US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 </a:t>
                </a:r>
                <a:r>
                  <a:rPr lang="en-US" altLang="pt-BR" sz="2400" dirty="0">
                    <a:solidFill>
                      <a:schemeClr val="accent1">
                        <a:lumMod val="75000"/>
                      </a:schemeClr>
                    </a:solidFill>
                    <a:latin typeface="Aptos" panose="020B0004020202020204" pitchFamily="34" charset="0"/>
                  </a:rPr>
                  <a:t>(7b)</a:t>
                </a:r>
                <a:r>
                  <a:rPr lang="en-US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, K</a:t>
                </a:r>
                <a:r>
                  <a:rPr lang="en-US" altLang="pt-BR" sz="2400" baseline="-250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h</a:t>
                </a:r>
                <a:r>
                  <a:rPr lang="en-US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 &gt;&gt;&gt; </a:t>
                </a:r>
                <a:r>
                  <a:rPr lang="en-US" altLang="pt-BR" sz="2400" dirty="0" err="1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K</a:t>
                </a:r>
                <a:r>
                  <a:rPr lang="en-US" altLang="pt-BR" sz="2400" baseline="-25000" dirty="0" err="1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b</a:t>
                </a:r>
                <a:r>
                  <a:rPr lang="en-US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 </a:t>
                </a:r>
                <a:r>
                  <a:rPr lang="pt-BR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  <a:sym typeface="Symbol" panose="05050102010706020507" pitchFamily="18" charset="2"/>
                  </a:rPr>
                  <a:t> </a:t>
                </a:r>
                <a:r>
                  <a:rPr lang="pt-BR" altLang="pt-BR" sz="2400" dirty="0">
                    <a:solidFill>
                      <a:schemeClr val="tx1"/>
                    </a:solidFill>
                    <a:latin typeface="Aptos" panose="020B0004020202020204" pitchFamily="34" charset="0"/>
                    <a:sym typeface="Symbol" panose="05050102010706020507" pitchFamily="18" charset="2"/>
                  </a:rPr>
                  <a:t>Despreza-se a [</a:t>
                </a:r>
                <a:r>
                  <a:rPr lang="pt-BR" altLang="pt-BR" sz="2400" dirty="0">
                    <a:latin typeface="Aptos" panose="020B0004020202020204" pitchFamily="34" charset="0"/>
                    <a:sym typeface="Symbol" panose="05050102010706020507" pitchFamily="18" charset="2"/>
                  </a:rPr>
                  <a:t>OH</a:t>
                </a:r>
                <a:r>
                  <a:rPr lang="pt-BR" altLang="pt-BR" sz="2400" baseline="30000" dirty="0">
                    <a:latin typeface="Aptos" panose="020B0004020202020204" pitchFamily="34" charset="0"/>
                    <a:sym typeface="Symbol" panose="05050102010706020507" pitchFamily="18" charset="2"/>
                  </a:rPr>
                  <a:t>-</a:t>
                </a:r>
                <a:r>
                  <a:rPr lang="pt-BR" altLang="pt-BR" sz="2400" dirty="0">
                    <a:solidFill>
                      <a:schemeClr val="tx1"/>
                    </a:solidFill>
                    <a:latin typeface="Aptos" panose="020B0004020202020204" pitchFamily="34" charset="0"/>
                    <a:sym typeface="Symbol" panose="05050102010706020507" pitchFamily="18" charset="2"/>
                  </a:rPr>
                  <a:t>] </a:t>
                </a:r>
                <a:r>
                  <a:rPr lang="pt-BR" altLang="pt-BR" sz="2400" dirty="0">
                    <a:latin typeface="Aptos" panose="020B0004020202020204" pitchFamily="34" charset="0"/>
                    <a:sym typeface="Symbol" panose="05050102010706020507" pitchFamily="18" charset="2"/>
                  </a:rPr>
                  <a:t>em </a:t>
                </a:r>
                <a:r>
                  <a:rPr lang="pt-BR" altLang="pt-BR" sz="2400" dirty="0">
                    <a:solidFill>
                      <a:schemeClr val="accent1">
                        <a:lumMod val="75000"/>
                      </a:schemeClr>
                    </a:solidFill>
                    <a:latin typeface="Aptos" panose="020B0004020202020204" pitchFamily="34" charset="0"/>
                    <a:sym typeface="Symbol" panose="05050102010706020507" pitchFamily="18" charset="2"/>
                  </a:rPr>
                  <a:t>(7a)</a:t>
                </a:r>
                <a:r>
                  <a:rPr lang="pt-BR" altLang="pt-BR" sz="2400" dirty="0">
                    <a:solidFill>
                      <a:schemeClr val="tx1"/>
                    </a:solidFill>
                    <a:latin typeface="Aptos" panose="020B0004020202020204" pitchFamily="34" charset="0"/>
                    <a:sym typeface="Symbol" panose="05050102010706020507" pitchFamily="18" charset="2"/>
                  </a:rPr>
                  <a:t>:</a:t>
                </a:r>
              </a:p>
              <a:p>
                <a:endParaRPr lang="en-US" altLang="pt-BR" sz="2400" dirty="0">
                  <a:latin typeface="Aptos" panose="020B0004020202020204" pitchFamily="34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pt-BR" sz="2400" dirty="0">
                        <a:latin typeface="Aptos" panose="020B0004020202020204" pitchFamily="34" charset="0"/>
                        <a:cs typeface="Arial"/>
                      </a:rPr>
                      <m:t>[</m:t>
                    </m:r>
                    <m:r>
                      <m:rPr>
                        <m:nor/>
                      </m:rPr>
                      <a:rPr lang="en-US" altLang="pt-BR" sz="2400" dirty="0">
                        <a:latin typeface="Aptos" panose="020B0004020202020204" pitchFamily="34" charset="0"/>
                      </a:rPr>
                      <m:t>OH</m:t>
                    </m:r>
                    <m:r>
                      <m:rPr>
                        <m:nor/>
                      </m:rPr>
                      <a:rPr lang="en-US" altLang="pt-BR" sz="2400" baseline="30000" dirty="0">
                        <a:latin typeface="Aptos" panose="020B0004020202020204" pitchFamily="34" charset="0"/>
                      </a:rPr>
                      <m:t>−</m:t>
                    </m:r>
                    <m:r>
                      <m:rPr>
                        <m:nor/>
                      </m:rPr>
                      <a:rPr lang="pt-BR" sz="2400" dirty="0">
                        <a:latin typeface="Aptos" panose="020B0004020202020204" pitchFamily="34" charset="0"/>
                        <a:cs typeface="Arial"/>
                      </a:rPr>
                      <m:t>] </m:t>
                    </m:r>
                  </m:oMath>
                </a14:m>
                <a:r>
                  <a:rPr lang="pt-BR" sz="2400" dirty="0">
                    <a:latin typeface="Aptos" panose="020B0004020202020204" pitchFamily="34" charset="0"/>
                    <a:cs typeface="Arial" charset="0"/>
                  </a:rPr>
                  <a:t>= K</a:t>
                </a:r>
                <a:r>
                  <a:rPr lang="pt-BR" sz="2400" baseline="-25000" dirty="0">
                    <a:latin typeface="Aptos" panose="020B0004020202020204" pitchFamily="34" charset="0"/>
                    <a:cs typeface="Arial" charset="0"/>
                  </a:rPr>
                  <a:t>b</a:t>
                </a:r>
                <a:r>
                  <a:rPr lang="pt-BR" sz="2400" dirty="0">
                    <a:latin typeface="Aptos" panose="020B0004020202020204" pitchFamily="34" charset="0"/>
                    <a:cs typeface="Arial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pt-BR" sz="2400" dirty="0">
                            <a:latin typeface="Aptos" panose="020B0004020202020204" pitchFamily="34" charset="0"/>
                            <a:cs typeface="Arial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en-US" altLang="pt-BR" sz="2400" baseline="-25000" dirty="0">
                            <a:latin typeface="Aptos" panose="020B0004020202020204" pitchFamily="34" charset="0"/>
                          </a:rPr>
                          <m:t>b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 + [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H</m:t>
                        </m:r>
                        <m:r>
                          <m:rPr>
                            <m:nor/>
                          </m:rPr>
                          <a:rPr lang="en-US" altLang="pt-BR" sz="2400" baseline="30000" dirty="0">
                            <a:latin typeface="Aptos" panose="020B0004020202020204" pitchFamily="34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] − [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OH</m:t>
                        </m:r>
                        <m:r>
                          <m:rPr>
                            <m:nor/>
                          </m:rPr>
                          <a:rPr lang="en-US" altLang="pt-BR" sz="2400" baseline="30000" dirty="0">
                            <a:latin typeface="Aptos" panose="020B0004020202020204" pitchFamily="34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]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)  </m:t>
                        </m:r>
                      </m:num>
                      <m:den>
                        <m:r>
                          <m:rPr>
                            <m:nor/>
                          </m:rPr>
                          <a:rPr lang="pt-BR" sz="2400" dirty="0">
                            <a:latin typeface="Aptos" panose="020B0004020202020204" pitchFamily="34" charset="0"/>
                            <a:cs typeface="Arial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en-US" altLang="pt-BR" sz="2400" baseline="-25000" dirty="0">
                            <a:latin typeface="Aptos" panose="020B0004020202020204" pitchFamily="34" charset="0"/>
                          </a:rPr>
                          <m:t>s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 − [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H</m:t>
                        </m:r>
                        <m:r>
                          <m:rPr>
                            <m:nor/>
                          </m:rPr>
                          <a:rPr lang="en-US" altLang="pt-BR" sz="2400" baseline="30000" dirty="0">
                            <a:latin typeface="Aptos" panose="020B0004020202020204" pitchFamily="34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] + [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OH</m:t>
                        </m:r>
                        <m:r>
                          <m:rPr>
                            <m:nor/>
                          </m:rPr>
                          <a:rPr lang="en-US" altLang="pt-BR" sz="2400" baseline="30000" dirty="0">
                            <a:latin typeface="Aptos" panose="020B0004020202020204" pitchFamily="34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]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pt-BR" sz="2400" dirty="0">
                    <a:latin typeface="Aptos" panose="020B0004020202020204" pitchFamily="34" charset="0"/>
                    <a:cs typeface="Arial" charset="0"/>
                  </a:rPr>
                  <a:t>= K</a:t>
                </a:r>
                <a:r>
                  <a:rPr lang="pt-BR" sz="2400" baseline="-25000" dirty="0">
                    <a:latin typeface="Aptos" panose="020B0004020202020204" pitchFamily="34" charset="0"/>
                    <a:cs typeface="Arial" charset="0"/>
                  </a:rPr>
                  <a:t>b</a:t>
                </a:r>
                <a:r>
                  <a:rPr lang="pt-BR" sz="2400" dirty="0">
                    <a:latin typeface="Aptos" panose="020B0004020202020204" pitchFamily="34" charset="0"/>
                    <a:cs typeface="Arial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pt-BR" sz="2400" dirty="0">
                            <a:latin typeface="Aptos" panose="020B0004020202020204" pitchFamily="34" charset="0"/>
                            <a:cs typeface="Arial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en-US" altLang="pt-BR" sz="2400" baseline="-25000" dirty="0">
                            <a:latin typeface="Aptos" panose="020B0004020202020204" pitchFamily="34" charset="0"/>
                          </a:rPr>
                          <m:t>b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 + [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H</m:t>
                        </m:r>
                        <m:r>
                          <m:rPr>
                            <m:nor/>
                          </m:rPr>
                          <a:rPr lang="en-US" altLang="pt-BR" sz="2400" baseline="30000" dirty="0">
                            <a:latin typeface="Aptos" panose="020B0004020202020204" pitchFamily="34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]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)  </m:t>
                        </m:r>
                      </m:num>
                      <m:den>
                        <m:r>
                          <m:rPr>
                            <m:nor/>
                          </m:rPr>
                          <a:rPr lang="pt-BR" sz="2400" dirty="0">
                            <a:latin typeface="Aptos" panose="020B0004020202020204" pitchFamily="34" charset="0"/>
                            <a:cs typeface="Arial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en-US" altLang="pt-BR" sz="2400" baseline="-25000" dirty="0">
                            <a:latin typeface="Aptos" panose="020B0004020202020204" pitchFamily="34" charset="0"/>
                          </a:rPr>
                          <m:t>s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 − [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H</m:t>
                        </m:r>
                        <m:r>
                          <m:rPr>
                            <m:nor/>
                          </m:rPr>
                          <a:rPr lang="en-US" altLang="pt-BR" sz="2400" baseline="30000" dirty="0">
                            <a:latin typeface="Aptos" panose="020B0004020202020204" pitchFamily="34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]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pt-BR" sz="2400" dirty="0">
                    <a:latin typeface="Aptos" panose="020B0004020202020204" pitchFamily="34" charset="0"/>
                  </a:rPr>
                  <a:t> </a:t>
                </a:r>
                <a:r>
                  <a:rPr lang="en-US" altLang="pt-BR" sz="2400" dirty="0">
                    <a:solidFill>
                      <a:schemeClr val="accent1">
                        <a:lumMod val="75000"/>
                      </a:schemeClr>
                    </a:solidFill>
                    <a:latin typeface="Aptos" panose="020B0004020202020204" pitchFamily="34" charset="0"/>
                  </a:rPr>
                  <a:t>(7c)</a:t>
                </a:r>
              </a:p>
              <a:p>
                <a:pPr algn="ctr"/>
                <a:endParaRPr lang="en-US" altLang="pt-BR" sz="2400" dirty="0">
                  <a:solidFill>
                    <a:schemeClr val="accent1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  <a:p>
                <a:pPr algn="ctr"/>
                <a:r>
                  <a:rPr lang="en-US" altLang="pt-BR" sz="2400" dirty="0" err="1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Substituindo</a:t>
                </a:r>
                <a:r>
                  <a:rPr lang="en-US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 [H</a:t>
                </a:r>
                <a:r>
                  <a:rPr lang="en-US" altLang="pt-BR" sz="2400" baseline="300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+</a:t>
                </a:r>
                <a:r>
                  <a:rPr lang="en-US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] </a:t>
                </a:r>
                <a:r>
                  <a:rPr lang="en-US" altLang="pt-BR" sz="2400" dirty="0" err="1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por</a:t>
                </a:r>
                <a:r>
                  <a:rPr lang="en-US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 K</a:t>
                </a:r>
                <a:r>
                  <a:rPr lang="en-US" altLang="pt-BR" sz="2400" baseline="-250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w</a:t>
                </a:r>
                <a:r>
                  <a:rPr lang="en-US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/[OH</a:t>
                </a:r>
                <a:r>
                  <a:rPr lang="en-US" altLang="pt-BR" sz="2400" baseline="300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-</a:t>
                </a:r>
                <a:r>
                  <a:rPr lang="en-US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] </a:t>
                </a:r>
                <a:r>
                  <a:rPr lang="en-US" altLang="pt-BR" sz="2400" dirty="0" err="1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na</a:t>
                </a:r>
                <a:r>
                  <a:rPr lang="en-US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 eq. (7c), </a:t>
                </a:r>
                <a:r>
                  <a:rPr lang="en-US" altLang="pt-BR" sz="2400" dirty="0" err="1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tem</a:t>
                </a:r>
                <a:r>
                  <a:rPr lang="en-US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-se:</a:t>
                </a:r>
                <a:r>
                  <a:rPr 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 </a:t>
                </a:r>
              </a:p>
              <a:p>
                <a:pPr algn="ctr"/>
                <a:endParaRPr lang="en-US" altLang="pt-BR" sz="2400" dirty="0">
                  <a:solidFill>
                    <a:schemeClr val="accent1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pt-BR" sz="2400" dirty="0">
                        <a:latin typeface="Aptos" panose="020B0004020202020204" pitchFamily="34" charset="0"/>
                        <a:cs typeface="Arial"/>
                      </a:rPr>
                      <m:t>[</m:t>
                    </m:r>
                    <m:r>
                      <m:rPr>
                        <m:nor/>
                      </m:rPr>
                      <a:rPr lang="en-US" altLang="pt-BR" sz="2400" dirty="0">
                        <a:latin typeface="Aptos" panose="020B0004020202020204" pitchFamily="34" charset="0"/>
                      </a:rPr>
                      <m:t>OH</m:t>
                    </m:r>
                    <m:r>
                      <m:rPr>
                        <m:nor/>
                      </m:rPr>
                      <a:rPr lang="en-US" altLang="pt-BR" sz="2400" baseline="30000" dirty="0">
                        <a:latin typeface="Aptos" panose="020B0004020202020204" pitchFamily="34" charset="0"/>
                      </a:rPr>
                      <m:t>−</m:t>
                    </m:r>
                    <m:r>
                      <m:rPr>
                        <m:nor/>
                      </m:rPr>
                      <a:rPr lang="pt-BR" sz="2400" dirty="0">
                        <a:latin typeface="Aptos" panose="020B0004020202020204" pitchFamily="34" charset="0"/>
                        <a:cs typeface="Arial"/>
                      </a:rPr>
                      <m:t>]</m:t>
                    </m:r>
                  </m:oMath>
                </a14:m>
                <a:r>
                  <a:rPr lang="pt-BR" sz="2400" dirty="0">
                    <a:solidFill>
                      <a:schemeClr val="tx1"/>
                    </a:solidFill>
                    <a:latin typeface="Aptos" panose="020B0004020202020204" pitchFamily="34" charset="0"/>
                    <a:cs typeface="Arial" charset="0"/>
                  </a:rPr>
                  <a:t>=</a:t>
                </a:r>
                <a:r>
                  <a:rPr lang="pt-BR" sz="2400" dirty="0">
                    <a:latin typeface="Aptos" panose="020B0004020202020204" pitchFamily="34" charset="0"/>
                    <a:cs typeface="Arial" charset="0"/>
                  </a:rPr>
                  <a:t> K</a:t>
                </a:r>
                <a:r>
                  <a:rPr lang="pt-BR" sz="2400" baseline="-25000" dirty="0">
                    <a:latin typeface="Aptos" panose="020B0004020202020204" pitchFamily="34" charset="0"/>
                    <a:cs typeface="Arial" charset="0"/>
                  </a:rPr>
                  <a:t>b</a:t>
                </a:r>
                <a:r>
                  <a:rPr lang="pt-BR" sz="2400" dirty="0">
                    <a:latin typeface="Aptos" panose="020B0004020202020204" pitchFamily="34" charset="0"/>
                    <a:cs typeface="Arial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pt-BR" sz="2400" dirty="0">
                            <a:latin typeface="Aptos" panose="020B0004020202020204" pitchFamily="34" charset="0"/>
                            <a:cs typeface="Arial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en-US" altLang="pt-BR" sz="2400" baseline="-25000" dirty="0">
                            <a:latin typeface="Aptos" panose="020B0004020202020204" pitchFamily="34" charset="0"/>
                          </a:rPr>
                          <m:t>b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pt-BR" sz="2400" dirty="0">
                            <a:latin typeface="Aptos" panose="020B0004020202020204" pitchFamily="34" charset="0"/>
                            <a:cs typeface="Arial" charset="0"/>
                          </a:rPr>
                          <m:t>K</m:t>
                        </m:r>
                        <m:r>
                          <m:rPr>
                            <m:nor/>
                          </m:rPr>
                          <a:rPr lang="pt-BR" sz="2400" baseline="-25000" dirty="0">
                            <a:latin typeface="Aptos" panose="020B0004020202020204" pitchFamily="34" charset="0"/>
                            <a:cs typeface="Arial" charset="0"/>
                          </a:rPr>
                          <m:t>w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/</m:t>
                        </m:r>
                        <m:r>
                          <m:rPr>
                            <m:nor/>
                          </m:rPr>
                          <a:rPr lang="pt-BR" sz="2400" dirty="0">
                            <a:latin typeface="Aptos" panose="020B0004020202020204" pitchFamily="34" charset="0"/>
                            <a:cs typeface="Arial"/>
                          </a:rPr>
                          <m:t>[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OH</m:t>
                        </m:r>
                        <m:r>
                          <m:rPr>
                            <m:nor/>
                          </m:rPr>
                          <a:rPr lang="en-US" altLang="pt-BR" sz="2400" baseline="30000" dirty="0">
                            <a:latin typeface="Aptos" panose="020B0004020202020204" pitchFamily="34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pt-BR" sz="2400" dirty="0">
                            <a:latin typeface="Aptos" panose="020B0004020202020204" pitchFamily="34" charset="0"/>
                            <a:cs typeface="Arial"/>
                          </a:rPr>
                          <m:t>]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)  </m:t>
                        </m:r>
                      </m:num>
                      <m:den>
                        <m:r>
                          <m:rPr>
                            <m:nor/>
                          </m:rPr>
                          <a:rPr lang="pt-BR" sz="2400" dirty="0">
                            <a:latin typeface="Aptos" panose="020B0004020202020204" pitchFamily="34" charset="0"/>
                            <a:cs typeface="Arial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en-US" altLang="pt-BR" sz="2400" baseline="-25000" dirty="0">
                            <a:latin typeface="Aptos" panose="020B0004020202020204" pitchFamily="34" charset="0"/>
                          </a:rPr>
                          <m:t>s</m:t>
                        </m:r>
                        <m:r>
                          <m:rPr>
                            <m:nor/>
                          </m:rPr>
                          <a:rPr lang="pt-BR" sz="2400" b="0" i="0" dirty="0" smtClean="0">
                            <a:latin typeface="Aptos" panose="020B0004020202020204" pitchFamily="34" charset="0"/>
                            <a:cs typeface="Arial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pt-BR" sz="2400" dirty="0">
                            <a:latin typeface="Aptos" panose="020B0004020202020204" pitchFamily="34" charset="0"/>
                            <a:cs typeface="Arial" charset="0"/>
                          </a:rPr>
                          <m:t>K</m:t>
                        </m:r>
                        <m:r>
                          <m:rPr>
                            <m:nor/>
                          </m:rPr>
                          <a:rPr lang="pt-BR" sz="2400" baseline="-25000" dirty="0">
                            <a:latin typeface="Aptos" panose="020B0004020202020204" pitchFamily="34" charset="0"/>
                            <a:cs typeface="Arial" charset="0"/>
                          </a:rPr>
                          <m:t>w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/</m:t>
                        </m:r>
                        <m:r>
                          <m:rPr>
                            <m:nor/>
                          </m:rPr>
                          <a:rPr lang="pt-BR" sz="2400" dirty="0">
                            <a:latin typeface="Aptos" panose="020B0004020202020204" pitchFamily="34" charset="0"/>
                            <a:cs typeface="Arial"/>
                          </a:rPr>
                          <m:t>[</m:t>
                        </m:r>
                        <m:r>
                          <m:rPr>
                            <m:nor/>
                          </m:rPr>
                          <a:rPr lang="en-US" altLang="pt-BR" sz="2400" dirty="0">
                            <a:latin typeface="Aptos" panose="020B0004020202020204" pitchFamily="34" charset="0"/>
                          </a:rPr>
                          <m:t>OH</m:t>
                        </m:r>
                        <m:r>
                          <m:rPr>
                            <m:nor/>
                          </m:rPr>
                          <a:rPr lang="en-US" altLang="pt-BR" sz="2400" baseline="30000" dirty="0">
                            <a:latin typeface="Aptos" panose="020B0004020202020204" pitchFamily="34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pt-BR" sz="2400" dirty="0">
                            <a:latin typeface="Aptos" panose="020B0004020202020204" pitchFamily="34" charset="0"/>
                            <a:cs typeface="Arial"/>
                          </a:rPr>
                          <m:t>]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pt-BR" sz="2400" dirty="0">
                    <a:solidFill>
                      <a:schemeClr val="tx1"/>
                    </a:solidFill>
                    <a:latin typeface="Aptos" panose="020B0004020202020204" pitchFamily="34" charset="0"/>
                    <a:cs typeface="Arial" charset="0"/>
                  </a:rPr>
                  <a:t> </a:t>
                </a:r>
                <a:r>
                  <a:rPr lang="pt-BR" sz="2400" dirty="0">
                    <a:solidFill>
                      <a:schemeClr val="accent1">
                        <a:lumMod val="75000"/>
                      </a:schemeClr>
                    </a:solidFill>
                    <a:latin typeface="Aptos" panose="020B0004020202020204" pitchFamily="34" charset="0"/>
                  </a:rPr>
                  <a:t>(9)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9148272-0AD9-0852-A40A-C00515EA5C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404" y="1635496"/>
                <a:ext cx="11527192" cy="3217676"/>
              </a:xfrm>
              <a:prstGeom prst="rect">
                <a:avLst/>
              </a:prstGeom>
              <a:blipFill>
                <a:blip r:embed="rId2"/>
                <a:stretch>
                  <a:fillRect l="-847" t="-189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Conector de seta reta 25">
            <a:extLst>
              <a:ext uri="{FF2B5EF4-FFF2-40B4-BE49-F238E27FC236}">
                <a16:creationId xmlns:a16="http://schemas.microsoft.com/office/drawing/2014/main" id="{A981DD7D-1DD5-5D01-F07B-8B8AA33B65A0}"/>
              </a:ext>
            </a:extLst>
          </p:cNvPr>
          <p:cNvCxnSpPr>
            <a:cxnSpLocks/>
          </p:cNvCxnSpPr>
          <p:nvPr/>
        </p:nvCxnSpPr>
        <p:spPr bwMode="auto">
          <a:xfrm flipV="1">
            <a:off x="5937824" y="2386850"/>
            <a:ext cx="316349" cy="36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ysDash"/>
            <a:round/>
            <a:headEnd type="none" w="med" len="med"/>
            <a:tailEnd type="triangle"/>
          </a:ln>
          <a:effectLst/>
        </p:spPr>
      </p:cxnSp>
      <p:cxnSp>
        <p:nvCxnSpPr>
          <p:cNvPr id="8" name="Conector de seta reta 25">
            <a:extLst>
              <a:ext uri="{FF2B5EF4-FFF2-40B4-BE49-F238E27FC236}">
                <a16:creationId xmlns:a16="http://schemas.microsoft.com/office/drawing/2014/main" id="{9AC93EE7-A642-9D26-1886-CCEC154970D0}"/>
              </a:ext>
            </a:extLst>
          </p:cNvPr>
          <p:cNvCxnSpPr>
            <a:cxnSpLocks/>
          </p:cNvCxnSpPr>
          <p:nvPr/>
        </p:nvCxnSpPr>
        <p:spPr bwMode="auto">
          <a:xfrm flipV="1">
            <a:off x="5937824" y="2746850"/>
            <a:ext cx="316349" cy="36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ysDash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400037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0C543-8F25-654F-87DA-00899D6FB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A7052EB-753A-6D15-0A51-5AA4F2EA1C88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Propriedades das Soluções Tampão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E71F1937-384B-B5B0-8AA6-C161379F1831}"/>
                  </a:ext>
                </a:extLst>
              </p:cNvPr>
              <p:cNvSpPr txBox="1"/>
              <p:nvPr/>
            </p:nvSpPr>
            <p:spPr>
              <a:xfrm>
                <a:off x="335853" y="610825"/>
                <a:ext cx="11520291" cy="56363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pt-BR" sz="2400" b="1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Capacidade </a:t>
                </a:r>
                <a:r>
                  <a:rPr lang="pt-BR" sz="2400" b="1" dirty="0" err="1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tamponante</a:t>
                </a:r>
                <a:endParaRPr lang="pt-BR" sz="2400" b="1" dirty="0">
                  <a:solidFill>
                    <a:schemeClr val="accent1">
                      <a:lumMod val="50000"/>
                    </a:schemeClr>
                  </a:solidFill>
                  <a:latin typeface="Aptos" panose="020B0004020202020204" pitchFamily="34" charset="0"/>
                </a:endParaRPr>
              </a:p>
              <a:p>
                <a:pPr algn="just"/>
                <a:endParaRPr lang="pt-BR" sz="2400" dirty="0">
                  <a:solidFill>
                    <a:schemeClr val="tx1"/>
                  </a:solidFill>
                  <a:latin typeface="Aptos" panose="020B0004020202020204" pitchFamily="34" charset="0"/>
                </a:endParaRPr>
              </a:p>
              <a:p>
                <a:pPr algn="just"/>
                <a:r>
                  <a:rPr lang="pt-BR" sz="2400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A capacidade </a:t>
                </a:r>
                <a:r>
                  <a:rPr lang="pt-BR" sz="2400" dirty="0" err="1">
                    <a:solidFill>
                      <a:schemeClr val="tx1"/>
                    </a:solidFill>
                    <a:latin typeface="Aptos" panose="020B0004020202020204" pitchFamily="34" charset="0"/>
                  </a:rPr>
                  <a:t>tamponante</a:t>
                </a:r>
                <a:r>
                  <a:rPr lang="pt-BR" sz="2400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, 𝛽, de uma solução é definida como o número de mols de um ácido forte (C</a:t>
                </a:r>
                <a:r>
                  <a:rPr lang="pt-BR" sz="2400" baseline="-25000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a</a:t>
                </a:r>
                <a:r>
                  <a:rPr lang="pt-BR" sz="2400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), ou de uma base forte (</a:t>
                </a:r>
                <a:r>
                  <a:rPr lang="pt-BR" sz="2400" dirty="0" err="1">
                    <a:solidFill>
                      <a:schemeClr val="tx1"/>
                    </a:solidFill>
                    <a:latin typeface="Aptos" panose="020B0004020202020204" pitchFamily="34" charset="0"/>
                  </a:rPr>
                  <a:t>C</a:t>
                </a:r>
                <a:r>
                  <a:rPr lang="pt-BR" sz="2400" baseline="-25000" dirty="0" err="1">
                    <a:solidFill>
                      <a:schemeClr val="tx1"/>
                    </a:solidFill>
                    <a:latin typeface="Aptos" panose="020B0004020202020204" pitchFamily="34" charset="0"/>
                  </a:rPr>
                  <a:t>b</a:t>
                </a:r>
                <a:r>
                  <a:rPr lang="pt-BR" sz="2400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), que provoca uma variação de 1,00 unidade no pH em 1,00 L de um tampão.</a:t>
                </a:r>
              </a:p>
              <a:p>
                <a:pPr algn="just"/>
                <a:endParaRPr lang="pt-BR" sz="2400" b="0" i="1" u="none" strike="noStrike" baseline="0" dirty="0">
                  <a:latin typeface="Aptos" panose="020B0004020202020204" pitchFamily="34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l-GR" sz="2400" i="0" smtClean="0">
                          <a:latin typeface="Aptos" panose="020B0004020202020204" pitchFamily="34" charset="0"/>
                        </a:rPr>
                        <m:t>β</m:t>
                      </m:r>
                      <m:r>
                        <m:rPr>
                          <m:nor/>
                        </m:rPr>
                        <a:rPr lang="pt-BR" sz="2400" i="0">
                          <a:latin typeface="Aptos" panose="020B0004020202020204" pitchFamily="34" charset="0"/>
                        </a:rPr>
                        <m:t>= </m:t>
                      </m:r>
                      <m:f>
                        <m:f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pt-BR" sz="2400" i="0">
                              <a:latin typeface="Aptos" panose="020B0004020202020204" pitchFamily="34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pt-BR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pt-BR" sz="2400" b="0" i="0" smtClean="0">
                                  <a:latin typeface="Aptos" panose="020B0004020202020204" pitchFamily="34" charset="0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pt-BR" sz="2400" b="0" i="0" smtClean="0">
                                  <a:latin typeface="Aptos" panose="020B0004020202020204" pitchFamily="34" charset="0"/>
                                </a:rPr>
                                <m:t>b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nor/>
                            </m:rPr>
                            <a:rPr lang="pt-BR" sz="2400" i="0">
                              <a:latin typeface="Aptos" panose="020B0004020202020204" pitchFamily="34" charset="0"/>
                            </a:rPr>
                            <m:t>dpH</m:t>
                          </m:r>
                          <m:r>
                            <m:rPr>
                              <m:nor/>
                            </m:rPr>
                            <a:rPr lang="pt-BR" sz="2400" i="0">
                              <a:latin typeface="Aptos" panose="020B0004020202020204" pitchFamily="34" charset="0"/>
                            </a:rPr>
                            <m:t> </m:t>
                          </m:r>
                        </m:den>
                      </m:f>
                      <m:r>
                        <m:rPr>
                          <m:nor/>
                        </m:rPr>
                        <a:rPr lang="pt-BR" sz="2400" b="0" i="0" smtClean="0">
                          <a:latin typeface="Aptos" panose="020B0004020202020204" pitchFamily="34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pt-BR" sz="2400" i="0">
                          <a:latin typeface="Aptos" panose="020B0004020202020204" pitchFamily="34" charset="0"/>
                        </a:rPr>
                        <m:t>−</m:t>
                      </m:r>
                      <m:f>
                        <m:f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pt-BR" sz="2400" i="0">
                              <a:latin typeface="Aptos" panose="020B0004020202020204" pitchFamily="34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pt-BR" sz="2400" i="0">
                                  <a:latin typeface="Aptos" panose="020B0004020202020204" pitchFamily="34" charset="0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pt-BR" sz="2400" b="0" i="0" smtClean="0">
                                  <a:latin typeface="Aptos" panose="020B0004020202020204" pitchFamily="34" charset="0"/>
                                </a:rPr>
                                <m:t>a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nor/>
                            </m:rPr>
                            <a:rPr lang="pt-BR" sz="2400" i="0">
                              <a:latin typeface="Aptos" panose="020B0004020202020204" pitchFamily="34" charset="0"/>
                            </a:rPr>
                            <m:t>dpH</m:t>
                          </m:r>
                        </m:den>
                      </m:f>
                    </m:oMath>
                  </m:oMathPara>
                </a14:m>
                <a:endParaRPr lang="pt-BR" sz="2400" dirty="0">
                  <a:latin typeface="Aptos" panose="020B0004020202020204" pitchFamily="34" charset="0"/>
                </a:endParaRPr>
              </a:p>
              <a:p>
                <a:pPr algn="just"/>
                <a:endParaRPr lang="pt-BR" sz="2400" dirty="0">
                  <a:latin typeface="Aptos" panose="020B0004020202020204" pitchFamily="34" charset="0"/>
                </a:endParaRPr>
              </a:p>
              <a:p>
                <a:pPr algn="just"/>
                <a:r>
                  <a:rPr lang="pt-BR" sz="2400" dirty="0">
                    <a:latin typeface="Aptos" panose="020B0004020202020204" pitchFamily="34" charset="0"/>
                  </a:rPr>
                  <a:t>A capacidade </a:t>
                </a:r>
                <a:r>
                  <a:rPr lang="pt-BR" sz="2400" dirty="0" err="1">
                    <a:latin typeface="Aptos" panose="020B0004020202020204" pitchFamily="34" charset="0"/>
                  </a:rPr>
                  <a:t>tamponante</a:t>
                </a:r>
                <a:r>
                  <a:rPr lang="pt-BR" sz="2400" dirty="0">
                    <a:latin typeface="Aptos" panose="020B0004020202020204" pitchFamily="34" charset="0"/>
                  </a:rPr>
                  <a:t> é sempre um número positivo. Quanto maior ele for, mais resistente a solução tampão é à mudança de pH.</a:t>
                </a:r>
              </a:p>
              <a:p>
                <a:pPr algn="just"/>
                <a:endParaRPr lang="pt-BR" sz="2400" dirty="0">
                  <a:latin typeface="Aptos" panose="020B0004020202020204" pitchFamily="34" charset="0"/>
                </a:endParaRPr>
              </a:p>
              <a:p>
                <a:pPr algn="just"/>
                <a:r>
                  <a:rPr lang="pt-BR" sz="2400" b="1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Exemplo 7: </a:t>
                </a:r>
                <a:r>
                  <a:rPr lang="pt-BR" sz="2400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Calcule a capacidade de tamponamento do tampão formado por 0,20 mol.L</a:t>
                </a:r>
                <a:r>
                  <a:rPr lang="pt-BR" sz="2400" baseline="30000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-1</a:t>
                </a:r>
                <a:r>
                  <a:rPr lang="pt-BR" sz="2400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 de HA e 0,10 mol.L</a:t>
                </a:r>
                <a:r>
                  <a:rPr lang="pt-BR" sz="2400" baseline="30000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-1</a:t>
                </a:r>
                <a:r>
                  <a:rPr lang="pt-BR" sz="2400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 de </a:t>
                </a:r>
                <a:r>
                  <a:rPr lang="pt-BR" sz="2400" dirty="0" err="1">
                    <a:solidFill>
                      <a:schemeClr val="tx1"/>
                    </a:solidFill>
                    <a:latin typeface="Aptos" panose="020B0004020202020204" pitchFamily="34" charset="0"/>
                  </a:rPr>
                  <a:t>NaA</a:t>
                </a:r>
                <a:r>
                  <a:rPr lang="pt-BR" sz="2400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, sabendo que após a adição de 0,010 mol de </a:t>
                </a:r>
                <a:r>
                  <a:rPr lang="pt-BR" sz="2400" dirty="0" err="1">
                    <a:solidFill>
                      <a:schemeClr val="tx1"/>
                    </a:solidFill>
                    <a:latin typeface="Aptos" panose="020B0004020202020204" pitchFamily="34" charset="0"/>
                  </a:rPr>
                  <a:t>HCl</a:t>
                </a:r>
                <a:r>
                  <a:rPr lang="pt-BR" sz="2400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 a 1,0 L da solução tampão, o pH caiu 0,06 unidades.</a:t>
                </a:r>
                <a:endParaRPr lang="pt-BR" sz="24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E71F1937-384B-B5B0-8AA6-C161379F18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853" y="610825"/>
                <a:ext cx="11520291" cy="5636351"/>
              </a:xfrm>
              <a:prstGeom prst="rect">
                <a:avLst/>
              </a:prstGeom>
              <a:blipFill>
                <a:blip r:embed="rId2"/>
                <a:stretch>
                  <a:fillRect l="-794" t="-865" r="-847" b="-151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A95904C7-0951-C3E4-E68B-D45AD6296003}"/>
              </a:ext>
            </a:extLst>
          </p:cNvPr>
          <p:cNvSpPr txBox="1"/>
          <p:nvPr/>
        </p:nvSpPr>
        <p:spPr>
          <a:xfrm>
            <a:off x="7125419" y="5794654"/>
            <a:ext cx="4730725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>
              <a:buFont typeface="Arial" charset="0"/>
              <a:buNone/>
              <a:defRPr/>
            </a:pPr>
            <a:r>
              <a:rPr lang="pt-BR" sz="2400" b="1" kern="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/>
              </a:rPr>
              <a:t>Resposta: </a:t>
            </a:r>
            <a:r>
              <a:rPr lang="el-GR" sz="2400" b="1" kern="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/>
              </a:rPr>
              <a:t>β</a:t>
            </a:r>
            <a:r>
              <a:rPr lang="pt-BR" sz="2400" b="1" kern="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/>
              </a:rPr>
              <a:t> = 0,167 mol.L</a:t>
            </a:r>
            <a:r>
              <a:rPr lang="pt-BR" sz="2400" b="1" kern="0" baseline="30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/>
              </a:rPr>
              <a:t>-1</a:t>
            </a:r>
            <a:r>
              <a:rPr lang="pt-BR" sz="2400" b="1" kern="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/>
              </a:rPr>
              <a:t>/pH</a:t>
            </a:r>
            <a:endParaRPr lang="pt-BR" sz="2400" b="1" kern="0" baseline="30000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4001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1A9E9-E19C-FE5C-486D-C6606226E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8BD9A75-5621-BDB5-2B7E-75B6416AE504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Propriedades das Soluções Tampão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56C6E56-4EF6-3D4B-C51B-B9E5B6BF5CC8}"/>
              </a:ext>
            </a:extLst>
          </p:cNvPr>
          <p:cNvSpPr txBox="1"/>
          <p:nvPr/>
        </p:nvSpPr>
        <p:spPr>
          <a:xfrm>
            <a:off x="335853" y="610825"/>
            <a:ext cx="1152029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400" dirty="0">
                <a:latin typeface="Aptos" panose="020B0004020202020204" pitchFamily="34" charset="0"/>
              </a:rPr>
              <a:t>A capacidade </a:t>
            </a:r>
            <a:r>
              <a:rPr lang="pt-BR" sz="2400" dirty="0" err="1">
                <a:latin typeface="Aptos" panose="020B0004020202020204" pitchFamily="34" charset="0"/>
              </a:rPr>
              <a:t>tamponante</a:t>
            </a:r>
            <a:r>
              <a:rPr lang="pt-BR" sz="2400" dirty="0">
                <a:latin typeface="Aptos" panose="020B0004020202020204" pitchFamily="34" charset="0"/>
              </a:rPr>
              <a:t> diminui rapidamente à medida que a razão entre as concentrações do ácido (HA) e da base conjugada (A</a:t>
            </a:r>
            <a:r>
              <a:rPr lang="pt-BR" sz="2400" baseline="30000" dirty="0">
                <a:latin typeface="Aptos" panose="020B0004020202020204" pitchFamily="34" charset="0"/>
              </a:rPr>
              <a:t>-</a:t>
            </a:r>
            <a:r>
              <a:rPr lang="pt-BR" sz="2400" dirty="0">
                <a:latin typeface="Aptos" panose="020B0004020202020204" pitchFamily="34" charset="0"/>
              </a:rPr>
              <a:t>) se torna maior ou menor que a unidade.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CDB003D-7F3B-9595-ABB2-76A55AFAE3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146" y="1773497"/>
            <a:ext cx="5345665" cy="4473678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B22099FC-140A-B040-43A4-AD5670EE90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37"/>
          <a:stretch/>
        </p:blipFill>
        <p:spPr>
          <a:xfrm>
            <a:off x="7415180" y="1820297"/>
            <a:ext cx="3813288" cy="4230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3586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DAFB1-EC73-437B-9EE9-7603391B2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B5281B3-77CB-A06C-C89F-0234053DEDDA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Propriedades das Soluções Tampão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A4B55A3-5BB7-4C6F-BA7D-B5637B0F4585}"/>
              </a:ext>
            </a:extLst>
          </p:cNvPr>
          <p:cNvSpPr txBox="1"/>
          <p:nvPr/>
        </p:nvSpPr>
        <p:spPr>
          <a:xfrm>
            <a:off x="335853" y="766100"/>
            <a:ext cx="1152029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400" dirty="0">
                <a:latin typeface="Aptos" panose="020B0004020202020204" pitchFamily="34" charset="0"/>
              </a:rPr>
              <a:t>Por essa razão, o </a:t>
            </a:r>
            <a:r>
              <a:rPr lang="pt-BR" sz="2400" dirty="0" err="1">
                <a:latin typeface="Aptos" panose="020B0004020202020204" pitchFamily="34" charset="0"/>
              </a:rPr>
              <a:t>pKa</a:t>
            </a:r>
            <a:r>
              <a:rPr lang="pt-BR" sz="2400" dirty="0">
                <a:latin typeface="Aptos" panose="020B0004020202020204" pitchFamily="34" charset="0"/>
              </a:rPr>
              <a:t> do ácido escolhido para uma dada aplicação deve estar entre ±1 unidade do pH desejado para que o tampão tenha uma capacidade razoável.</a:t>
            </a:r>
          </a:p>
          <a:p>
            <a:pPr algn="just"/>
            <a:endParaRPr lang="pt-BR" sz="2400" dirty="0">
              <a:latin typeface="Aptos" panose="020B0004020202020204" pitchFamily="34" charset="0"/>
            </a:endParaRPr>
          </a:p>
          <a:p>
            <a:pPr algn="ctr"/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Zona de Tamponamento: pH = </a:t>
            </a:r>
            <a:r>
              <a:rPr lang="pt-BR" sz="2400" b="1" dirty="0" err="1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pKa</a:t>
            </a: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 ± 1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A09184E-4588-03C6-8244-004BB9D997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258" y="2335760"/>
            <a:ext cx="5150547" cy="3829895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99B9DBF1-8310-262B-F194-57016DF655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332648"/>
            <a:ext cx="5527742" cy="3836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60596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iva">
  <a:themeElements>
    <a:clrScheme name="Vermelho Violeta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Retrospectiv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iv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3660</TotalTime>
  <Words>3371</Words>
  <Application>Microsoft Office PowerPoint</Application>
  <PresentationFormat>Widescreen</PresentationFormat>
  <Paragraphs>425</Paragraphs>
  <Slides>39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39</vt:i4>
      </vt:variant>
    </vt:vector>
  </HeadingPairs>
  <TitlesOfParts>
    <vt:vector size="47" baseType="lpstr">
      <vt:lpstr>Aptos</vt:lpstr>
      <vt:lpstr>Arial</vt:lpstr>
      <vt:lpstr>Calibri</vt:lpstr>
      <vt:lpstr>Calibri Light</vt:lpstr>
      <vt:lpstr>Cambria Math</vt:lpstr>
      <vt:lpstr>Comic Sans MS</vt:lpstr>
      <vt:lpstr>Wingdings</vt:lpstr>
      <vt:lpstr>Retrospectiva</vt:lpstr>
      <vt:lpstr>Aula 4:  Cálculos de pH de sais Soluções tampão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Alene Dutra</dc:creator>
  <cp:lastModifiedBy>Alene Dutra</cp:lastModifiedBy>
  <cp:revision>217</cp:revision>
  <dcterms:created xsi:type="dcterms:W3CDTF">2025-03-10T01:16:28Z</dcterms:created>
  <dcterms:modified xsi:type="dcterms:W3CDTF">2025-04-17T14:19:53Z</dcterms:modified>
</cp:coreProperties>
</file>