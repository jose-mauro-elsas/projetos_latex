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32E06BD-3FF8-4880-A4EB-79C80CE2F389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229450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556E042-9FA2-409A-AD02-101CD61BE771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64049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2464389-2DDC-44CC-BA07-8D802DB7F69A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74091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C119F28-A9B1-483E-9C11-80F629EC141E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26574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0D35A03-3D05-4B7A-A9C6-11A74DAACDD5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5472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BBFAE90-6B6E-4A00-B892-697E740479D3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536585-1CB9-BCF5-8550-296DF7B472EB}"/>
              </a:ext>
            </a:extLst>
          </p:cNvPr>
          <p:cNvSpPr txBox="1"/>
          <p:nvPr/>
        </p:nvSpPr>
        <p:spPr>
          <a:xfrm>
            <a:off x="7744968" y="1060704"/>
            <a:ext cx="305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Dados da boia oceanográfica de Linhares – ES</a:t>
            </a:r>
          </a:p>
          <a:p>
            <a:r>
              <a:rPr lang="pt-BR" sz="1200" b="1" dirty="0" err="1"/>
              <a:t>SimCosta</a:t>
            </a:r>
            <a:r>
              <a:rPr lang="pt-BR" sz="1200" b="1" dirty="0"/>
              <a:t> - DHN</a:t>
            </a:r>
          </a:p>
        </p:txBody>
      </p:sp>
    </p:spTree>
    <p:extLst>
      <p:ext uri="{BB962C8B-B14F-4D97-AF65-F5344CB8AC3E}">
        <p14:creationId xmlns:p14="http://schemas.microsoft.com/office/powerpoint/2010/main" val="60387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69EB49C-02FA-4296-A75A-79C0ABE909E3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532418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16D08A6-A200-4D38-82DA-9B4AF415CF8C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838575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8041A56-E834-42B8-A5CD-D4821C18A0C7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463C689-E4ED-4E20-BB0C-D3DE390209C3}"/>
              </a:ext>
            </a:extLst>
          </p:cNvPr>
          <p:cNvSpPr>
            <a:spLocks noGrp="1"/>
          </p:cNvSpPr>
          <p:nvPr/>
        </p:nvSpPr>
        <p:spPr>
          <a:xfrm>
            <a:off x="11068050" y="6619875"/>
            <a:ext cx="1123950" cy="238125"/>
          </a:xfrm>
          <a:prstGeom prst="rect">
            <a:avLst/>
          </a:prstGeom>
          <a:solidFill>
            <a:srgbClr val="3332A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8634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14F410-7AD2-41C0-8659-EA93CDDCAEEB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6774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D58D826-5C88-4130-8A9B-4C2DDCB7951E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498938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0F91A8B-3592-414B-9C38-E51F9C06EE80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106579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C22FAB6-26A1-4FAC-9C4D-3385858F94EE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907742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AEA664D-E13F-42E9-8F58-95EF63ECAD59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457714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A1B87F2-6B15-424E-970C-54546B32D055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1583347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53376C0-FF5A-4F45-AEEA-8E5C2EE4E6B9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671386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280"/>
            <a:ext cx="12192000" cy="685744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3256721-A2A3-49FF-90E9-96F1665133FC}"/>
              </a:ext>
            </a:extLst>
          </p:cNvPr>
          <p:cNvSpPr>
            <a:spLocks noGrp="1"/>
          </p:cNvSpPr>
          <p:nvPr/>
        </p:nvSpPr>
        <p:spPr>
          <a:xfrm>
            <a:off x="0" y="6619875"/>
            <a:ext cx="4057650" cy="238125"/>
          </a:xfrm>
          <a:prstGeom prst="rect">
            <a:avLst/>
          </a:prstGeom>
          <a:solidFill>
            <a:srgbClr val="191959"/>
          </a:solidFill>
          <a:ln w="0">
            <a:noFill/>
          </a:ln>
        </p:spPr>
        <p:txBody>
          <a:bodyPr wrap="none" lIns="19050" tIns="0" rIns="19050" bIns="0" anchor="ctr">
            <a:normAutofit/>
          </a:bodyPr>
          <a:lstStyle/>
          <a:p>
            <a:pPr algn="ctr">
              <a:def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63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Carneiro, Gayani e Elsas (UERJ)</a:t>
            </a:r>
          </a:p>
        </p:txBody>
      </p:sp>
    </p:spTree>
    <p:extLst>
      <p:ext uri="{BB962C8B-B14F-4D97-AF65-F5344CB8AC3E}">
        <p14:creationId xmlns:p14="http://schemas.microsoft.com/office/powerpoint/2010/main" val="6098597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DocSecurity>0</DocSecurity>
  <PresentationFormat>Widescreen</PresentationFormat>
  <Paragraphs>20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Bitstream Charter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 Mauro Elsas</cp:lastModifiedBy>
  <cp:revision>1</cp:revision>
  <dcterms:created xsi:type="dcterms:W3CDTF">2026-09-18T20:30:33Z</dcterms:created>
  <dcterms:modified xsi:type="dcterms:W3CDTF">2026-09-18T21:03:18Z</dcterms:modified>
</cp:coreProperties>
</file>