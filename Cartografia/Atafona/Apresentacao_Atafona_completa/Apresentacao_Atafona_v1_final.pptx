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8f37414ceb436e" /><Relationship Type="http://schemas.openxmlformats.org/officeDocument/2006/relationships/extended-properties" Target="/docProps/app.xml" Id="R16b9aee7b0164987" /><Relationship Type="http://schemas.openxmlformats.org/officeDocument/2006/relationships/officeDocument" Target="/ppt/presentation.xml" Id="R1881f6872b2949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7ef6d74bb44e03"/>
  </p:sldMasterIdLst>
  <p:notesMasterIdLst>
    <p:notesMasterId xmlns:r="http://schemas.openxmlformats.org/officeDocument/2006/relationships" r:id="Rac377769e4af4aec"/>
  </p:notesMasterIdLst>
  <p:sldIdLst>
    <p:sldId xmlns:r="http://schemas.openxmlformats.org/officeDocument/2006/relationships" id="256" r:id="R9790b076188f4dfa"/>
    <p:sldId xmlns:r="http://schemas.openxmlformats.org/officeDocument/2006/relationships" id="257" r:id="R4557a1cd057e4834"/>
    <p:sldId xmlns:r="http://schemas.openxmlformats.org/officeDocument/2006/relationships" id="258" r:id="R7d85d46f409c4d62"/>
    <p:sldId xmlns:r="http://schemas.openxmlformats.org/officeDocument/2006/relationships" id="259" r:id="R6d993e34ea834892"/>
    <p:sldId xmlns:r="http://schemas.openxmlformats.org/officeDocument/2006/relationships" id="260" r:id="R6fee679769fc4eba"/>
    <p:sldId xmlns:r="http://schemas.openxmlformats.org/officeDocument/2006/relationships" id="261" r:id="R9e8bb0dc10ab4aa4"/>
    <p:sldId xmlns:r="http://schemas.openxmlformats.org/officeDocument/2006/relationships" id="262" r:id="R1b2b272a12fa491d"/>
    <p:sldId xmlns:r="http://schemas.openxmlformats.org/officeDocument/2006/relationships" id="263" r:id="R8ee05f1eaf574ac0"/>
    <p:sldId xmlns:r="http://schemas.openxmlformats.org/officeDocument/2006/relationships" id="264" r:id="Reae2e344837a4a52"/>
    <p:sldId xmlns:r="http://schemas.openxmlformats.org/officeDocument/2006/relationships" id="265" r:id="Rb3d1450f11474bfd"/>
    <p:sldId xmlns:r="http://schemas.openxmlformats.org/officeDocument/2006/relationships" id="266" r:id="R176257cd36b84f46"/>
    <p:sldId xmlns:r="http://schemas.openxmlformats.org/officeDocument/2006/relationships" id="267" r:id="R47e88bb4f5f044c7"/>
    <p:sldId xmlns:r="http://schemas.openxmlformats.org/officeDocument/2006/relationships" id="268" r:id="R81b2ea4a5fa140b2"/>
    <p:sldId xmlns:r="http://schemas.openxmlformats.org/officeDocument/2006/relationships" id="269" r:id="R7ebbaa3975fc4606"/>
    <p:sldId xmlns:r="http://schemas.openxmlformats.org/officeDocument/2006/relationships" id="270" r:id="Rd7fd951aee8747a4"/>
    <p:sldId xmlns:r="http://schemas.openxmlformats.org/officeDocument/2006/relationships" id="271" r:id="R6ec04153f96144b4"/>
    <p:sldId xmlns:r="http://schemas.openxmlformats.org/officeDocument/2006/relationships" id="272" r:id="R24fbc8524fee4c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dcfcf758b645bf" /><Relationship Type="http://schemas.openxmlformats.org/officeDocument/2006/relationships/slideMaster" Target="/ppt/slideMasters/slideMaster1.xml" Id="R997ef6d74bb44e03" /><Relationship Type="http://schemas.openxmlformats.org/officeDocument/2006/relationships/notesMaster" Target="/ppt/notesMasters/notesMaster1.xml" Id="Rac377769e4af4aec" /><Relationship Type="http://schemas.openxmlformats.org/officeDocument/2006/relationships/presProps" Target="/ppt/presProps.xml" Id="R77a016c3f0a543f7" /><Relationship Type="http://schemas.openxmlformats.org/officeDocument/2006/relationships/tableStyles" Target="/ppt/tableStyles.xml" Id="Rc7e24fbe97da429a" /><Relationship Type="http://schemas.openxmlformats.org/officeDocument/2006/relationships/slide" Target="/ppt/slides/slide1.xml" Id="R9790b076188f4dfa" /><Relationship Type="http://schemas.openxmlformats.org/officeDocument/2006/relationships/slide" Target="/ppt/slides/slide2.xml" Id="R4557a1cd057e4834" /><Relationship Type="http://schemas.openxmlformats.org/officeDocument/2006/relationships/slide" Target="/ppt/slides/slide3.xml" Id="R7d85d46f409c4d62" /><Relationship Type="http://schemas.openxmlformats.org/officeDocument/2006/relationships/slide" Target="/ppt/slides/slide4.xml" Id="R6d993e34ea834892" /><Relationship Type="http://schemas.openxmlformats.org/officeDocument/2006/relationships/slide" Target="/ppt/slides/slide5.xml" Id="R6fee679769fc4eba" /><Relationship Type="http://schemas.openxmlformats.org/officeDocument/2006/relationships/slide" Target="/ppt/slides/slide6.xml" Id="R9e8bb0dc10ab4aa4" /><Relationship Type="http://schemas.openxmlformats.org/officeDocument/2006/relationships/slide" Target="/ppt/slides/slide7.xml" Id="R1b2b272a12fa491d" /><Relationship Type="http://schemas.openxmlformats.org/officeDocument/2006/relationships/slide" Target="/ppt/slides/slide8.xml" Id="R8ee05f1eaf574ac0" /><Relationship Type="http://schemas.openxmlformats.org/officeDocument/2006/relationships/slide" Target="/ppt/slides/slide9.xml" Id="Reae2e344837a4a52" /><Relationship Type="http://schemas.openxmlformats.org/officeDocument/2006/relationships/slide" Target="/ppt/slides/slide10.xml" Id="Rb3d1450f11474bfd" /><Relationship Type="http://schemas.openxmlformats.org/officeDocument/2006/relationships/slide" Target="/ppt/slides/slide11.xml" Id="R176257cd36b84f46" /><Relationship Type="http://schemas.openxmlformats.org/officeDocument/2006/relationships/slide" Target="/ppt/slides/slide12.xml" Id="R47e88bb4f5f044c7" /><Relationship Type="http://schemas.openxmlformats.org/officeDocument/2006/relationships/slide" Target="/ppt/slides/slide13.xml" Id="R81b2ea4a5fa140b2" /><Relationship Type="http://schemas.openxmlformats.org/officeDocument/2006/relationships/slide" Target="/ppt/slides/slide14.xml" Id="R7ebbaa3975fc4606" /><Relationship Type="http://schemas.openxmlformats.org/officeDocument/2006/relationships/slide" Target="/ppt/slides/slide15.xml" Id="Rd7fd951aee8747a4" /><Relationship Type="http://schemas.openxmlformats.org/officeDocument/2006/relationships/slide" Target="/ppt/slides/slide16.xml" Id="R6ec04153f96144b4" /><Relationship Type="http://schemas.openxmlformats.org/officeDocument/2006/relationships/slide" Target="/ppt/slides/slide17.xml" Id="R24fbc8524fee4c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2efafdea904a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5f3c63cf23435e" /><Relationship Type="http://schemas.openxmlformats.org/officeDocument/2006/relationships/notesMaster" Target="/ppt/notesMasters/notesMaster1.xml" Id="R7f4634f24df24c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2695f69d5b436f" /><Relationship Type="http://schemas.openxmlformats.org/officeDocument/2006/relationships/notesMaster" Target="/ppt/notesMasters/notesMaster1.xml" Id="R680544f3e2414f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86b71df26d4862" /><Relationship Type="http://schemas.openxmlformats.org/officeDocument/2006/relationships/notesMaster" Target="/ppt/notesMasters/notesMaster1.xml" Id="R965f5897a0a34f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1ec30120614ee6" /><Relationship Type="http://schemas.openxmlformats.org/officeDocument/2006/relationships/notesMaster" Target="/ppt/notesMasters/notesMaster1.xml" Id="R733b6f71670e4e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0de0cd5ae34d38" /><Relationship Type="http://schemas.openxmlformats.org/officeDocument/2006/relationships/notesMaster" Target="/ppt/notesMasters/notesMaster1.xml" Id="Rcba3ee4635a245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f3e93a85684016" /><Relationship Type="http://schemas.openxmlformats.org/officeDocument/2006/relationships/notesMaster" Target="/ppt/notesMasters/notesMaster1.xml" Id="R9dec8976038c44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09f8fe3929448e" /><Relationship Type="http://schemas.openxmlformats.org/officeDocument/2006/relationships/notesMaster" Target="/ppt/notesMasters/notesMaster1.xml" Id="R828619e3a40341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3f1b8377c543df" /><Relationship Type="http://schemas.openxmlformats.org/officeDocument/2006/relationships/notesMaster" Target="/ppt/notesMasters/notesMaster1.xml" Id="R2d23989836004e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9e78cca21b48c2" /><Relationship Type="http://schemas.openxmlformats.org/officeDocument/2006/relationships/notesMaster" Target="/ppt/notesMasters/notesMaster1.xml" Id="R253f4166ca2148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d12a26888140c3" /><Relationship Type="http://schemas.openxmlformats.org/officeDocument/2006/relationships/notesMaster" Target="/ppt/notesMasters/notesMaster1.xml" Id="Ra47fc7df6c1b4e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bc2a028a634869" /><Relationship Type="http://schemas.openxmlformats.org/officeDocument/2006/relationships/notesMaster" Target="/ppt/notesMasters/notesMaster1.xml" Id="R61af06fad4b14e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32bae7c0de433a" /><Relationship Type="http://schemas.openxmlformats.org/officeDocument/2006/relationships/notesMaster" Target="/ppt/notesMasters/notesMaster1.xml" Id="Rf42a8b834da14e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279be1443641a9" /><Relationship Type="http://schemas.openxmlformats.org/officeDocument/2006/relationships/notesMaster" Target="/ppt/notesMasters/notesMaster1.xml" Id="Rf25400218ed747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7ca1b2ae6a4e76" /><Relationship Type="http://schemas.openxmlformats.org/officeDocument/2006/relationships/notesMaster" Target="/ppt/notesMasters/notesMaster1.xml" Id="R7bfcf0ff771a44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28481fc1174f5d" /><Relationship Type="http://schemas.openxmlformats.org/officeDocument/2006/relationships/notesMaster" Target="/ppt/notesMasters/notesMaster1.xml" Id="R53424c9d87e04d9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16f8b7c6da4663" /><Relationship Type="http://schemas.openxmlformats.org/officeDocument/2006/relationships/notesMaster" Target="/ppt/notesMasters/notesMaster1.xml" Id="R190ede4ce9734bd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cb748668869421d" /><Relationship Type="http://schemas.openxmlformats.org/officeDocument/2006/relationships/notesMaster" Target="/ppt/notesMasters/notesMaster1.xml" Id="Rc46fdaa71faa42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e509a3cca4f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acfd7603c34caa" /><Relationship Type="http://schemas.openxmlformats.org/officeDocument/2006/relationships/slideLayout" Target="/ppt/slideLayouts/slideLayout1.xml" Id="Refad3fd922254c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ad3fd922254c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bef3e316a4bc0" /><Relationship Type="http://schemas.openxmlformats.org/officeDocument/2006/relationships/image" Target="/ppt/media/image.png" Id="R3ebcc6656bf24ca2" /><Relationship Type="http://schemas.openxmlformats.org/officeDocument/2006/relationships/notesSlide" Target="/ppt/notesSlides/notesSlide1.xml" Id="R809acd0c93b642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94d302bb44659" /><Relationship Type="http://schemas.openxmlformats.org/officeDocument/2006/relationships/image" Target="/ppt/media/image2.png" Id="R2d2f76792ba2492b" /><Relationship Type="http://schemas.openxmlformats.org/officeDocument/2006/relationships/notesSlide" Target="/ppt/notesSlides/notesSlide2.xml" Id="R49fbed2a89554a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516bbc21544f8" /><Relationship Type="http://schemas.openxmlformats.org/officeDocument/2006/relationships/image" Target="/ppt/media/image3.png" Id="R4305e91a1bcc4a81" /><Relationship Type="http://schemas.openxmlformats.org/officeDocument/2006/relationships/notesSlide" Target="/ppt/notesSlides/notesSlide3.xml" Id="Rdc892a580cf049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fdfdd94e74cb4" /><Relationship Type="http://schemas.openxmlformats.org/officeDocument/2006/relationships/image" Target="/ppt/media/image4.png" Id="Re819cd6b0dfe435c" /><Relationship Type="http://schemas.openxmlformats.org/officeDocument/2006/relationships/notesSlide" Target="/ppt/notesSlides/notesSlide4.xml" Id="Ra91526a8200d46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923dafbe54921" /><Relationship Type="http://schemas.openxmlformats.org/officeDocument/2006/relationships/image" Target="/ppt/media/image5.png" Id="Rc59db20ed56f4650" /><Relationship Type="http://schemas.openxmlformats.org/officeDocument/2006/relationships/notesSlide" Target="/ppt/notesSlides/notesSlide5.xml" Id="R13a42c631f3343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365aeb9444442" /><Relationship Type="http://schemas.openxmlformats.org/officeDocument/2006/relationships/image" Target="/ppt/media/image6.png" Id="R3dba1828f78b4739" /><Relationship Type="http://schemas.openxmlformats.org/officeDocument/2006/relationships/notesSlide" Target="/ppt/notesSlides/notesSlide6.xml" Id="Rb2a4bfbf61fe47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f46d548a9446d" /><Relationship Type="http://schemas.openxmlformats.org/officeDocument/2006/relationships/image" Target="/ppt/media/image7.png" Id="R92d6b5621c024257" /><Relationship Type="http://schemas.openxmlformats.org/officeDocument/2006/relationships/notesSlide" Target="/ppt/notesSlides/notesSlide7.xml" Id="R54f515eb954b4c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29505268748d7" /><Relationship Type="http://schemas.openxmlformats.org/officeDocument/2006/relationships/image" Target="/ppt/media/image8.png" Id="Ra9faa820dccc455b" /><Relationship Type="http://schemas.openxmlformats.org/officeDocument/2006/relationships/notesSlide" Target="/ppt/notesSlides/notesSlide8.xml" Id="R40c8bd7ef48c41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737dd74934583" /><Relationship Type="http://schemas.openxmlformats.org/officeDocument/2006/relationships/image" Target="/ppt/media/image9.png" Id="R95c44d8c72b74c58" /><Relationship Type="http://schemas.openxmlformats.org/officeDocument/2006/relationships/notesSlide" Target="/ppt/notesSlides/notesSlide9.xml" Id="R9f5a87301d1247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b248f2ecb4956" /><Relationship Type="http://schemas.openxmlformats.org/officeDocument/2006/relationships/image" Target="/ppt/media/image10.png" Id="Rdcbfa20ef9014ebb" /><Relationship Type="http://schemas.openxmlformats.org/officeDocument/2006/relationships/notesSlide" Target="/ppt/notesSlides/notesSlide10.xml" Id="R1cb823e48e3540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97bcde1d545d1" /><Relationship Type="http://schemas.openxmlformats.org/officeDocument/2006/relationships/image" Target="/ppt/media/image11.png" Id="Rf672b22cbd664692" /><Relationship Type="http://schemas.openxmlformats.org/officeDocument/2006/relationships/notesSlide" Target="/ppt/notesSlides/notesSlide11.xml" Id="R4c52744f5ec144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0020091ae4dfd" /><Relationship Type="http://schemas.openxmlformats.org/officeDocument/2006/relationships/image" Target="/ppt/media/image12.png" Id="R2e69890c6c09451e" /><Relationship Type="http://schemas.openxmlformats.org/officeDocument/2006/relationships/notesSlide" Target="/ppt/notesSlides/notesSlide12.xml" Id="R9b11e1923c264f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9e6a7389a45f8" /><Relationship Type="http://schemas.openxmlformats.org/officeDocument/2006/relationships/image" Target="/ppt/media/image13.png" Id="R8ff3bfd7729b4cd4" /><Relationship Type="http://schemas.openxmlformats.org/officeDocument/2006/relationships/notesSlide" Target="/ppt/notesSlides/notesSlide13.xml" Id="R4ec20c6b3c7941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21ffa6024464b" /><Relationship Type="http://schemas.openxmlformats.org/officeDocument/2006/relationships/image" Target="/ppt/media/image14.png" Id="R3f44b603831c4e63" /><Relationship Type="http://schemas.openxmlformats.org/officeDocument/2006/relationships/notesSlide" Target="/ppt/notesSlides/notesSlide14.xml" Id="R1afb42ab25db4bb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fa0279049444b" /><Relationship Type="http://schemas.openxmlformats.org/officeDocument/2006/relationships/image" Target="/ppt/media/image15.png" Id="Re0cb35f18b4a43f7" /><Relationship Type="http://schemas.openxmlformats.org/officeDocument/2006/relationships/notesSlide" Target="/ppt/notesSlides/notesSlide15.xml" Id="R20a3c1c63bd34a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d0c41398f4190" /><Relationship Type="http://schemas.openxmlformats.org/officeDocument/2006/relationships/image" Target="/ppt/media/image16.png" Id="Rb58eb8eecf1c409c" /><Relationship Type="http://schemas.openxmlformats.org/officeDocument/2006/relationships/notesSlide" Target="/ppt/notesSlides/notesSlide16.xml" Id="R7e0f68f00c0d425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571a420464427" /><Relationship Type="http://schemas.openxmlformats.org/officeDocument/2006/relationships/image" Target="/ppt/media/image17.png" Id="Rf3166d66ad064f4b" /><Relationship Type="http://schemas.openxmlformats.org/officeDocument/2006/relationships/notesSlide" Target="/ppt/notesSlides/notesSlide17.xml" Id="Rb508ce764ef246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cc6656bf24ca2"/>
          <a:stretch xmlns:a="http://schemas.openxmlformats.org/drawingml/2006/main"/>
        </p:blipFill>
        <p:spPr>
          <a:xfrm xmlns:a="http://schemas.openxmlformats.org/drawingml/2006/main">
            <a:off x="373" y="0"/>
            <a:ext cx="12191254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851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f76792ba2492b"/>
          <a:stretch xmlns:a="http://schemas.openxmlformats.org/drawingml/2006/main"/>
        </p:blipFill>
        <p:spPr>
          <a:xfrm xmlns:a="http://schemas.openxmlformats.org/drawingml/2006/main">
            <a:off x="373" y="0"/>
            <a:ext cx="12191254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1214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5e91a1bcc4a81"/>
          <a:stretch xmlns:a="http://schemas.openxmlformats.org/drawingml/2006/main"/>
        </p:blipFill>
        <p:spPr>
          <a:xfrm xmlns:a="http://schemas.openxmlformats.org/drawingml/2006/main">
            <a:off x="373" y="0"/>
            <a:ext cx="12191254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4898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9cd6b0dfe435c"/>
          <a:stretch xmlns:a="http://schemas.openxmlformats.org/drawingml/2006/main"/>
        </p:blipFill>
        <p:spPr>
          <a:xfrm xmlns:a="http://schemas.openxmlformats.org/drawingml/2006/main">
            <a:off x="373" y="0"/>
            <a:ext cx="12191254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7100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db20ed56f4650"/>
          <a:stretch xmlns:a="http://schemas.openxmlformats.org/drawingml/2006/main"/>
        </p:blipFill>
        <p:spPr>
          <a:xfrm xmlns:a="http://schemas.openxmlformats.org/drawingml/2006/main">
            <a:off x="373" y="0"/>
            <a:ext cx="12191254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8371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a1828f78b4739"/>
          <a:stretch xmlns:a="http://schemas.openxmlformats.org/drawingml/2006/main"/>
        </p:blipFill>
        <p:spPr>
          <a:xfrm xmlns:a="http://schemas.openxmlformats.org/drawingml/2006/main">
            <a:off x="373" y="0"/>
            <a:ext cx="12191254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9112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6b5621c024257"/>
          <a:stretch xmlns:a="http://schemas.openxmlformats.org/drawingml/2006/main"/>
        </p:blipFill>
        <p:spPr>
          <a:xfrm xmlns:a="http://schemas.openxmlformats.org/drawingml/2006/main">
            <a:off x="373" y="0"/>
            <a:ext cx="12191254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338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aa820dccc455b"/>
          <a:stretch xmlns:a="http://schemas.openxmlformats.org/drawingml/2006/main"/>
        </p:blipFill>
        <p:spPr>
          <a:xfrm xmlns:a="http://schemas.openxmlformats.org/drawingml/2006/main">
            <a:off x="373" y="0"/>
            <a:ext cx="12191254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818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44d8c72b74c58"/>
          <a:stretch xmlns:a="http://schemas.openxmlformats.org/drawingml/2006/main"/>
        </p:blipFill>
        <p:spPr>
          <a:xfrm xmlns:a="http://schemas.openxmlformats.org/drawingml/2006/main">
            <a:off x="3482" y="0"/>
            <a:ext cx="1218503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39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fa20ef9014ebb"/>
          <a:stretch xmlns:a="http://schemas.openxmlformats.org/drawingml/2006/main"/>
        </p:blipFill>
        <p:spPr>
          <a:xfrm xmlns:a="http://schemas.openxmlformats.org/drawingml/2006/main">
            <a:off x="373" y="0"/>
            <a:ext cx="12191254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4901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2b22cbd664692"/>
          <a:stretch xmlns:a="http://schemas.openxmlformats.org/drawingml/2006/main"/>
        </p:blipFill>
        <p:spPr>
          <a:xfrm xmlns:a="http://schemas.openxmlformats.org/drawingml/2006/main">
            <a:off x="373" y="0"/>
            <a:ext cx="12191254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270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9890c6c09451e"/>
          <a:stretch xmlns:a="http://schemas.openxmlformats.org/drawingml/2006/main"/>
        </p:blipFill>
        <p:spPr>
          <a:xfrm xmlns:a="http://schemas.openxmlformats.org/drawingml/2006/main">
            <a:off x="373" y="0"/>
            <a:ext cx="12191254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0905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3bfd7729b4cd4"/>
          <a:stretch xmlns:a="http://schemas.openxmlformats.org/drawingml/2006/main"/>
        </p:blipFill>
        <p:spPr>
          <a:xfrm xmlns:a="http://schemas.openxmlformats.org/drawingml/2006/main">
            <a:off x="373" y="0"/>
            <a:ext cx="12191254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676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4b603831c4e63"/>
          <a:stretch xmlns:a="http://schemas.openxmlformats.org/drawingml/2006/main"/>
        </p:blipFill>
        <p:spPr>
          <a:xfrm xmlns:a="http://schemas.openxmlformats.org/drawingml/2006/main">
            <a:off x="373" y="0"/>
            <a:ext cx="12191254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494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b35f18b4a43f7"/>
          <a:stretch xmlns:a="http://schemas.openxmlformats.org/drawingml/2006/main"/>
        </p:blipFill>
        <p:spPr>
          <a:xfrm xmlns:a="http://schemas.openxmlformats.org/drawingml/2006/main">
            <a:off x="373" y="0"/>
            <a:ext cx="12191254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3189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eb8eecf1c409c"/>
          <a:stretch xmlns:a="http://schemas.openxmlformats.org/drawingml/2006/main"/>
        </p:blipFill>
        <p:spPr>
          <a:xfrm xmlns:a="http://schemas.openxmlformats.org/drawingml/2006/main">
            <a:off x="373" y="0"/>
            <a:ext cx="12191254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359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66d66ad064f4b"/>
          <a:stretch xmlns:a="http://schemas.openxmlformats.org/drawingml/2006/main"/>
        </p:blipFill>
        <p:spPr>
          <a:xfrm xmlns:a="http://schemas.openxmlformats.org/drawingml/2006/main">
            <a:off x="373" y="0"/>
            <a:ext cx="12191254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425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2026-09-18T19:28:38.8320000Z</dcterms:created>
  <dcterms:modified xsi:type="dcterms:W3CDTF">2026-09-18T19:28:38.8320000Z</dcterms:modified>
</coreProperties>
</file>