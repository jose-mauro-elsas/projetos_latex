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ee4e1df494fc6" /><Relationship Type="http://schemas.openxmlformats.org/officeDocument/2006/relationships/extended-properties" Target="/docProps/app.xml" Id="Rba37667633c34b33" /><Relationship Type="http://schemas.openxmlformats.org/officeDocument/2006/relationships/officeDocument" Target="/ppt/presentation.xml" Id="R7e83ffb062ee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9db050e3324160"/>
  </p:sldMasterIdLst>
  <p:notesMasterIdLst>
    <p:notesMasterId xmlns:r="http://schemas.openxmlformats.org/officeDocument/2006/relationships" r:id="Rf8b6b69051c941e4"/>
  </p:notesMasterIdLst>
  <p:sldIdLst>
    <p:sldId xmlns:r="http://schemas.openxmlformats.org/officeDocument/2006/relationships" id="256" r:id="R3cd21c578e3b45de"/>
    <p:sldId xmlns:r="http://schemas.openxmlformats.org/officeDocument/2006/relationships" id="257" r:id="R178099f0822a45fc"/>
    <p:sldId xmlns:r="http://schemas.openxmlformats.org/officeDocument/2006/relationships" id="258" r:id="R0ffc214e8be7495d"/>
    <p:sldId xmlns:r="http://schemas.openxmlformats.org/officeDocument/2006/relationships" id="259" r:id="R71de93132c534c60"/>
    <p:sldId xmlns:r="http://schemas.openxmlformats.org/officeDocument/2006/relationships" id="260" r:id="Rc5ed5bdc1f744d2e"/>
    <p:sldId xmlns:r="http://schemas.openxmlformats.org/officeDocument/2006/relationships" id="261" r:id="R11482d37a7194d0d"/>
    <p:sldId xmlns:r="http://schemas.openxmlformats.org/officeDocument/2006/relationships" id="262" r:id="R248b8e2d3e4c4277"/>
    <p:sldId xmlns:r="http://schemas.openxmlformats.org/officeDocument/2006/relationships" id="263" r:id="Rdab65c57ff3d4ccc"/>
    <p:sldId xmlns:r="http://schemas.openxmlformats.org/officeDocument/2006/relationships" id="264" r:id="R1689734b62a64065"/>
    <p:sldId xmlns:r="http://schemas.openxmlformats.org/officeDocument/2006/relationships" id="265" r:id="R472f6199985944fc"/>
    <p:sldId xmlns:r="http://schemas.openxmlformats.org/officeDocument/2006/relationships" id="266" r:id="Ra36ab520886a4c56"/>
    <p:sldId xmlns:r="http://schemas.openxmlformats.org/officeDocument/2006/relationships" id="267" r:id="R5bf577e2c0ae4d44"/>
    <p:sldId xmlns:r="http://schemas.openxmlformats.org/officeDocument/2006/relationships" id="268" r:id="R7f67180c09184c55"/>
    <p:sldId xmlns:r="http://schemas.openxmlformats.org/officeDocument/2006/relationships" id="269" r:id="R7f906eb1de58450a"/>
    <p:sldId xmlns:r="http://schemas.openxmlformats.org/officeDocument/2006/relationships" id="270" r:id="Rc3f6bd9ae153402f"/>
    <p:sldId xmlns:r="http://schemas.openxmlformats.org/officeDocument/2006/relationships" id="271" r:id="R03883b4ac3674d31"/>
    <p:sldId xmlns:r="http://schemas.openxmlformats.org/officeDocument/2006/relationships" id="272" r:id="R11c26c9dee194d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da393c4584221" /><Relationship Type="http://schemas.openxmlformats.org/officeDocument/2006/relationships/slideMaster" Target="/ppt/slideMasters/slideMaster1.xml" Id="R269db050e3324160" /><Relationship Type="http://schemas.openxmlformats.org/officeDocument/2006/relationships/notesMaster" Target="/ppt/notesMasters/notesMaster1.xml" Id="Rf8b6b69051c941e4" /><Relationship Type="http://schemas.openxmlformats.org/officeDocument/2006/relationships/presProps" Target="/ppt/presProps.xml" Id="Rf32198503fcd4883" /><Relationship Type="http://schemas.openxmlformats.org/officeDocument/2006/relationships/tableStyles" Target="/ppt/tableStyles.xml" Id="R193ea675ca4349f4" /><Relationship Type="http://schemas.openxmlformats.org/officeDocument/2006/relationships/slide" Target="/ppt/slides/slide1.xml" Id="R3cd21c578e3b45de" /><Relationship Type="http://schemas.openxmlformats.org/officeDocument/2006/relationships/slide" Target="/ppt/slides/slide2.xml" Id="R178099f0822a45fc" /><Relationship Type="http://schemas.openxmlformats.org/officeDocument/2006/relationships/slide" Target="/ppt/slides/slide3.xml" Id="R0ffc214e8be7495d" /><Relationship Type="http://schemas.openxmlformats.org/officeDocument/2006/relationships/slide" Target="/ppt/slides/slide4.xml" Id="R71de93132c534c60" /><Relationship Type="http://schemas.openxmlformats.org/officeDocument/2006/relationships/slide" Target="/ppt/slides/slide5.xml" Id="Rc5ed5bdc1f744d2e" /><Relationship Type="http://schemas.openxmlformats.org/officeDocument/2006/relationships/slide" Target="/ppt/slides/slide6.xml" Id="R11482d37a7194d0d" /><Relationship Type="http://schemas.openxmlformats.org/officeDocument/2006/relationships/slide" Target="/ppt/slides/slide7.xml" Id="R248b8e2d3e4c4277" /><Relationship Type="http://schemas.openxmlformats.org/officeDocument/2006/relationships/slide" Target="/ppt/slides/slide8.xml" Id="Rdab65c57ff3d4ccc" /><Relationship Type="http://schemas.openxmlformats.org/officeDocument/2006/relationships/slide" Target="/ppt/slides/slide9.xml" Id="R1689734b62a64065" /><Relationship Type="http://schemas.openxmlformats.org/officeDocument/2006/relationships/slide" Target="/ppt/slides/slide10.xml" Id="R472f6199985944fc" /><Relationship Type="http://schemas.openxmlformats.org/officeDocument/2006/relationships/slide" Target="/ppt/slides/slide11.xml" Id="Ra36ab520886a4c56" /><Relationship Type="http://schemas.openxmlformats.org/officeDocument/2006/relationships/slide" Target="/ppt/slides/slide12.xml" Id="R5bf577e2c0ae4d44" /><Relationship Type="http://schemas.openxmlformats.org/officeDocument/2006/relationships/slide" Target="/ppt/slides/slide13.xml" Id="R7f67180c09184c55" /><Relationship Type="http://schemas.openxmlformats.org/officeDocument/2006/relationships/slide" Target="/ppt/slides/slide14.xml" Id="R7f906eb1de58450a" /><Relationship Type="http://schemas.openxmlformats.org/officeDocument/2006/relationships/slide" Target="/ppt/slides/slide15.xml" Id="Rc3f6bd9ae153402f" /><Relationship Type="http://schemas.openxmlformats.org/officeDocument/2006/relationships/slide" Target="/ppt/slides/slide16.xml" Id="R03883b4ac3674d31" /><Relationship Type="http://schemas.openxmlformats.org/officeDocument/2006/relationships/slide" Target="/ppt/slides/slide17.xml" Id="R11c26c9dee194d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9b28c4761e4f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81652abae451d" /><Relationship Type="http://schemas.openxmlformats.org/officeDocument/2006/relationships/notesMaster" Target="/ppt/notesMasters/notesMaster1.xml" Id="R75d8702e7577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7671b06ed7431e" /><Relationship Type="http://schemas.openxmlformats.org/officeDocument/2006/relationships/notesMaster" Target="/ppt/notesMasters/notesMaster1.xml" Id="R744c190de5dd43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24ae43231f4d2c" /><Relationship Type="http://schemas.openxmlformats.org/officeDocument/2006/relationships/notesMaster" Target="/ppt/notesMasters/notesMaster1.xml" Id="Rd97b21600f7d47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a6cf62acf4338" /><Relationship Type="http://schemas.openxmlformats.org/officeDocument/2006/relationships/notesMaster" Target="/ppt/notesMasters/notesMaster1.xml" Id="R7471aeacfc88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c596eebf84479c" /><Relationship Type="http://schemas.openxmlformats.org/officeDocument/2006/relationships/notesMaster" Target="/ppt/notesMasters/notesMaster1.xml" Id="Rcc17005f850b42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4671cd0b914e27" /><Relationship Type="http://schemas.openxmlformats.org/officeDocument/2006/relationships/notesMaster" Target="/ppt/notesMasters/notesMaster1.xml" Id="R955ee09d8adf4b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5694640cd4c05" /><Relationship Type="http://schemas.openxmlformats.org/officeDocument/2006/relationships/notesMaster" Target="/ppt/notesMasters/notesMaster1.xml" Id="R33782fe5d83743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f4048f2584862" /><Relationship Type="http://schemas.openxmlformats.org/officeDocument/2006/relationships/notesMaster" Target="/ppt/notesMasters/notesMaster1.xml" Id="Rf3440591b7df4a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0ebdf24c09461b" /><Relationship Type="http://schemas.openxmlformats.org/officeDocument/2006/relationships/notesMaster" Target="/ppt/notesMasters/notesMaster1.xml" Id="Rbd0f763653ee46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7da59f60d342eb" /><Relationship Type="http://schemas.openxmlformats.org/officeDocument/2006/relationships/notesMaster" Target="/ppt/notesMasters/notesMaster1.xml" Id="Rcfe72432647349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48462a50c64a3e" /><Relationship Type="http://schemas.openxmlformats.org/officeDocument/2006/relationships/notesMaster" Target="/ppt/notesMasters/notesMaster1.xml" Id="R403d49139fc640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eb623620a84399" /><Relationship Type="http://schemas.openxmlformats.org/officeDocument/2006/relationships/notesMaster" Target="/ppt/notesMasters/notesMaster1.xml" Id="R6fb151ba753d47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abf375989a424b" /><Relationship Type="http://schemas.openxmlformats.org/officeDocument/2006/relationships/notesMaster" Target="/ppt/notesMasters/notesMaster1.xml" Id="R57c6440b5a3c45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119e5e7f7f408a" /><Relationship Type="http://schemas.openxmlformats.org/officeDocument/2006/relationships/notesMaster" Target="/ppt/notesMasters/notesMaster1.xml" Id="Ra7e0e5685fd141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f6a619ae26445d" /><Relationship Type="http://schemas.openxmlformats.org/officeDocument/2006/relationships/notesMaster" Target="/ppt/notesMasters/notesMaster1.xml" Id="R8484267e45c040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93efeefd8344e4" /><Relationship Type="http://schemas.openxmlformats.org/officeDocument/2006/relationships/notesMaster" Target="/ppt/notesMasters/notesMaster1.xml" Id="R1edc3db6e70546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18c14b2b61408d" /><Relationship Type="http://schemas.openxmlformats.org/officeDocument/2006/relationships/notesMaster" Target="/ppt/notesMasters/notesMaster1.xml" Id="R30bb161700f0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8accc0e23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c481338d04781" /><Relationship Type="http://schemas.openxmlformats.org/officeDocument/2006/relationships/slideLayout" Target="/ppt/slideLayouts/slideLayout1.xml" Id="Rfa02d7df85e140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02d7df85e140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e3e97ce2c45a1" /><Relationship Type="http://schemas.openxmlformats.org/officeDocument/2006/relationships/image" Target="/ppt/media/image.jpeg" Id="Re6ba47c1d2a9417e" /><Relationship Type="http://schemas.openxmlformats.org/officeDocument/2006/relationships/notesSlide" Target="/ppt/notesSlides/notesSlide1.xml" Id="R1cb64da190ad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f506474914974" /><Relationship Type="http://schemas.openxmlformats.org/officeDocument/2006/relationships/image" Target="/ppt/media/image2.jpeg" Id="R0208b131952f4dcd" /><Relationship Type="http://schemas.openxmlformats.org/officeDocument/2006/relationships/notesSlide" Target="/ppt/notesSlides/notesSlide2.xml" Id="R75c863d6268c42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88d30a5be41e7" /><Relationship Type="http://schemas.openxmlformats.org/officeDocument/2006/relationships/image" Target="/ppt/media/image3.jpeg" Id="R24bef2fc8dda4157" /><Relationship Type="http://schemas.openxmlformats.org/officeDocument/2006/relationships/notesSlide" Target="/ppt/notesSlides/notesSlide3.xml" Id="R5e2e7c1e092a40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91735b25640a8" /><Relationship Type="http://schemas.openxmlformats.org/officeDocument/2006/relationships/image" Target="/ppt/media/image4.jpeg" Id="R6886d04666c74279" /><Relationship Type="http://schemas.openxmlformats.org/officeDocument/2006/relationships/notesSlide" Target="/ppt/notesSlides/notesSlide4.xml" Id="Ra8f800fd3ee140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c289437a84ce3" /><Relationship Type="http://schemas.openxmlformats.org/officeDocument/2006/relationships/image" Target="/ppt/media/image5.jpeg" Id="R6a3b80dfe2fe400f" /><Relationship Type="http://schemas.openxmlformats.org/officeDocument/2006/relationships/notesSlide" Target="/ppt/notesSlides/notesSlide5.xml" Id="R4ff54156faa6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dc85a30424f86" /><Relationship Type="http://schemas.openxmlformats.org/officeDocument/2006/relationships/image" Target="/ppt/media/image6.jpeg" Id="R6b66ce0cd62a44ca" /><Relationship Type="http://schemas.openxmlformats.org/officeDocument/2006/relationships/notesSlide" Target="/ppt/notesSlides/notesSlide6.xml" Id="R82ec8edaa73644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f798c1f914340" /><Relationship Type="http://schemas.openxmlformats.org/officeDocument/2006/relationships/image" Target="/ppt/media/image7.jpeg" Id="Rfb1a5daa261e42e6" /><Relationship Type="http://schemas.openxmlformats.org/officeDocument/2006/relationships/notesSlide" Target="/ppt/notesSlides/notesSlide7.xml" Id="R11a10176d464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ef8e8b55845e5" /><Relationship Type="http://schemas.openxmlformats.org/officeDocument/2006/relationships/image" Target="/ppt/media/image8.jpeg" Id="R3583cca2aea4497e" /><Relationship Type="http://schemas.openxmlformats.org/officeDocument/2006/relationships/notesSlide" Target="/ppt/notesSlides/notesSlide8.xml" Id="Rbe073853c213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633339040429a" /><Relationship Type="http://schemas.openxmlformats.org/officeDocument/2006/relationships/image" Target="/ppt/media/image9.jpeg" Id="Rac456976f7fa4b9b" /><Relationship Type="http://schemas.openxmlformats.org/officeDocument/2006/relationships/notesSlide" Target="/ppt/notesSlides/notesSlide9.xml" Id="R869c8006f65d4e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2dc965f484ab6" /><Relationship Type="http://schemas.openxmlformats.org/officeDocument/2006/relationships/image" Target="/ppt/media/image10.jpeg" Id="R7772ed8d6e454a52" /><Relationship Type="http://schemas.openxmlformats.org/officeDocument/2006/relationships/notesSlide" Target="/ppt/notesSlides/notesSlide10.xml" Id="Rc833321f077e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9b96d42714438" /><Relationship Type="http://schemas.openxmlformats.org/officeDocument/2006/relationships/image" Target="/ppt/media/image11.jpeg" Id="R4fb753dc96e94a90" /><Relationship Type="http://schemas.openxmlformats.org/officeDocument/2006/relationships/notesSlide" Target="/ppt/notesSlides/notesSlide11.xml" Id="R56e3f42184dd44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ecc902fb84bc4" /><Relationship Type="http://schemas.openxmlformats.org/officeDocument/2006/relationships/image" Target="/ppt/media/image12.jpeg" Id="Rf31b65b74cb74447" /><Relationship Type="http://schemas.openxmlformats.org/officeDocument/2006/relationships/notesSlide" Target="/ppt/notesSlides/notesSlide12.xml" Id="R866c19d93d7644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9b360fd654fc1" /><Relationship Type="http://schemas.openxmlformats.org/officeDocument/2006/relationships/image" Target="/ppt/media/image13.jpeg" Id="Rbd033da020884652" /><Relationship Type="http://schemas.openxmlformats.org/officeDocument/2006/relationships/notesSlide" Target="/ppt/notesSlides/notesSlide13.xml" Id="R208f6f817b4a41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1cc13c0414b9c" /><Relationship Type="http://schemas.openxmlformats.org/officeDocument/2006/relationships/image" Target="/ppt/media/image14.jpeg" Id="R9e4c9611af5e4529" /><Relationship Type="http://schemas.openxmlformats.org/officeDocument/2006/relationships/notesSlide" Target="/ppt/notesSlides/notesSlide14.xml" Id="R4e3a3571db9544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121e65de94948" /><Relationship Type="http://schemas.openxmlformats.org/officeDocument/2006/relationships/image" Target="/ppt/media/image15.jpeg" Id="Ra6bc4559c1d9442d" /><Relationship Type="http://schemas.openxmlformats.org/officeDocument/2006/relationships/notesSlide" Target="/ppt/notesSlides/notesSlide15.xml" Id="R249e8973b0204d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8b3dde7b04576" /><Relationship Type="http://schemas.openxmlformats.org/officeDocument/2006/relationships/image" Target="/ppt/media/image16.jpeg" Id="R135ec51db4fe4be6" /><Relationship Type="http://schemas.openxmlformats.org/officeDocument/2006/relationships/notesSlide" Target="/ppt/notesSlides/notesSlide16.xml" Id="R24002569bf3045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1d28fd3b449f4" /><Relationship Type="http://schemas.openxmlformats.org/officeDocument/2006/relationships/image" Target="/ppt/media/image17.jpeg" Id="Rf7855996fde64359" /><Relationship Type="http://schemas.openxmlformats.org/officeDocument/2006/relationships/notesSlide" Target="/ppt/notesSlides/notesSlide17.xml" Id="R7dea73472675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a47c1d2a9417e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9EFB1-5B14-4F9C-9146-D124602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890014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8b131952f4dcd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A4893-381D-4BE1-B789-72391E9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669833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ef2fc8dda4157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73B53-8C79-4B2E-8AB6-8FD2A01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694585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6d04666c74279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EDC41-35F0-4318-825D-DB28E0B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2002780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b80dfe2fe400f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7818A-5FF7-48E7-8D63-CEFA088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1709769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ce0cd62a44ca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60290-A724-49FC-8FCB-30C8A1C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83850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a5daa261e42e6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7BEE1-2E7B-44FC-B537-1A36244E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493998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3cca2aea4497e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17F1-8939-4B4E-92EA-7C994D71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63891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6976f7fa4b9b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0BE64-9D5D-4107-B630-14806AB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565297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2ed8d6e454a52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6D99E-7157-4701-947D-5ACBC53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473017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753dc96e94a90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228D8-96E3-4ED0-BD4C-2A3B4ED9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438346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b65b74cb74447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19A1C-1339-4AB6-A627-4866BBEA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9731733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33da020884652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BADBA-5E6F-4B4F-A8FE-F91A0DC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4216895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c9611af5e4529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54EC8-406B-4FCD-8ACC-B5BAB58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4348381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c4559c1d9442d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C5446-4862-4087-8C18-E3D710B1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2200175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ec51db4fe4be6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61859-59AD-43DB-AE67-7F997935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9833793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55996fde64359"/>
          <a:stretch xmlns:a="http://schemas.openxmlformats.org/drawingml/2006/main"/>
        </p:blipFill>
        <p:spPr>
          <a:xfrm xmlns:a="http://schemas.openxmlformats.org/drawingml/2006/main">
            <a:off x="0" y="280"/>
            <a:ext cx="12192000" cy="68574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D5993-C782-487D-85FE-45F736A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9875"/>
            <a:ext cx="4057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2026679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2026-09-18T19:45:44.4710000Z</dcterms:created>
  <dcterms:modified xsi:type="dcterms:W3CDTF">2026-09-18T19:45:44.4710000Z</dcterms:modified>
</coreProperties>
</file>