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19f7cd72ef4d2e" /><Relationship Type="http://schemas.openxmlformats.org/officeDocument/2006/relationships/extended-properties" Target="/docProps/app.xml" Id="R8e5c48a6b236481d" /><Relationship Type="http://schemas.openxmlformats.org/officeDocument/2006/relationships/officeDocument" Target="/ppt/presentation.xml" Id="R6a386e4853b64b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2de97e3bad4cde"/>
  </p:sldMasterIdLst>
  <p:notesMasterIdLst>
    <p:notesMasterId xmlns:r="http://schemas.openxmlformats.org/officeDocument/2006/relationships" r:id="R29735f239db947fc"/>
  </p:notesMasterIdLst>
  <p:sldIdLst>
    <p:sldId xmlns:r="http://schemas.openxmlformats.org/officeDocument/2006/relationships" id="256" r:id="R46d35d3733d74421"/>
    <p:sldId xmlns:r="http://schemas.openxmlformats.org/officeDocument/2006/relationships" id="257" r:id="R571f94a09f6643fa"/>
    <p:sldId xmlns:r="http://schemas.openxmlformats.org/officeDocument/2006/relationships" id="258" r:id="Ra05b5f450fcc43d5"/>
    <p:sldId xmlns:r="http://schemas.openxmlformats.org/officeDocument/2006/relationships" id="259" r:id="Rd74eb7e56e0643d3"/>
    <p:sldId xmlns:r="http://schemas.openxmlformats.org/officeDocument/2006/relationships" id="260" r:id="R8aaa4432ead74a76"/>
    <p:sldId xmlns:r="http://schemas.openxmlformats.org/officeDocument/2006/relationships" id="261" r:id="R013f89f6a1a74e5e"/>
    <p:sldId xmlns:r="http://schemas.openxmlformats.org/officeDocument/2006/relationships" id="262" r:id="R3e0c83e857184547"/>
    <p:sldId xmlns:r="http://schemas.openxmlformats.org/officeDocument/2006/relationships" id="263" r:id="Rbed6f17ae01244ff"/>
    <p:sldId xmlns:r="http://schemas.openxmlformats.org/officeDocument/2006/relationships" id="264" r:id="R3deff5d834014074"/>
    <p:sldId xmlns:r="http://schemas.openxmlformats.org/officeDocument/2006/relationships" id="265" r:id="Rde75f4a35d374fac"/>
    <p:sldId xmlns:r="http://schemas.openxmlformats.org/officeDocument/2006/relationships" id="266" r:id="R05a6e4c52f6b4225"/>
    <p:sldId xmlns:r="http://schemas.openxmlformats.org/officeDocument/2006/relationships" id="267" r:id="R08ff0ff4b2074f2b"/>
    <p:sldId xmlns:r="http://schemas.openxmlformats.org/officeDocument/2006/relationships" id="268" r:id="R657a811a0c9f4b22"/>
    <p:sldId xmlns:r="http://schemas.openxmlformats.org/officeDocument/2006/relationships" id="269" r:id="Re7039d60a92a41af"/>
    <p:sldId xmlns:r="http://schemas.openxmlformats.org/officeDocument/2006/relationships" id="270" r:id="R488a832df05546f1"/>
    <p:sldId xmlns:r="http://schemas.openxmlformats.org/officeDocument/2006/relationships" id="271" r:id="Rb1f74f48eea9488d"/>
    <p:sldId xmlns:r="http://schemas.openxmlformats.org/officeDocument/2006/relationships" id="272" r:id="R11a44e27e99248cf"/>
    <p:sldId xmlns:r="http://schemas.openxmlformats.org/officeDocument/2006/relationships" id="273" r:id="R9383404c13574f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a913396e084336" /><Relationship Type="http://schemas.openxmlformats.org/officeDocument/2006/relationships/slideMaster" Target="/ppt/slideMasters/slideMaster1.xml" Id="Rc92de97e3bad4cde" /><Relationship Type="http://schemas.openxmlformats.org/officeDocument/2006/relationships/notesMaster" Target="/ppt/notesMasters/notesMaster1.xml" Id="R29735f239db947fc" /><Relationship Type="http://schemas.openxmlformats.org/officeDocument/2006/relationships/presProps" Target="/ppt/presProps.xml" Id="R0c9126883eef44d9" /><Relationship Type="http://schemas.openxmlformats.org/officeDocument/2006/relationships/tableStyles" Target="/ppt/tableStyles.xml" Id="R2217c28b6ef944aa" /><Relationship Type="http://schemas.openxmlformats.org/officeDocument/2006/relationships/slide" Target="/ppt/slides/slide1.xml" Id="R46d35d3733d74421" /><Relationship Type="http://schemas.openxmlformats.org/officeDocument/2006/relationships/slide" Target="/ppt/slides/slide2.xml" Id="R571f94a09f6643fa" /><Relationship Type="http://schemas.openxmlformats.org/officeDocument/2006/relationships/slide" Target="/ppt/slides/slide3.xml" Id="Ra05b5f450fcc43d5" /><Relationship Type="http://schemas.openxmlformats.org/officeDocument/2006/relationships/slide" Target="/ppt/slides/slide4.xml" Id="Rd74eb7e56e0643d3" /><Relationship Type="http://schemas.openxmlformats.org/officeDocument/2006/relationships/slide" Target="/ppt/slides/slide5.xml" Id="R8aaa4432ead74a76" /><Relationship Type="http://schemas.openxmlformats.org/officeDocument/2006/relationships/slide" Target="/ppt/slides/slide6.xml" Id="R013f89f6a1a74e5e" /><Relationship Type="http://schemas.openxmlformats.org/officeDocument/2006/relationships/slide" Target="/ppt/slides/slide7.xml" Id="R3e0c83e857184547" /><Relationship Type="http://schemas.openxmlformats.org/officeDocument/2006/relationships/slide" Target="/ppt/slides/slide8.xml" Id="Rbed6f17ae01244ff" /><Relationship Type="http://schemas.openxmlformats.org/officeDocument/2006/relationships/slide" Target="/ppt/slides/slide9.xml" Id="R3deff5d834014074" /><Relationship Type="http://schemas.openxmlformats.org/officeDocument/2006/relationships/slide" Target="/ppt/slides/slide10.xml" Id="Rde75f4a35d374fac" /><Relationship Type="http://schemas.openxmlformats.org/officeDocument/2006/relationships/slide" Target="/ppt/slides/slide11.xml" Id="R05a6e4c52f6b4225" /><Relationship Type="http://schemas.openxmlformats.org/officeDocument/2006/relationships/slide" Target="/ppt/slides/slide12.xml" Id="R08ff0ff4b2074f2b" /><Relationship Type="http://schemas.openxmlformats.org/officeDocument/2006/relationships/slide" Target="/ppt/slides/slide13.xml" Id="R657a811a0c9f4b22" /><Relationship Type="http://schemas.openxmlformats.org/officeDocument/2006/relationships/slide" Target="/ppt/slides/slide14.xml" Id="Re7039d60a92a41af" /><Relationship Type="http://schemas.openxmlformats.org/officeDocument/2006/relationships/slide" Target="/ppt/slides/slide15.xml" Id="R488a832df05546f1" /><Relationship Type="http://schemas.openxmlformats.org/officeDocument/2006/relationships/slide" Target="/ppt/slides/slide16.xml" Id="Rb1f74f48eea9488d" /><Relationship Type="http://schemas.openxmlformats.org/officeDocument/2006/relationships/slide" Target="/ppt/slides/slide17.xml" Id="R11a44e27e99248cf" /><Relationship Type="http://schemas.openxmlformats.org/officeDocument/2006/relationships/slide" Target="/ppt/slides/slide18.xml" Id="R9383404c13574f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95ee0cc95e47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19bd67435f49cf" /><Relationship Type="http://schemas.openxmlformats.org/officeDocument/2006/relationships/notesMaster" Target="/ppt/notesMasters/notesMaster1.xml" Id="R7aa9d34a078f4d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fe41b89da14619" /><Relationship Type="http://schemas.openxmlformats.org/officeDocument/2006/relationships/notesMaster" Target="/ppt/notesMasters/notesMaster1.xml" Id="Rb72f0d9918cd47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497f6fed9c41da" /><Relationship Type="http://schemas.openxmlformats.org/officeDocument/2006/relationships/notesMaster" Target="/ppt/notesMasters/notesMaster1.xml" Id="Recc7fbd154b848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eb2337c36d4eb2" /><Relationship Type="http://schemas.openxmlformats.org/officeDocument/2006/relationships/notesMaster" Target="/ppt/notesMasters/notesMaster1.xml" Id="R28375b2e8ab749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2907ef619b4a41" /><Relationship Type="http://schemas.openxmlformats.org/officeDocument/2006/relationships/notesMaster" Target="/ppt/notesMasters/notesMaster1.xml" Id="R29cf65b442dc4b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a77dd092ff4cee" /><Relationship Type="http://schemas.openxmlformats.org/officeDocument/2006/relationships/notesMaster" Target="/ppt/notesMasters/notesMaster1.xml" Id="Rff4c08bcb48640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369470467a407f" /><Relationship Type="http://schemas.openxmlformats.org/officeDocument/2006/relationships/notesMaster" Target="/ppt/notesMasters/notesMaster1.xml" Id="Rc9e8d8938eec46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9e4f4662e34ccc" /><Relationship Type="http://schemas.openxmlformats.org/officeDocument/2006/relationships/notesMaster" Target="/ppt/notesMasters/notesMaster1.xml" Id="Ra45d12f7f2ae4d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5c6367d78742ac" /><Relationship Type="http://schemas.openxmlformats.org/officeDocument/2006/relationships/notesMaster" Target="/ppt/notesMasters/notesMaster1.xml" Id="Re623b1a0649046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cb5c5e55f4aeb" /><Relationship Type="http://schemas.openxmlformats.org/officeDocument/2006/relationships/notesMaster" Target="/ppt/notesMasters/notesMaster1.xml" Id="Rfd5fc16d08224d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965940a9b64293" /><Relationship Type="http://schemas.openxmlformats.org/officeDocument/2006/relationships/notesMaster" Target="/ppt/notesMasters/notesMaster1.xml" Id="R4be0e2bed92549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6842f8a9524bc4" /><Relationship Type="http://schemas.openxmlformats.org/officeDocument/2006/relationships/notesMaster" Target="/ppt/notesMasters/notesMaster1.xml" Id="Ra1946956a6234c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05157628994c3b" /><Relationship Type="http://schemas.openxmlformats.org/officeDocument/2006/relationships/notesMaster" Target="/ppt/notesMasters/notesMaster1.xml" Id="R949e3e43d43b4e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4a823f953a4713" /><Relationship Type="http://schemas.openxmlformats.org/officeDocument/2006/relationships/notesMaster" Target="/ppt/notesMasters/notesMaster1.xml" Id="Rfc35760128c84c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59cb26bfce4e4a" /><Relationship Type="http://schemas.openxmlformats.org/officeDocument/2006/relationships/notesMaster" Target="/ppt/notesMasters/notesMaster1.xml" Id="R293ec114249c4e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4090265ab04622" /><Relationship Type="http://schemas.openxmlformats.org/officeDocument/2006/relationships/notesMaster" Target="/ppt/notesMasters/notesMaster1.xml" Id="R83be769070e044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61f31714674f00" /><Relationship Type="http://schemas.openxmlformats.org/officeDocument/2006/relationships/notesMaster" Target="/ppt/notesMasters/notesMaster1.xml" Id="R0c58f5d3141e408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427cdeca2b4667" /><Relationship Type="http://schemas.openxmlformats.org/officeDocument/2006/relationships/notesMaster" Target="/ppt/notesMasters/notesMaster1.xml" Id="Rddfbc74e75cc4c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Capa. José. Nomes completos, docente e data do campo ainda a confirmar. Praia Vermelha informada pelo coordenador, em divergência com Praia da Urca no roteiro. Duração total 20 minutos. As identificações em gênero são preliminares.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Estrutura do seminário: Introdução, Objetivos, Metodologia, Resultados, Discussão e Conclusão. Apresentação de aproximadamente 20 minutos.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José. 1,5 min. Fotografias do novo lote, vistas gerais do campo. Fonte teórica: roteiro seção 3.1. Apresentar substrato rochoso, umidade e tempo de emersão, dessecação, temperatura, luz e ondas. Não inferir altura da maré nem delimitar zonas apenas pelas vistas gerais.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Ricardo. 1 min. Fonte: roteiro seção 2. Relacionar observação de campo, morfologia e interpretação ecológica.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Ricardo. 1,5 min. Fonte: roteiro seção 3.1. Supralitoral acima da maré alta recebe spray. Médiolitoral alterna imersão e emersão. Infralitoral abaixo da maré baixa é predominantemente submerso. Limites variáveis com topografia e ondas.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Parte 3 com responsável ainda a definir. 1 min. Fonte: relato do coordenador e textos do grupo. Confirmados observação, registro fotográfico e descrição. Confirmar data do campo, estado da maré, trecho e atividades de laboratório. Não assumir coleta.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Israel. 1,5 min. Fonte: Zonação.pdf p.1. Fotografias correspondentes enviadas no novo lote. O grupo classificou a região como supralitoral. A posição exata e a identidade das crostas precisam de confirmação. A fotografia não delimita uma zona por si só.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Israel. 1,5 min. Fonte: Zonação.pdf p.2 e fotos do quarto lote, imagens 0 e 7. Os registros mostram distribuição irregular de cobertura verde e avermelhada nas superfícies. O grupo classifica o trecho como médiolitoral. Os limites exatos das zonas exigem conferência de maré e posição. Comparação qualitativa, sem contagem de espécies ou porcentagem de cobertura.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Israel. 1 min. Fonte: Zonação.pdf p.3. A nova foto mostra uma vista de superfície do ambiente, não uma amostra ou delimitação do infralitoral. O grupo relata continuidade e maior cobertura aparente abaixo da água, sem documentação subaquática. Não inferir forma de talos nem diversidade pela vista geral. Limitações: ouriços e ausência de câmera adequada.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Giulia. 1,5 min. Fonte: Resultados - macroalgas.docx e novas fotos. Descrições do grupo: foliáceos e filamentosos. Apenas identificação preliminar de Ulva, sem espécie. Cor isolada não confirma táxon.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Giulia. 1 min. Fonte: fotografia 2 do novo lote. Novo detalhe morfológico em comparação ao primeiro deck. Não atribuir gênero à estrutura vesicular sem confirmação. Descrever forma, cor e associação espacial. Não equivale à descoberta de nova espécie.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Giulia. 1,5 min. Fonte: Resultados - macroalgas.docx e novas fotografias 7 e 13. Fotografias destacam diversidade morfológica aparente, sem confirmação de gêneros ou espécies.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Giulia. 1 min. Fonte: novas fotografias 4 e 5. Fotos semelhantes mostram detalhe complementar. Calcificação citada pelo grupo não pode ser provada somente pelas fotos. Não atribuir a crosta a gênero ou espécie.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Giulia. 1 min. Fonte: Resultados - macroalgas.docx e nova fotografia 6. O grupo relatou presença no médiolitoral mais próximo do mar. Não afirmar retenção de água ou resistência por calcificação sem evidência.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Miguel. 1 min. Fonte: fotografias novas 8 e 10. Mostrar que a comunidade inclui outros organismos e estruturas. Não identificar essas estruturas como macroalgas. Identidade dos organismos associados a confirmar.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Miguel. 1,5 min. Fontes: roteiro seções 3.1/3.2, Discussão e conclusão. Relações funcionais plausíveis: talos flexíveis deformam com fluxo, crostas próximas ao substrato reduzem exposição ao fluxo. Umidade e submersão contribuem para distribuição. Essas hipóteses não foram testadas. Não afirmar calcificação necessariamente como proteção contra desidratação.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Miguel. 1 min. Fontes: textos do grupo e registros. Padrão qualitativo, sem densidade ou riqueza medidas. Infralitoral menos documentado.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fornecidas pelo grupo: roteiro da aula prática, Zonação.pdf, Resultados - macroalgas.docx e Discussão e conclusão.docx. Fotos do grupo, autoria individual a confirmar. Logo fornecido pelo coordenador. Confirmar autoria/data do roteiro para referência final. Nas notas de cada slide estão as fontes e ressalvas.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0ba1299c14c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dc5575cbe42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17e257e7e41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251f2e28245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e31343a5b48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b5f03061340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5AC261A-4C7A-4B86-92FD-0764FDC8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C7DBC5-7982-472D-9D8A-91DAFA2657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0E97D10-0D3B-4900-94B4-FD277DAFF5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D311F36-BA2E-457C-8317-1AB275CF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C7AC64-7103-49FC-BF9D-BA894E260B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1C72CDD-17E0-4B9F-B2CC-29BA550A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0BF5DF-223A-468C-B033-E4A9DD5D6F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5871DD6-3D03-47EF-AEE4-7550BA8AF1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4F156A1-DDD0-4BB1-B703-1B922F56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C04F34-199F-4862-AC76-9A7A60265C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8F5002-C458-49FE-8B69-D5E8310616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EBF19C-2C54-4E5B-9117-F6B0897A3F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E517A37-5B01-4DA2-A08C-010A3E6D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BBFDAC-0924-41A1-829C-ACAB053C4E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C75844-9ACE-424F-904A-E7835ACCF2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52ac2c6d784a63" /><Relationship Type="http://schemas.openxmlformats.org/officeDocument/2006/relationships/slideLayout" Target="/ppt/slideLayouts/slideLayout1.xml" Id="Rf9827fe01b454b29" /><Relationship Type="http://schemas.openxmlformats.org/officeDocument/2006/relationships/slideLayout" Target="/ppt/slideLayouts/slideLayout2.xml" Id="Rc09cf84095774b11" /><Relationship Type="http://schemas.openxmlformats.org/officeDocument/2006/relationships/slideLayout" Target="/ppt/slideLayouts/slideLayout3.xml" Id="Rb39f7643b5004ec0" /><Relationship Type="http://schemas.openxmlformats.org/officeDocument/2006/relationships/slideLayout" Target="/ppt/slideLayouts/slideLayout4.xml" Id="Rf9b92054f2224a57" /><Relationship Type="http://schemas.openxmlformats.org/officeDocument/2006/relationships/slideLayout" Target="/ppt/slideLayouts/slideLayout5.xml" Id="R8cabb09118d9498a" /><Relationship Type="http://schemas.openxmlformats.org/officeDocument/2006/relationships/slideLayout" Target="/ppt/slideLayouts/slideLayout6.xml" Id="R9e5182d6d03446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827fe01b454b29"/>
    <p:sldLayoutId xmlns:r="http://schemas.openxmlformats.org/officeDocument/2006/relationships" id="2147483650" r:id="Rc09cf84095774b11"/>
    <p:sldLayoutId xmlns:r="http://schemas.openxmlformats.org/officeDocument/2006/relationships" id="2147483651" r:id="Rb39f7643b5004ec0"/>
    <p:sldLayoutId xmlns:r="http://schemas.openxmlformats.org/officeDocument/2006/relationships" id="2147483652" r:id="Rf9b92054f2224a57"/>
    <p:sldLayoutId xmlns:r="http://schemas.openxmlformats.org/officeDocument/2006/relationships" id="2147483653" r:id="R8cabb09118d9498a"/>
    <p:sldLayoutId xmlns:r="http://schemas.openxmlformats.org/officeDocument/2006/relationships" id="2147483654" r:id="R9e5182d6d03446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e83a697b04f35" /><Relationship Type="http://schemas.openxmlformats.org/officeDocument/2006/relationships/image" Target="/ppt/media/image.jpeg" Id="R611c5b38389a4b10" /><Relationship Type="http://schemas.openxmlformats.org/officeDocument/2006/relationships/notesSlide" Target="/ppt/notesSlides/notesSlide1.xml" Id="R4ad7ed49b6cd45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865fb8bb86409d" /><Relationship Type="http://schemas.openxmlformats.org/officeDocument/2006/relationships/notesSlide" Target="/ppt/notesSlides/notesSlide2.xml" Id="R8c521f807be844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f0d9d76cb420c" /><Relationship Type="http://schemas.openxmlformats.org/officeDocument/2006/relationships/image" Target="/ppt/media/image2.jpeg" Id="Rbc7cd6869cac49be" /><Relationship Type="http://schemas.openxmlformats.org/officeDocument/2006/relationships/image" Target="/ppt/media/image3.jpeg" Id="Raf47407b359d4135" /><Relationship Type="http://schemas.openxmlformats.org/officeDocument/2006/relationships/notesSlide" Target="/ppt/notesSlides/notesSlide3.xml" Id="Rcb6c96805a2441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cfbd8086824604" /><Relationship Type="http://schemas.openxmlformats.org/officeDocument/2006/relationships/notesSlide" Target="/ppt/notesSlides/notesSlide4.xml" Id="R8c4a151d744741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0708b46cd46b9" /><Relationship Type="http://schemas.openxmlformats.org/officeDocument/2006/relationships/notesSlide" Target="/ppt/notesSlides/notesSlide5.xml" Id="Rf96f9890c55f4b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ef060b3da403a" /><Relationship Type="http://schemas.openxmlformats.org/officeDocument/2006/relationships/image" Target="/ppt/media/image4.jpeg" Id="Rae69c023947344fc" /><Relationship Type="http://schemas.openxmlformats.org/officeDocument/2006/relationships/notesSlide" Target="/ppt/notesSlides/notesSlide6.xml" Id="Rc1d006b197a34a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c90d5d5512441d" /><Relationship Type="http://schemas.openxmlformats.org/officeDocument/2006/relationships/image" Target="/ppt/media/image5.jpeg" Id="R7ea6354ae77c477f" /><Relationship Type="http://schemas.openxmlformats.org/officeDocument/2006/relationships/image" Target="/ppt/media/image6.jpeg" Id="R86f915ed07b04817" /><Relationship Type="http://schemas.openxmlformats.org/officeDocument/2006/relationships/notesSlide" Target="/ppt/notesSlides/notesSlide7.xml" Id="R8e1c89ec0f944a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62875a3094ed0" /><Relationship Type="http://schemas.openxmlformats.org/officeDocument/2006/relationships/image" Target="/ppt/media/image7.jpeg" Id="Ra3aa7d0d4d354a9e" /><Relationship Type="http://schemas.openxmlformats.org/officeDocument/2006/relationships/image" Target="/ppt/media/image8.jpeg" Id="R8ed01a1158304c05" /><Relationship Type="http://schemas.openxmlformats.org/officeDocument/2006/relationships/notesSlide" Target="/ppt/notesSlides/notesSlide8.xml" Id="R03adf34775a74b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ddb5db42b14a6e" /><Relationship Type="http://schemas.openxmlformats.org/officeDocument/2006/relationships/image" Target="/ppt/media/image9.jpeg" Id="Rae7378d8869445c1" /><Relationship Type="http://schemas.openxmlformats.org/officeDocument/2006/relationships/notesSlide" Target="/ppt/notesSlides/notesSlide9.xml" Id="Re422468479574b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4a16e2b1c84ba4" /><Relationship Type="http://schemas.openxmlformats.org/officeDocument/2006/relationships/image" Target="/ppt/media/image10.jpeg" Id="R264a22e4b8f44940" /><Relationship Type="http://schemas.openxmlformats.org/officeDocument/2006/relationships/image" Target="/ppt/media/image11.jpeg" Id="Rce6e5e9c1f0645ea" /><Relationship Type="http://schemas.openxmlformats.org/officeDocument/2006/relationships/notesSlide" Target="/ppt/notesSlides/notesSlide10.xml" Id="R52db81c832274f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f2847b37e042f6" /><Relationship Type="http://schemas.openxmlformats.org/officeDocument/2006/relationships/image" Target="/ppt/media/image12.jpeg" Id="R44d2833da7df4d8d" /><Relationship Type="http://schemas.openxmlformats.org/officeDocument/2006/relationships/notesSlide" Target="/ppt/notesSlides/notesSlide11.xml" Id="R6708250c4e3a47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0da67078664768" /><Relationship Type="http://schemas.openxmlformats.org/officeDocument/2006/relationships/image" Target="/ppt/media/image13.jpeg" Id="R038102b2cf584cda" /><Relationship Type="http://schemas.openxmlformats.org/officeDocument/2006/relationships/image" Target="/ppt/media/image14.jpeg" Id="Rb27cd2c3d0014397" /><Relationship Type="http://schemas.openxmlformats.org/officeDocument/2006/relationships/notesSlide" Target="/ppt/notesSlides/notesSlide12.xml" Id="Rb67c6ec582834a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12a6d10034da2" /><Relationship Type="http://schemas.openxmlformats.org/officeDocument/2006/relationships/image" Target="/ppt/media/image15.jpeg" Id="Re8fdaa410222472e" /><Relationship Type="http://schemas.openxmlformats.org/officeDocument/2006/relationships/image" Target="/ppt/media/image16.jpeg" Id="R37a644d3c897449a" /><Relationship Type="http://schemas.openxmlformats.org/officeDocument/2006/relationships/notesSlide" Target="/ppt/notesSlides/notesSlide13.xml" Id="Rb82bb0fdc10b44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41515f6d24396" /><Relationship Type="http://schemas.openxmlformats.org/officeDocument/2006/relationships/image" Target="/ppt/media/image17.jpeg" Id="R3328fa494aab4282" /><Relationship Type="http://schemas.openxmlformats.org/officeDocument/2006/relationships/notesSlide" Target="/ppt/notesSlides/notesSlide14.xml" Id="R7ca7657894a445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f957714b6478b" /><Relationship Type="http://schemas.openxmlformats.org/officeDocument/2006/relationships/image" Target="/ppt/media/image18.jpeg" Id="R2d7fb23a711a4edf" /><Relationship Type="http://schemas.openxmlformats.org/officeDocument/2006/relationships/image" Target="/ppt/media/image19.jpeg" Id="Rfe35993d0a9144ef" /><Relationship Type="http://schemas.openxmlformats.org/officeDocument/2006/relationships/notesSlide" Target="/ppt/notesSlides/notesSlide15.xml" Id="R73566b17347c46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250170f0174a58" /><Relationship Type="http://schemas.openxmlformats.org/officeDocument/2006/relationships/notesSlide" Target="/ppt/notesSlides/notesSlide16.xml" Id="R5ada0bc1143b44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c803340a34d7d" /><Relationship Type="http://schemas.openxmlformats.org/officeDocument/2006/relationships/notesSlide" Target="/ppt/notesSlides/notesSlide17.xml" Id="R669209e4fe3141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c40b9b6914d04" /><Relationship Type="http://schemas.openxmlformats.org/officeDocument/2006/relationships/notesSlide" Target="/ppt/notesSlides/notesSlide18.xml" Id="Rdf0837010cb143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09B20-12EB-4B11-8C66-668AF23E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2818C-612F-412B-90D5-1B712434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09A79-32DB-4D80-9710-A92E2670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1F76E-1BD3-4239-8C1C-AA619D6E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Seminário     1/18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c5b38389a4b10"/>
          <a:stretch xmlns:a="http://schemas.openxmlformats.org/drawingml/2006/main"/>
        </p:blipFill>
        <p:spPr>
          <a:xfrm xmlns:a="http://schemas.openxmlformats.org/drawingml/2006/main">
            <a:off x="819150" y="121920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C7914-3206-499E-832F-CD87A5E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811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Universidade do Estado do Rio de Janeiro</a:t>
            </a:r>
          </a:p>
          <a:p xmlns:a="http://schemas.openxmlformats.org/drawingml/2006/main">
            <a:pPr>
              <a:defRPr sz="21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Fundamentos de Biologia III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67531-08E8-49F0-9658-AFDDB536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Diversidade, zonação vertical</a:t>
            </a:r>
          </a:p>
          <a:p xmlns:a="http://schemas.openxmlformats.org/drawingml/2006/main">
            <a:pPr>
              <a:defRPr sz="36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e morfologia do talo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3877F-1D51-43D4-906B-848BC848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10150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Seminário de campo e laboratório</a:t>
            </a:r>
          </a:p>
          <a:p xmlns:a="http://schemas.openxmlformats.org/drawingml/2006/main">
            <a:pPr>
              <a:defRPr sz="20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Grupo: nomes completos a confirmar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8D0A3-DA59-47CA-9070-044FE73C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9721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343553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32559-D71E-4A98-A84F-DA9AB3A9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Sumário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AAB0A-57CF-49BF-805A-84DF2D5B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CA850-65F4-495E-801C-66DD3E42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FEE02-5C9D-4C75-89DC-9023AC3F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Roteiro     2/18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BE0A9-369E-4AE1-86C9-F7B60D22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85875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33399"/>
                </a:solidFill>
                <a:latin typeface="Arial"/>
                <a:ea typeface="Arial"/>
                <a:cs typeface="Arial"/>
              </a:rPr>
              <a:t>01   Introdução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2F77B-67F4-4C48-80CA-B378846E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33399"/>
                </a:solidFill>
                <a:latin typeface="Arial"/>
                <a:ea typeface="Arial"/>
                <a:cs typeface="Arial"/>
              </a:rPr>
              <a:t>02   Objetivos e zonação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4FBFA-8BD5-4E30-91E6-03DE7897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7975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33399"/>
                </a:solidFill>
                <a:latin typeface="Arial"/>
                <a:ea typeface="Arial"/>
                <a:cs typeface="Arial"/>
              </a:rPr>
              <a:t>03   Metodologia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7BF66-E167-43C0-BDDF-02026A07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04   Resultados de campo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8A171-B1A3-4180-9DB9-2CD06FE5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0075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33399"/>
                </a:solidFill>
                <a:latin typeface="Arial"/>
                <a:ea typeface="Arial"/>
                <a:cs typeface="Arial"/>
              </a:rPr>
              <a:t>05   Discussão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EEFEC-674C-415C-82A6-E861BF98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91125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33399"/>
                </a:solidFill>
                <a:latin typeface="Arial"/>
                <a:ea typeface="Arial"/>
                <a:cs typeface="Arial"/>
              </a:rPr>
              <a:t>06   Conclusão</a:t>
            </a:r>
          </a:p>
        </p:txBody>
      </p:sp>
    </p:spTree>
    <p:extLst>
      <p:ext uri="{BB962C8B-B14F-4D97-AF65-F5344CB8AC3E}">
        <p14:creationId xmlns:p14="http://schemas.microsoft.com/office/powerpoint/2010/main" val="1669113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CF6CE-2679-4D06-A569-D92CEDAE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 costão da Praia Vermelha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7F93C-B59C-4FFF-9105-06D8A625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8CB88-7834-4557-AE7F-B2CA168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DB352-67C5-4B78-B45A-A46EE032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Introdução     3/18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cd6869cac49be"/>
          <a:stretch xmlns:a="http://schemas.openxmlformats.org/drawingml/2006/main"/>
        </p:blipFill>
        <p:spPr>
          <a:xfrm xmlns:a="http://schemas.openxmlformats.org/drawingml/2006/main">
            <a:off x="609600" y="1500188"/>
            <a:ext cx="5143500" cy="3857625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7407b359d4135"/>
          <a:stretch xmlns:a="http://schemas.openxmlformats.org/drawingml/2006/main"/>
        </p:blipFill>
        <p:spPr>
          <a:xfrm xmlns:a="http://schemas.openxmlformats.org/drawingml/2006/main">
            <a:off x="6438900" y="1500188"/>
            <a:ext cx="5143500" cy="3857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57FBA-D57D-4D01-A1D0-6AE3CA87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Rochas expostas e trechos umedecidos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A8075-9272-4653-9728-761E8560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Ondas, iluminação e topografia local</a:t>
            </a:r>
          </a:p>
        </p:txBody>
      </p:sp>
    </p:spTree>
    <p:extLst>
      <p:ext uri="{BB962C8B-B14F-4D97-AF65-F5344CB8AC3E}">
        <p14:creationId xmlns:p14="http://schemas.microsoft.com/office/powerpoint/2010/main" val="918201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8A0FA-3C7C-4CFF-95AC-BD777C61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Objetivos da prática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FAA2D-1E46-499D-A54F-26DFE158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96E0B-2233-4BD9-B5AF-C1E44BB0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53A09-F085-4608-94B7-2A3C54A2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Objetivos     4/18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4AEB7-AECA-4FD8-9A22-353A3E6B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78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Reconhecer a zonação do costão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A0BED-29D5-41C3-994D-C4062A53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Descrever grupos e formas de talo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66B1A-623E-4A83-9F05-1442C092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Relacionar a distribuição ao ambiente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0153F-75AC-427A-B2B0-A8709FF0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Observação, registro fotográfico e comparação qualitativa</a:t>
            </a:r>
          </a:p>
        </p:txBody>
      </p:sp>
    </p:spTree>
    <p:extLst>
      <p:ext uri="{BB962C8B-B14F-4D97-AF65-F5344CB8AC3E}">
        <p14:creationId xmlns:p14="http://schemas.microsoft.com/office/powerpoint/2010/main" val="20393239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0306D-C22D-4C03-8124-E81BDA43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Zonação vertical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225DD-7B5B-43F6-B867-3886C0B8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89C5C-1793-44BC-91C7-2A8DABBD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7CC7D-916B-43E5-8F83-814CB3A8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Zonação     5/18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DDE7B-7AC2-4F47-B8A0-03B11C01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716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Supralitoral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A0F6A-82F5-4786-83EA-76A48E88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Predomínio da exposição ao ar e respingos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8C02C-A901-4067-A3CE-C640D823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908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Médiolitoral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C494D-1844-4F75-90D4-548EFA35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Alternância de imersão e emersão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1F8D1-AE09-42E2-B98C-EDF34BE7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100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Infralitoral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6E354-05E9-484B-A801-CF7DC917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Predomínio da submersão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BB6EE-BA45-47CB-B4D3-54A09DFB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Limites aproximados, condicionados pelas ondas e pela topografia</a:t>
            </a:r>
          </a:p>
        </p:txBody>
      </p:sp>
    </p:spTree>
    <p:extLst>
      <p:ext uri="{BB962C8B-B14F-4D97-AF65-F5344CB8AC3E}">
        <p14:creationId xmlns:p14="http://schemas.microsoft.com/office/powerpoint/2010/main" val="1822283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2FFC2-2CEA-477B-B70D-CA74A770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Observação e registro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592EC-2925-4191-B2C6-E7048209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EE378-20A3-4ACA-81EA-DD261A42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DBAE4-0F60-41B0-A29D-57802538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Metodologia     6/18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9c023947344fc"/>
          <a:stretch xmlns:a="http://schemas.openxmlformats.org/drawingml/2006/main"/>
        </p:blipFill>
        <p:spPr>
          <a:xfrm xmlns:a="http://schemas.openxmlformats.org/drawingml/2006/main">
            <a:off x="457200" y="1312069"/>
            <a:ext cx="6000750" cy="45005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11DE2-79C8-409E-868C-B2468BDB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24000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Fotografar o costão e as macroalgas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E97DD-E8E9-4B7F-9644-2F6057EA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95600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Descrever cor, talo e posição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0E58E-83E9-4B2A-A1D5-5C19AABC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67200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Comparar trechos do gradiente</a:t>
            </a:r>
          </a:p>
        </p:txBody>
      </p:sp>
    </p:spTree>
    <p:extLst>
      <p:ext uri="{BB962C8B-B14F-4D97-AF65-F5344CB8AC3E}">
        <p14:creationId xmlns:p14="http://schemas.microsoft.com/office/powerpoint/2010/main" val="1343334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1068E-9B60-4649-BABF-59B48557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Faixa superior e região de respingos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32C07-F478-4435-8869-87C2EE0B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8F446-D40C-403E-A555-C5A773CE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EED8B-90AA-46D5-B77B-537C7098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Resultados     7/18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6354ae77c477f"/>
          <a:stretch xmlns:a="http://schemas.openxmlformats.org/drawingml/2006/main"/>
        </p:blipFill>
        <p:spPr>
          <a:xfrm xmlns:a="http://schemas.openxmlformats.org/drawingml/2006/main">
            <a:off x="762000" y="1009650"/>
            <a:ext cx="4838700" cy="48387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915ed07b04817"/>
          <a:stretch xmlns:a="http://schemas.openxmlformats.org/drawingml/2006/main"/>
        </p:blipFill>
        <p:spPr>
          <a:xfrm xmlns:a="http://schemas.openxmlformats.org/drawingml/2006/main">
            <a:off x="6591300" y="1009650"/>
            <a:ext cx="4838700" cy="4838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214FA-03ED-4711-A428-50AD9480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Crostas e organismos junto à rocha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E1600-918C-4AE6-BF7B-EDDE5200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Cobertura irregular no trecho registrado</a:t>
            </a:r>
          </a:p>
        </p:txBody>
      </p:sp>
    </p:spTree>
    <p:extLst>
      <p:ext uri="{BB962C8B-B14F-4D97-AF65-F5344CB8AC3E}">
        <p14:creationId xmlns:p14="http://schemas.microsoft.com/office/powerpoint/2010/main" val="7501872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DF898-F33D-4613-A51A-FD34F89D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Distribuição das algas na faixa entre marés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B39D2-33D2-4421-93B0-C4556AD9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AD525-4672-494F-8264-89026AD8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222FE-A735-4212-A664-761B2BDA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Resultados     8/18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a7d0d4d354a9e"/>
          <a:stretch xmlns:a="http://schemas.openxmlformats.org/drawingml/2006/main"/>
        </p:blipFill>
        <p:spPr>
          <a:xfrm xmlns:a="http://schemas.openxmlformats.org/drawingml/2006/main">
            <a:off x="609600" y="1500188"/>
            <a:ext cx="5143500" cy="3857625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01a1158304c05"/>
          <a:stretch xmlns:a="http://schemas.openxmlformats.org/drawingml/2006/main"/>
        </p:blipFill>
        <p:spPr>
          <a:xfrm xmlns:a="http://schemas.openxmlformats.org/drawingml/2006/main">
            <a:off x="6438900" y="1500188"/>
            <a:ext cx="5143500" cy="3857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BB0A5-6285-4774-965F-1E38E840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Cobertura verde e avermelhada sobre a rocha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3D31B-A5C3-4C46-80D0-F7C48DCE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Detalhe da distribuição irregular</a:t>
            </a:r>
          </a:p>
        </p:txBody>
      </p:sp>
    </p:spTree>
    <p:extLst>
      <p:ext uri="{BB962C8B-B14F-4D97-AF65-F5344CB8AC3E}">
        <p14:creationId xmlns:p14="http://schemas.microsoft.com/office/powerpoint/2010/main" val="922358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F4CA2-4E83-421A-A3D8-08290A05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Infralitoral: limites do registro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66D9D-1040-4E7F-8C52-88B299E5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0741F-D8A7-45F9-A7AB-8A636606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D0F6A-972B-4E63-9071-6255F4E9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Resultados     9/18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378d8869445c1"/>
          <a:stretch xmlns:a="http://schemas.openxmlformats.org/drawingml/2006/main"/>
        </p:blipFill>
        <p:spPr>
          <a:xfrm xmlns:a="http://schemas.openxmlformats.org/drawingml/2006/main">
            <a:off x="457200" y="1312069"/>
            <a:ext cx="6000750" cy="45005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2B130-3F99-4259-B71C-AFB09331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24000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Continuidade relatada abaixo da superfície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DCB1C-4F03-4BE5-9822-826FD31F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95600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Observação visual do grupo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3FCC5-6060-4C6C-B904-18A274E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67200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Sem fotografia subaquática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F4DF1-2744-4C81-9BD4-3C65E648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Vista de superfície. A faixa submersa não tem registro representativo.</a:t>
            </a:r>
          </a:p>
        </p:txBody>
      </p:sp>
    </p:spTree>
    <p:extLst>
      <p:ext uri="{BB962C8B-B14F-4D97-AF65-F5344CB8AC3E}">
        <p14:creationId xmlns:p14="http://schemas.microsoft.com/office/powerpoint/2010/main" val="18920608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5200E-F042-4273-A5C0-DC91B171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Algas verdes: lâminas e filamentos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E5CD8-9F23-483D-BE7F-0EAD4BCC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83F49-21FD-4C82-A1EB-A1FBAC7C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037DB-D7E7-4558-965F-1FF4F725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    10/18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a22e4b8f44940"/>
          <a:stretch xmlns:a="http://schemas.openxmlformats.org/drawingml/2006/main"/>
        </p:blipFill>
        <p:spPr>
          <a:xfrm xmlns:a="http://schemas.openxmlformats.org/drawingml/2006/main">
            <a:off x="762000" y="1009650"/>
            <a:ext cx="4838700" cy="48387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e5e9c1f0645ea"/>
          <a:stretch xmlns:a="http://schemas.openxmlformats.org/drawingml/2006/main"/>
        </p:blipFill>
        <p:spPr>
          <a:xfrm xmlns:a="http://schemas.openxmlformats.org/drawingml/2006/main">
            <a:off x="6591300" y="1009650"/>
            <a:ext cx="4838700" cy="4838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F865E-18E1-4BCC-AB25-F10E6BF1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Talos foliáceos. Ulva, identificação preliminar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78BEC-A3A1-4983-9F62-A27B8BE8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Formas alongadas no registro do grupo</a:t>
            </a:r>
          </a:p>
        </p:txBody>
      </p:sp>
    </p:spTree>
    <p:extLst>
      <p:ext uri="{BB962C8B-B14F-4D97-AF65-F5344CB8AC3E}">
        <p14:creationId xmlns:p14="http://schemas.microsoft.com/office/powerpoint/2010/main" val="16887737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CB782-28BE-4E14-8D1D-AB2FCC4D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Formas arredondadas no conjunto de algas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1AF7E-5C1F-49E8-8C14-09D639DB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024A2-4DEE-444B-8628-80163D0C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5F5F0-799E-42C9-BA0B-206A33D7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    11/18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2833da7df4d8d"/>
          <a:stretch xmlns:a="http://schemas.openxmlformats.org/drawingml/2006/main"/>
        </p:blipFill>
        <p:spPr>
          <a:xfrm xmlns:a="http://schemas.openxmlformats.org/drawingml/2006/main">
            <a:off x="942975" y="1047750"/>
            <a:ext cx="5029200" cy="5029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DB325-FE83-464F-BB05-571FEE67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24000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Estrutura verde arredondada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4835B-C8CD-46EE-BFBC-746871FB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95600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Lâminas verdes e formas ramificadas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B674F-56DA-49FD-A54B-1F854A29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67200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Identificação a confirmar</a:t>
            </a:r>
          </a:p>
        </p:txBody>
      </p:sp>
    </p:spTree>
    <p:extLst>
      <p:ext uri="{BB962C8B-B14F-4D97-AF65-F5344CB8AC3E}">
        <p14:creationId xmlns:p14="http://schemas.microsoft.com/office/powerpoint/2010/main" val="17712094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F8CC9-801F-400B-ACF3-EC80EC44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Algas vermelhas: formas ramificadas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94296-DB50-4EE4-BDC2-75F9D419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F0845-EE22-42CD-8B75-BA2055B9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976FC-15F8-42D9-8426-2976192E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    12/18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102b2cf584cda"/>
          <a:stretch xmlns:a="http://schemas.openxmlformats.org/drawingml/2006/main"/>
        </p:blipFill>
        <p:spPr>
          <a:xfrm xmlns:a="http://schemas.openxmlformats.org/drawingml/2006/main">
            <a:off x="762000" y="1009650"/>
            <a:ext cx="4838700" cy="48387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cd2c3d0014397"/>
          <a:stretch xmlns:a="http://schemas.openxmlformats.org/drawingml/2006/main"/>
        </p:blipFill>
        <p:spPr>
          <a:xfrm xmlns:a="http://schemas.openxmlformats.org/drawingml/2006/main">
            <a:off x="6591300" y="1009650"/>
            <a:ext cx="4838700" cy="4838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E70CC-AEF9-45BA-B1F8-2D4E3BB4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Aspecto rosado com ramificações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E87E8-FF83-4EFD-8147-A7D64343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Aspecto escuro e compacto entre lâminas verdes</a:t>
            </a:r>
          </a:p>
        </p:txBody>
      </p:sp>
    </p:spTree>
    <p:extLst>
      <p:ext uri="{BB962C8B-B14F-4D97-AF65-F5344CB8AC3E}">
        <p14:creationId xmlns:p14="http://schemas.microsoft.com/office/powerpoint/2010/main" val="7280658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ABC47-981B-42C3-BEA9-42845A59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Crostas e ramificações finas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B20E9-4B58-4EFE-A18B-63B30281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E8396-B444-4FA5-8363-257B2F93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B2B48-D18E-4F96-85AF-A9EE9C83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    13/18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daa410222472e"/>
          <a:stretch xmlns:a="http://schemas.openxmlformats.org/drawingml/2006/main"/>
        </p:blipFill>
        <p:spPr>
          <a:xfrm xmlns:a="http://schemas.openxmlformats.org/drawingml/2006/main">
            <a:off x="762000" y="1009650"/>
            <a:ext cx="4838700" cy="48387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644d3c897449a"/>
          <a:stretch xmlns:a="http://schemas.openxmlformats.org/drawingml/2006/main"/>
        </p:blipFill>
        <p:spPr>
          <a:xfrm xmlns:a="http://schemas.openxmlformats.org/drawingml/2006/main">
            <a:off x="6591300" y="1009650"/>
            <a:ext cx="4838700" cy="4838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51A1C-603E-4BD3-9694-494EB870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Superfície rosada de aspecto crostoso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6AE54-B2A3-4CEC-BD61-B9BDC649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Detalhe das ramificações sobre a rocha</a:t>
            </a:r>
          </a:p>
        </p:txBody>
      </p:sp>
    </p:spTree>
    <p:extLst>
      <p:ext uri="{BB962C8B-B14F-4D97-AF65-F5344CB8AC3E}">
        <p14:creationId xmlns:p14="http://schemas.microsoft.com/office/powerpoint/2010/main" val="491592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93059-F594-43D1-9B31-7C966B2D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Algas pardas: talos em leque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CBCE5-E105-45A5-9C16-EC8DF1B7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DF67B-42D8-4DCF-87AC-7B13BBC7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856BB-DEB2-4042-A914-FE7CFA30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    14/18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8fa494aab4282"/>
          <a:stretch xmlns:a="http://schemas.openxmlformats.org/drawingml/2006/main"/>
        </p:blipFill>
        <p:spPr>
          <a:xfrm xmlns:a="http://schemas.openxmlformats.org/drawingml/2006/main">
            <a:off x="942975" y="1047750"/>
            <a:ext cx="5029200" cy="5029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D43AC-51AB-42F9-93C9-04791ADA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24000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Phaeophyceae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BCFDF-7CCD-47A5-9798-31D2894B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95600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Lâminas em leque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33F51-2156-4518-B960-F30B5CC6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67200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Padina, identificação preliminar</a:t>
            </a:r>
          </a:p>
        </p:txBody>
      </p:sp>
    </p:spTree>
    <p:extLst>
      <p:ext uri="{BB962C8B-B14F-4D97-AF65-F5344CB8AC3E}">
        <p14:creationId xmlns:p14="http://schemas.microsoft.com/office/powerpoint/2010/main" val="12880081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D262B-C22E-4E12-B176-25DC21D9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e a comunidade do costão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66D0F-8BE4-4E1C-A268-8044D00E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D9F60-B346-44DF-83BD-AE85336C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6AC36-90F4-4147-B2D9-E0A3445F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Discussão     15/18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fb23a711a4edf"/>
          <a:stretch xmlns:a="http://schemas.openxmlformats.org/drawingml/2006/main"/>
        </p:blipFill>
        <p:spPr>
          <a:xfrm xmlns:a="http://schemas.openxmlformats.org/drawingml/2006/main">
            <a:off x="762000" y="1009650"/>
            <a:ext cx="4838700" cy="48387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5993d0a9144ef"/>
          <a:stretch xmlns:a="http://schemas.openxmlformats.org/drawingml/2006/main"/>
        </p:blipFill>
        <p:spPr>
          <a:xfrm xmlns:a="http://schemas.openxmlformats.org/drawingml/2006/main">
            <a:off x="6591300" y="1009650"/>
            <a:ext cx="4838700" cy="4838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3A87A-E281-4A09-A831-372745E1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Formas verdes entre estruturas aderidas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B7E60-68EF-4E47-9A8F-C6D0B62C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721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Microambientes na superfície rochosa</a:t>
            </a:r>
          </a:p>
        </p:txBody>
      </p:sp>
    </p:spTree>
    <p:extLst>
      <p:ext uri="{BB962C8B-B14F-4D97-AF65-F5344CB8AC3E}">
        <p14:creationId xmlns:p14="http://schemas.microsoft.com/office/powerpoint/2010/main" val="8268477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66816-8012-4C65-A23F-E54397F1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Morfologia e condições ambientais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52B34-63C4-4D1A-9103-4951381C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F32E6-2774-47DC-AFB1-88331BD9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C1EE2-9406-44DA-B93D-96EDDA74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Discussão     16/18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F8F6A-5438-4E45-B22D-F20378F4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7800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Talos flexíveis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C89D1-BF5D-4D0E-8931-AC9959D2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Deformação com o movimento da água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E8B0A-9E9D-4FED-B99A-2D210E0B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Formas junto ao substrato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1369F-46C6-4E06-9CED-1171834B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Menor exposição direta ao fluxo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E5507-93CF-4282-9269-BD667162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Umidade e tempo de submersão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CA6BD-2002-49EF-AE9D-10DABB32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Condições para interpretar a distribuição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C7105-4F1E-49EC-B282-D1E57F64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02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Interpretações ecológicas, sem teste experimental dos mecanismos</a:t>
            </a:r>
          </a:p>
        </p:txBody>
      </p:sp>
    </p:spTree>
    <p:extLst>
      <p:ext uri="{BB962C8B-B14F-4D97-AF65-F5344CB8AC3E}">
        <p14:creationId xmlns:p14="http://schemas.microsoft.com/office/powerpoint/2010/main" val="20640632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77D07-B81C-4241-B9B6-A81A3D60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C0471-CF50-4987-8BF9-648E6CC8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8B87A-E948-41A7-985A-59ED37C6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00552-1045-4391-889C-C943E73A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Conclusão     17/18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94B6A-F608-4784-8F4B-A5D700F4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144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Diversidade de cores e formas de talo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088F0-DC12-4C71-8C18-7E5FF201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Maior cobertura aparente em trechos úmidos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EE2BC-F07E-4BD9-9E81-6140DA0E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Exposição ao ar e ondas ajudam a interpretar o padrão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591A8-EEA0-4E12-8AC2-0F3D19CA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Resultados qualitativos, com documentação limitada do infralitoral</a:t>
            </a:r>
          </a:p>
        </p:txBody>
      </p:sp>
    </p:spTree>
    <p:extLst>
      <p:ext uri="{BB962C8B-B14F-4D97-AF65-F5344CB8AC3E}">
        <p14:creationId xmlns:p14="http://schemas.microsoft.com/office/powerpoint/2010/main" val="1417593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7C21E-37C7-4FD9-A594-6AAC541E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Fontes e registros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9735A-C522-42E7-9E93-867DC61F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7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6C6AE-D58F-425E-829D-D95B2175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496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0C395-C442-4009-B52C-9F4EDA57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96050"/>
            <a:ext cx="2809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1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Referências     18/18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8E6E8-D292-47B9-9225-082412C6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Roteiro da aula prática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65DAB-1D34-49F2-B57E-2B0FF215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Fundamentos de Biologia III. Material da disciplina.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1FA86-3C98-4599-81B3-D357B3A1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Relatos do grupo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9253B-3C71-4137-82B8-B61B4AF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Zonação</a:t>
            </a:r>
          </a:p>
          <a:p xmlns:a="http://schemas.openxmlformats.org/drawingml/2006/main">
            <a:pPr>
              <a:defRPr sz="210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Resultados: macroalgas</a:t>
            </a:r>
          </a:p>
          <a:p xmlns:a="http://schemas.openxmlformats.org/drawingml/2006/main">
            <a:pPr>
              <a:defRPr sz="210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Discussão e conclusão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AE62F-33BF-4063-9DEF-23950733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Fotografias de campo do grupo e logo UERJ fornecido</a:t>
            </a:r>
          </a:p>
        </p:txBody>
      </p:sp>
    </p:spTree>
    <p:extLst>
      <p:ext uri="{BB962C8B-B14F-4D97-AF65-F5344CB8AC3E}">
        <p14:creationId xmlns:p14="http://schemas.microsoft.com/office/powerpoint/2010/main" val="712193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2026-10-05T20:01:04.2670000Z</dcterms:created>
  <dcterms:modified xsi:type="dcterms:W3CDTF">2026-10-05T20:01:04.2670000Z</dcterms:modified>
</coreProperties>
</file>