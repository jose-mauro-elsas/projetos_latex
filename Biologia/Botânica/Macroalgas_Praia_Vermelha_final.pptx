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402d3b605d4751" /><Relationship Type="http://schemas.openxmlformats.org/officeDocument/2006/relationships/extended-properties" Target="/docProps/app.xml" Id="Rcd48cff8793f47a6" /><Relationship Type="http://schemas.openxmlformats.org/officeDocument/2006/relationships/officeDocument" Target="/ppt/presentation.xml" Id="Rc36ed57723f34de2" /></Relationships>
</file>

<file path=ppt/presentation.xml><?xml version="1.0" encoding="utf-8"?>
<p:presentation xmlns:p="http://schemas.openxmlformats.org/presentationml/2006/main">
  <p:sldMasterIdLst>
    <p:sldMasterId xmlns:r="http://schemas.openxmlformats.org/officeDocument/2006/relationships" id="2147483648" r:id="Rd38aa91090bd4580"/>
  </p:sldMasterIdLst>
  <p:notesMasterIdLst>
    <p:notesMasterId xmlns:r="http://schemas.openxmlformats.org/officeDocument/2006/relationships" r:id="R35422835969a4c8e"/>
  </p:notesMasterIdLst>
  <p:sldIdLst>
    <p:sldId xmlns:r="http://schemas.openxmlformats.org/officeDocument/2006/relationships" id="256" r:id="Ra6438e309471479e"/>
    <p:sldId xmlns:r="http://schemas.openxmlformats.org/officeDocument/2006/relationships" id="257" r:id="Rf0e8701cbfa5444c"/>
    <p:sldId xmlns:r="http://schemas.openxmlformats.org/officeDocument/2006/relationships" id="258" r:id="R83697456441e4ffb"/>
    <p:sldId xmlns:r="http://schemas.openxmlformats.org/officeDocument/2006/relationships" id="259" r:id="R42444164cdc749ce"/>
    <p:sldId xmlns:r="http://schemas.openxmlformats.org/officeDocument/2006/relationships" id="260" r:id="R7544f8904eaf4553"/>
    <p:sldId xmlns:r="http://schemas.openxmlformats.org/officeDocument/2006/relationships" id="261" r:id="Rff8126ba70fd4490"/>
    <p:sldId xmlns:r="http://schemas.openxmlformats.org/officeDocument/2006/relationships" id="262" r:id="R692acf2ceb434bd2"/>
    <p:sldId xmlns:r="http://schemas.openxmlformats.org/officeDocument/2006/relationships" id="263" r:id="Raf8f5af02b2543b9"/>
    <p:sldId xmlns:r="http://schemas.openxmlformats.org/officeDocument/2006/relationships" id="264" r:id="R00be3ab9602e46d7"/>
    <p:sldId xmlns:r="http://schemas.openxmlformats.org/officeDocument/2006/relationships" id="265" r:id="Rd9ee8cc48e9c444f"/>
    <p:sldId xmlns:r="http://schemas.openxmlformats.org/officeDocument/2006/relationships" id="266" r:id="Rd320ca7df9bd4efc"/>
    <p:sldId xmlns:r="http://schemas.openxmlformats.org/officeDocument/2006/relationships" id="267" r:id="R7fc28e28e80540b8"/>
    <p:sldId xmlns:r="http://schemas.openxmlformats.org/officeDocument/2006/relationships" id="268" r:id="Rbd80ccc689854daa"/>
    <p:sldId xmlns:r="http://schemas.openxmlformats.org/officeDocument/2006/relationships" id="269" r:id="Ra599bad180ad4273"/>
    <p:sldId xmlns:r="http://schemas.openxmlformats.org/officeDocument/2006/relationships" id="270" r:id="Ra28d463239e24d0b"/>
    <p:sldId xmlns:r="http://schemas.openxmlformats.org/officeDocument/2006/relationships" id="271" r:id="R73bc3cb953c54b16"/>
    <p:sldId xmlns:r="http://schemas.openxmlformats.org/officeDocument/2006/relationships" id="272" r:id="Rbdb148f21cf64632"/>
    <p:sldId xmlns:r="http://schemas.openxmlformats.org/officeDocument/2006/relationships" id="273" r:id="R3e91328ff399407f"/>
    <p:sldId xmlns:r="http://schemas.openxmlformats.org/officeDocument/2006/relationships" id="274" r:id="R067bfe4bd1ac4590"/>
    <p:sldId xmlns:r="http://schemas.openxmlformats.org/officeDocument/2006/relationships" id="275" r:id="R268e17396e154f98"/>
    <p:sldId xmlns:r="http://schemas.openxmlformats.org/officeDocument/2006/relationships" id="276" r:id="R0d22a0ffee7f4e56"/>
    <p:sldId xmlns:r="http://schemas.openxmlformats.org/officeDocument/2006/relationships" id="277" r:id="Re6f9165b5e5640e8"/>
  </p:sldIdLst>
  <p:sldSz cx="12192000" cy="68580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71d7f1bd33b74bd5" /><Relationship Type="http://schemas.openxmlformats.org/officeDocument/2006/relationships/slideMaster" Target="/ppt/slideMasters/slideMaster1.xml" Id="Rd38aa91090bd4580" /><Relationship Type="http://schemas.openxmlformats.org/officeDocument/2006/relationships/notesMaster" Target="/ppt/notesMasters/notesMaster1.xml" Id="R35422835969a4c8e" /><Relationship Type="http://schemas.openxmlformats.org/officeDocument/2006/relationships/presProps" Target="/ppt/presProps.xml" Id="R524da78901244b84" /><Relationship Type="http://schemas.openxmlformats.org/officeDocument/2006/relationships/viewProps" Target="/ppt/viewProps.xml" Id="R0e7b2f022cea41d1" /><Relationship Type="http://schemas.openxmlformats.org/officeDocument/2006/relationships/tableStyles" Target="/ppt/tableStyles.xml" Id="Rd0f2a97ff4494075" /><Relationship Type="http://schemas.openxmlformats.org/officeDocument/2006/relationships/slide" Target="/ppt/slides/slide1.xml" Id="Ra6438e309471479e" /><Relationship Type="http://schemas.openxmlformats.org/officeDocument/2006/relationships/slide" Target="/ppt/slides/slide2.xml" Id="Rf0e8701cbfa5444c" /><Relationship Type="http://schemas.openxmlformats.org/officeDocument/2006/relationships/slide" Target="/ppt/slides/slide3.xml" Id="R83697456441e4ffb" /><Relationship Type="http://schemas.openxmlformats.org/officeDocument/2006/relationships/slide" Target="/ppt/slides/slide4.xml" Id="R42444164cdc749ce" /><Relationship Type="http://schemas.openxmlformats.org/officeDocument/2006/relationships/slide" Target="/ppt/slides/slide5.xml" Id="R7544f8904eaf4553" /><Relationship Type="http://schemas.openxmlformats.org/officeDocument/2006/relationships/slide" Target="/ppt/slides/slide6.xml" Id="Rff8126ba70fd4490" /><Relationship Type="http://schemas.openxmlformats.org/officeDocument/2006/relationships/slide" Target="/ppt/slides/slide7.xml" Id="R692acf2ceb434bd2" /><Relationship Type="http://schemas.openxmlformats.org/officeDocument/2006/relationships/slide" Target="/ppt/slides/slide8.xml" Id="Raf8f5af02b2543b9" /><Relationship Type="http://schemas.openxmlformats.org/officeDocument/2006/relationships/slide" Target="/ppt/slides/slide9.xml" Id="R00be3ab9602e46d7" /><Relationship Type="http://schemas.openxmlformats.org/officeDocument/2006/relationships/slide" Target="/ppt/slides/slide10.xml" Id="Rd9ee8cc48e9c444f" /><Relationship Type="http://schemas.openxmlformats.org/officeDocument/2006/relationships/slide" Target="/ppt/slides/slide11.xml" Id="Rd320ca7df9bd4efc" /><Relationship Type="http://schemas.openxmlformats.org/officeDocument/2006/relationships/slide" Target="/ppt/slides/slide12.xml" Id="R7fc28e28e80540b8" /><Relationship Type="http://schemas.openxmlformats.org/officeDocument/2006/relationships/slide" Target="/ppt/slides/slide13.xml" Id="Rbd80ccc689854daa" /><Relationship Type="http://schemas.openxmlformats.org/officeDocument/2006/relationships/slide" Target="/ppt/slides/slide14.xml" Id="Ra599bad180ad4273" /><Relationship Type="http://schemas.openxmlformats.org/officeDocument/2006/relationships/slide" Target="/ppt/slides/slide15.xml" Id="Ra28d463239e24d0b" /><Relationship Type="http://schemas.openxmlformats.org/officeDocument/2006/relationships/slide" Target="/ppt/slides/slide16.xml" Id="R73bc3cb953c54b16" /><Relationship Type="http://schemas.openxmlformats.org/officeDocument/2006/relationships/slide" Target="/ppt/slides/slide17.xml" Id="Rbdb148f21cf64632" /><Relationship Type="http://schemas.openxmlformats.org/officeDocument/2006/relationships/slide" Target="/ppt/slides/slide18.xml" Id="R3e91328ff399407f" /><Relationship Type="http://schemas.openxmlformats.org/officeDocument/2006/relationships/slide" Target="/ppt/slides/slide19.xml" Id="R067bfe4bd1ac4590" /><Relationship Type="http://schemas.openxmlformats.org/officeDocument/2006/relationships/slide" Target="/ppt/slides/slide20.xml" Id="R268e17396e154f98" /><Relationship Type="http://schemas.openxmlformats.org/officeDocument/2006/relationships/slide" Target="/ppt/slides/slide21.xml" Id="R0d22a0ffee7f4e56" /><Relationship Type="http://schemas.openxmlformats.org/officeDocument/2006/relationships/slide" Target="/ppt/slides/slide22.xml" Id="Re6f9165b5e5640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7037413f0fe41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56e4b826f540dd" /><Relationship Type="http://schemas.openxmlformats.org/officeDocument/2006/relationships/notesMaster" Target="/ppt/notesMasters/notesMaster1.xml" Id="Re37ab550b58645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14f9fa82b1343e9" /><Relationship Type="http://schemas.openxmlformats.org/officeDocument/2006/relationships/notesMaster" Target="/ppt/notesMasters/notesMaster1.xml" Id="Rd21d74c602a347d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45dcc531ad4f27" /><Relationship Type="http://schemas.openxmlformats.org/officeDocument/2006/relationships/notesMaster" Target="/ppt/notesMasters/notesMaster1.xml" Id="R3612af030e324c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759fbc8dc1f478d" /><Relationship Type="http://schemas.openxmlformats.org/officeDocument/2006/relationships/notesMaster" Target="/ppt/notesMasters/notesMaster1.xml" Id="R6e026e5df6104b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b8ae1994d24337" /><Relationship Type="http://schemas.openxmlformats.org/officeDocument/2006/relationships/notesMaster" Target="/ppt/notesMasters/notesMaster1.xml" Id="Re12d6941105643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c6966ac984c049b5" /><Relationship Type="http://schemas.openxmlformats.org/officeDocument/2006/relationships/notesMaster" Target="/ppt/notesMasters/notesMaster1.xml" Id="R5f2311f534424a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56ef2925dc46a0" /><Relationship Type="http://schemas.openxmlformats.org/officeDocument/2006/relationships/notesMaster" Target="/ppt/notesMasters/notesMaster1.xml" Id="Rdb2843731c7a4d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b182e642d93a4814" /><Relationship Type="http://schemas.openxmlformats.org/officeDocument/2006/relationships/notesMaster" Target="/ppt/notesMasters/notesMaster1.xml" Id="R7f6b3002785049f0" /></Relationships>
</file>

<file path=ppt/notesSlides/_rels/notesSlide9.xml.rels>&#65279;<?xml version="1.0" encoding="utf-8"?><Relationships xmlns="http://schemas.openxmlformats.org/package/2006/relationships"><Relationship Type="http://schemas.openxmlformats.org/officeDocument/2006/relationships/slide" Target="/ppt/slides/slide9.xml" Id="R1eafe6704a8345f1" /><Relationship Type="http://schemas.openxmlformats.org/officeDocument/2006/relationships/notesMaster" Target="/ppt/notesMasters/notesMaster1.xml" Id="R15cc95ba77d149e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55eab5e5c764723" /><Relationship Type="http://schemas.openxmlformats.org/officeDocument/2006/relationships/notesMaster" Target="/ppt/notesMasters/notesMaster1.xml" Id="Rf55359c9380b4d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4399ad5a1584736" /><Relationship Type="http://schemas.openxmlformats.org/officeDocument/2006/relationships/notesMaster" Target="/ppt/notesMasters/notesMaster1.xml" Id="Rc12d212db68a41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55a7a8bd834ee3" /><Relationship Type="http://schemas.openxmlformats.org/officeDocument/2006/relationships/notesMaster" Target="/ppt/notesMasters/notesMaster1.xml" Id="R9e22762a7b9147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c25afa323343a1" /><Relationship Type="http://schemas.openxmlformats.org/officeDocument/2006/relationships/notesMaster" Target="/ppt/notesMasters/notesMaster1.xml" Id="R0578c41c380f4c4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59e441ae5842b2" /><Relationship Type="http://schemas.openxmlformats.org/officeDocument/2006/relationships/notesMaster" Target="/ppt/notesMasters/notesMaster1.xml" Id="R530eefc1ba1943b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a302461886845e8" /><Relationship Type="http://schemas.openxmlformats.org/officeDocument/2006/relationships/notesMaster" Target="/ppt/notesMasters/notesMaster1.xml" Id="Re139c925c889433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6e466185f6f4f01" /><Relationship Type="http://schemas.openxmlformats.org/officeDocument/2006/relationships/notesMaster" Target="/ppt/notesMasters/notesMaster1.xml" Id="R99217c9e4aa6495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61ef7c5816d48bf" /><Relationship Type="http://schemas.openxmlformats.org/officeDocument/2006/relationships/notesMaster" Target="/ppt/notesMasters/notesMaster1.xml" Id="Raccf5909f6394ea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f621541fd049dc" /><Relationship Type="http://schemas.openxmlformats.org/officeDocument/2006/relationships/notesMaster" Target="/ppt/notesMasters/notesMaster1.xml" Id="R4775f80a7ce1467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c9451241a9649d2" /><Relationship Type="http://schemas.openxmlformats.org/officeDocument/2006/relationships/notesMaster" Target="/ppt/notesMasters/notesMaster1.xml" Id="Ra5deb3a9a6f74b4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91a76472c814e8d" /><Relationship Type="http://schemas.openxmlformats.org/officeDocument/2006/relationships/notesMaster" Target="/ppt/notesMasters/notesMaster1.xml" Id="R0553343f06a9435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846ccdd988b43ab" /><Relationship Type="http://schemas.openxmlformats.org/officeDocument/2006/relationships/notesMaster" Target="/ppt/notesMasters/notesMaster1.xml" Id="R57517c6372db491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f59fd727b904d8a" /><Relationship Type="http://schemas.openxmlformats.org/officeDocument/2006/relationships/notesMaster" Target="/ppt/notesMasters/notesMaster1.xml" Id="R6a1038179ff043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Capa. José. Seis nomes confirmados pelo coordenador. Docente e data do campo a confirmar. Praia Vermelha informada pelo coordenador, em divergência com Praia da Urca no roteiro. Duração total 20 minutos. As identificações em gênero são preliminares.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Estrutura do seminário: Introdução, Objetivos, Metodologia, Resultados, Discussão e Conclusão. Apresentação de aproximadamente 20 minutos.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José. Cerca de 1 minuto. Fonte: roteiro da aula prática, seção 3.1, e observações do grupo. Apresentar macroalgas, ambiente e propósito do seminário.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José. 1,5 min. Fotografias do novo lote, vistas gerais do campo. Fonte teórica: roteiro seção 3.1. Apresentar substrato rochoso, umidade e tempo de emersão, dessecação, temperatura, luz e ondas. Não inferir altura da maré nem delimitar zonas apenas pelas vistas gerais.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Ricardo. 1 min. Fonte: roteiro seção 2. Relacionar observação de campo, morfologia e interpretação ecológica.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Daniel Martinz. 1 min. Fonte: </a:t>
            </a:r>
            <a:r>
              <a:rPr sz="1200"/>
              <a:t>relato</a:t>
            </a:r>
            <a:r>
              <a:rPr sz="1200"/>
              <a:t> do </a:t>
            </a:r>
            <a:r>
              <a:rPr sz="1200"/>
              <a:t>coordenador</a:t>
            </a:r>
            <a:r>
              <a:rPr sz="1200"/>
              <a:t> e </a:t>
            </a:r>
            <a:r>
              <a:rPr sz="1200"/>
              <a:t>textos</a:t>
            </a:r>
            <a:r>
              <a:rPr sz="1200"/>
              <a:t> do </a:t>
            </a:r>
            <a:r>
              <a:rPr sz="1200"/>
              <a:t>grupo</a:t>
            </a:r>
            <a:r>
              <a:rPr sz="1200"/>
              <a:t>. </a:t>
            </a:r>
            <a:r>
              <a:rPr sz="1200"/>
              <a:t>Confirmados</a:t>
            </a:r>
            <a:r>
              <a:rPr sz="1200"/>
              <a:t> </a:t>
            </a:r>
            <a:r>
              <a:rPr sz="1200"/>
              <a:t>observação</a:t>
            </a:r>
            <a:r>
              <a:rPr sz="1200"/>
              <a:t>, </a:t>
            </a:r>
            <a:r>
              <a:rPr sz="1200"/>
              <a:t>registro</a:t>
            </a:r>
            <a:r>
              <a:rPr sz="1200"/>
              <a:t> </a:t>
            </a:r>
            <a:r>
              <a:rPr sz="1200"/>
              <a:t>fotográfico</a:t>
            </a:r>
            <a:r>
              <a:rPr sz="1200"/>
              <a:t> e </a:t>
            </a:r>
            <a:r>
              <a:rPr sz="1200"/>
              <a:t>descrição</a:t>
            </a:r>
            <a:r>
              <a:rPr sz="1200"/>
              <a:t>. </a:t>
            </a:r>
            <a:r>
              <a:rPr sz="1200"/>
              <a:t>Confirmar</a:t>
            </a:r>
            <a:r>
              <a:rPr sz="1200"/>
              <a:t> data do campo, </a:t>
            </a:r>
            <a:r>
              <a:rPr sz="1200"/>
              <a:t>estado</a:t>
            </a:r>
            <a:r>
              <a:rPr sz="1200"/>
              <a:t> da </a:t>
            </a:r>
            <a:r>
              <a:rPr sz="1200"/>
              <a:t>maré</a:t>
            </a:r>
            <a:r>
              <a:rPr sz="1200"/>
              <a:t>, </a:t>
            </a:r>
            <a:r>
              <a:rPr sz="1200"/>
              <a:t>trecho</a:t>
            </a:r>
            <a:r>
              <a:rPr sz="1200"/>
              <a:t> e </a:t>
            </a:r>
            <a:r>
              <a:rPr sz="1200"/>
              <a:t>atividades</a:t>
            </a:r>
            <a:r>
              <a:rPr sz="1200"/>
              <a:t> de </a:t>
            </a:r>
            <a:r>
              <a:rPr sz="1200"/>
              <a:t>laboratório</a:t>
            </a:r>
            <a:r>
              <a:rPr sz="1200"/>
              <a:t>. </a:t>
            </a:r>
            <a:r>
              <a:rPr sz="1200"/>
              <a:t>Não</a:t>
            </a:r>
            <a:r>
              <a:rPr sz="1200"/>
              <a:t> </a:t>
            </a:r>
            <a:r>
              <a:rPr sz="1200"/>
              <a:t>assumir</a:t>
            </a:r>
            <a:r>
              <a:rPr sz="1200"/>
              <a:t> </a:t>
            </a:r>
            <a:r>
              <a:rPr sz="1200"/>
              <a:t>coleta</a:t>
            </a:r>
            <a:r>
              <a:rPr sz="1200"/>
              <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Daniel Martinz. 1 min. Fonte: </a:t>
            </a:r>
            <a:r>
              <a:rPr sz="1200"/>
              <a:t>relato</a:t>
            </a:r>
            <a:r>
              <a:rPr sz="1200"/>
              <a:t> do </a:t>
            </a:r>
            <a:r>
              <a:rPr sz="1200"/>
              <a:t>coordenador</a:t>
            </a:r>
            <a:r>
              <a:rPr sz="1200"/>
              <a:t> e </a:t>
            </a:r>
            <a:r>
              <a:rPr sz="1200"/>
              <a:t>textos</a:t>
            </a:r>
            <a:r>
              <a:rPr sz="1200"/>
              <a:t> do </a:t>
            </a:r>
            <a:r>
              <a:rPr sz="1200"/>
              <a:t>grupo</a:t>
            </a:r>
            <a:r>
              <a:rPr sz="1200"/>
              <a:t>. </a:t>
            </a:r>
            <a:r>
              <a:rPr sz="1200"/>
              <a:t>Confirmados</a:t>
            </a:r>
            <a:r>
              <a:rPr sz="1200"/>
              <a:t> </a:t>
            </a:r>
            <a:r>
              <a:rPr sz="1200"/>
              <a:t>observação</a:t>
            </a:r>
            <a:r>
              <a:rPr sz="1200"/>
              <a:t>, </a:t>
            </a:r>
            <a:r>
              <a:rPr sz="1200"/>
              <a:t>registro</a:t>
            </a:r>
            <a:r>
              <a:rPr sz="1200"/>
              <a:t> </a:t>
            </a:r>
            <a:r>
              <a:rPr sz="1200"/>
              <a:t>fotográfico</a:t>
            </a:r>
            <a:r>
              <a:rPr sz="1200"/>
              <a:t> e </a:t>
            </a:r>
            <a:r>
              <a:rPr sz="1200"/>
              <a:t>descrição</a:t>
            </a:r>
            <a:r>
              <a:rPr sz="1200"/>
              <a:t>. </a:t>
            </a:r>
            <a:r>
              <a:rPr sz="1200"/>
              <a:t>Confirmar</a:t>
            </a:r>
            <a:r>
              <a:rPr sz="1200"/>
              <a:t> data do campo, </a:t>
            </a:r>
            <a:r>
              <a:rPr sz="1200"/>
              <a:t>estado</a:t>
            </a:r>
            <a:r>
              <a:rPr sz="1200"/>
              <a:t> da </a:t>
            </a:r>
            <a:r>
              <a:rPr sz="1200"/>
              <a:t>maré</a:t>
            </a:r>
            <a:r>
              <a:rPr sz="1200"/>
              <a:t>, </a:t>
            </a:r>
            <a:r>
              <a:rPr sz="1200"/>
              <a:t>trecho</a:t>
            </a:r>
            <a:r>
              <a:rPr sz="1200"/>
              <a:t> e </a:t>
            </a:r>
            <a:r>
              <a:rPr sz="1200"/>
              <a:t>atividades</a:t>
            </a:r>
            <a:r>
              <a:rPr sz="1200"/>
              <a:t> de </a:t>
            </a:r>
            <a:r>
              <a:rPr sz="1200"/>
              <a:t>laboratório</a:t>
            </a:r>
            <a:r>
              <a:rPr sz="1200"/>
              <a:t>. </a:t>
            </a:r>
            <a:r>
              <a:rPr sz="1200"/>
              <a:t>Não</a:t>
            </a:r>
            <a:r>
              <a:rPr sz="1200"/>
              <a:t> </a:t>
            </a:r>
            <a:r>
              <a:rPr sz="1200"/>
              <a:t>assumir</a:t>
            </a:r>
            <a:r>
              <a:rPr sz="1200"/>
              <a:t> </a:t>
            </a:r>
            <a:r>
              <a:rPr sz="1200"/>
              <a:t>coleta</a:t>
            </a:r>
            <a:r>
              <a:rPr sz="1200"/>
              <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Daniel Martinz. 1 min. Fonte: </a:t>
            </a:r>
            <a:r>
              <a:rPr sz="1200"/>
              <a:t>relato</a:t>
            </a:r>
            <a:r>
              <a:rPr sz="1200"/>
              <a:t> do </a:t>
            </a:r>
            <a:r>
              <a:rPr sz="1200"/>
              <a:t>coordenador</a:t>
            </a:r>
            <a:r>
              <a:rPr sz="1200"/>
              <a:t> e </a:t>
            </a:r>
            <a:r>
              <a:rPr sz="1200"/>
              <a:t>textos</a:t>
            </a:r>
            <a:r>
              <a:rPr sz="1200"/>
              <a:t> do </a:t>
            </a:r>
            <a:r>
              <a:rPr sz="1200"/>
              <a:t>grupo</a:t>
            </a:r>
            <a:r>
              <a:rPr sz="1200"/>
              <a:t>. </a:t>
            </a:r>
            <a:r>
              <a:rPr sz="1200"/>
              <a:t>Confirmados</a:t>
            </a:r>
            <a:r>
              <a:rPr sz="1200"/>
              <a:t> </a:t>
            </a:r>
            <a:r>
              <a:rPr sz="1200"/>
              <a:t>observação</a:t>
            </a:r>
            <a:r>
              <a:rPr sz="1200"/>
              <a:t>, </a:t>
            </a:r>
            <a:r>
              <a:rPr sz="1200"/>
              <a:t>registro</a:t>
            </a:r>
            <a:r>
              <a:rPr sz="1200"/>
              <a:t> </a:t>
            </a:r>
            <a:r>
              <a:rPr sz="1200"/>
              <a:t>fotográfico</a:t>
            </a:r>
            <a:r>
              <a:rPr sz="1200"/>
              <a:t> e </a:t>
            </a:r>
            <a:r>
              <a:rPr sz="1200"/>
              <a:t>descrição</a:t>
            </a:r>
            <a:r>
              <a:rPr sz="1200"/>
              <a:t>. </a:t>
            </a:r>
            <a:r>
              <a:rPr sz="1200"/>
              <a:t>Confirmar</a:t>
            </a:r>
            <a:r>
              <a:rPr sz="1200"/>
              <a:t> data do campo, </a:t>
            </a:r>
            <a:r>
              <a:rPr sz="1200"/>
              <a:t>estado</a:t>
            </a:r>
            <a:r>
              <a:rPr sz="1200"/>
              <a:t> da </a:t>
            </a:r>
            <a:r>
              <a:rPr sz="1200"/>
              <a:t>maré</a:t>
            </a:r>
            <a:r>
              <a:rPr sz="1200"/>
              <a:t>, </a:t>
            </a:r>
            <a:r>
              <a:rPr sz="1200"/>
              <a:t>trecho</a:t>
            </a:r>
            <a:r>
              <a:rPr sz="1200"/>
              <a:t> e </a:t>
            </a:r>
            <a:r>
              <a:rPr sz="1200"/>
              <a:t>atividades</a:t>
            </a:r>
            <a:r>
              <a:rPr sz="1200"/>
              <a:t> de </a:t>
            </a:r>
            <a:r>
              <a:rPr sz="1200"/>
              <a:t>laboratório</a:t>
            </a:r>
            <a:r>
              <a:rPr sz="1200"/>
              <a:t>. </a:t>
            </a:r>
            <a:r>
              <a:rPr sz="1200"/>
              <a:t>Não</a:t>
            </a:r>
            <a:r>
              <a:rPr sz="1200"/>
              <a:t> </a:t>
            </a:r>
            <a:r>
              <a:rPr sz="1200"/>
              <a:t>assumir</a:t>
            </a:r>
            <a:r>
              <a:rPr sz="1200"/>
              <a:t> </a:t>
            </a:r>
            <a:r>
              <a:rPr sz="1200"/>
              <a:t>coleta</a:t>
            </a:r>
            <a:r>
              <a:rPr sz="1200"/>
              <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Ricardo. 1,5 min. Fonte: roteiro seção 3.1. Supralitoral acima da maré alta recebe spray. Médiolitoral alterna imersão e emersão. Infralitoral abaixo da maré baixa é predominantemente submerso. Limites variáveis com topografia e ondas.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Israel. 1,5 min. Fonte: Zonação.pdf p.1. Fotografias correspondentes enviadas no novo lote. O grupo classificou a região como supralitoral. A posição exata e a identidade das crostas precisam de confirmação. A fotografia não delimita uma zona por si só.</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Israel. 1,5 min. Fonte: Zonação.pdf p.2 e fotos do quarto lote, imagens 0 e 7. Os registros mostram distribuição irregular de cobertura verde e avermelhada nas superfícies. O grupo classifica o trecho como médiolitoral. Os limites exatos das zonas exigem conferência de maré e posição. Comparação qualitativa, sem contagem de espécies ou porcentagem de cobertura.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Israel. 1 min. Fonte: Zonação.pdf p.3. A nova foto mostra uma vista de superfície do ambiente, não uma amostra ou delimitação do infralitoral. O grupo relata continuidade e maior cobertura aparente abaixo da água, sem documentação subaquática. Não inferir forma de talos nem diversidade pela vista geral. Limitações: ouriços e ausência de câmera adequada.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Giullia. Fonte: Resultados - macroalgas.docx. Recuperadas localização, tamanho qualitativo e sinais de ressecamento. O texto original fala em algas mortas, mas as fotos não demonstram mortalidade nem sua causa. Identificação preliminar de Ulva. Talos flexíveis podem se deformar com a água, interpretação discutida adiante. Não equiparar flexibilidade a tolerância comprovada à dessecação.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Giullia. 1 min. Fonte: fotografia 2 do novo lote. Novo detalhe morfológico em comparação ao primeiro deck. Não atribuir gênero à estrutura vesicular sem confirmação. Descrever forma, cor e associação espacial. Não equivale à descoberta de nova espécie.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Giullia. Fonte: Resultados - macroalgas.docx. Recuperada relação espacial com verdes e maior contato relatado com a maré. Documento descreve talos calcificados, crostosos, laminares e ramificados, representados em conjunto com o slide seguinte. Fotografias não confirmam gêneros, espécies ou calcificação.</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Giullia. Fontes: Resultados - macroalgas.docx e novas fotos 4/5. As formas listadas são descrições do grupo, não identificação de cada estrutura apenas pela foto. Calcificação necessita confirmação. A variedade morfológica permite discutir relações com o hidrodinamismo, sem concluir adaptações específicas comprovadas.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Giullia. Fonte: Resultados - macroalgas.docx. Algas pequenas, castanhas, com aspecto translúcido e talos em leque, identificadas preliminarmente como Padina pelo grupo. Documento relata presença no médiolitoral mais em direção ao mar. Calcificação descrita pelo grupo não foi confirmada pela foto. Retenção de água e resistência atribuídas à morfologia são hipóteses que o campo não testou.</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Miguel. Fonte: DISCUSSÃO E CONCLUSÃO.docx e roteiro seção 3.1. Recuperada discussão por zona. No supralitoral, o grupo relata cobertura reduzida e crostas na faixa de respingos. No médiolitoral, alternância água/ar e ocorrência conjunta de verdes e vermelhas. No infralitoral, menor dessecação e relato de talos maiores e delicados. Esta última observação não tem foto subaquática. Não concluir que calcificação protege necessariamente contra perda de água.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Miguel. Fontes: DISCUSSÃO E CONCLUSÃO.docx, Resultados - macroalgas.docx e roteiro. Recuperadas relações entre formas dos talos e ambiente, com linguagem de interpretação. A flexibilidade permite deformação com a água, mas sua tolerância à exposição exige outros mecanismos. Formas crostosas têm crescimento próximo à rocha. A submersão reduz risco de dessecação, mas ondas continuam atuando. Evitar generalização de talos delicados para todo infralitoral.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Miguel. Fonte: DISCUSSÃO E CONCLUSÃO.docx, resultados e Zonação.pdf. Recuperado argumento central sobre exposição ao ar, umidade e zonação. Corrigido aumento de densidade/população para cobertura e variedade aparente, pois faltam contagens ou medidas. O infralitoral depende de relato visual, sem imagem representativa.</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Fontes fornecidas pelo grupo: roteiro da aula prática, Zonação.pdf, Resultados - macroalgas.docx e Discussão e conclusão.docx. Fotos do grupo, autoria individual a confirmar. Logo fornecido pelo coordenador. Confirmar autoria/data do roteiro para referência final. Nas notas de cada slide estão as fontes e ressalvas.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400"/>
              <a:buNone/>
            </a:pPr>
            <a:r>
              <a:rPr sz="1200"/>
              <a:t>Encerramento. Agradecer a atenção e abrir espaço para perguntas.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68d4fac01647f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4cf6501ca5477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d78412e756e47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356f3de38874f5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686aeefba2f45d9" /></Relationships>
</file>

<file path=ppt/slideLayouts/slideLayout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matchingName="Section Header">
  <p:cSld name="Section Header">
    <p:spTree>
      <p:nvGrpSpPr>
        <p:cNvPr id="1" name=""/>
        <p:cNvGrpSpPr/>
        <p:nvPr/>
      </p:nvGrpSpPr>
      <p:grpSpPr>
        <a:xfrm xmlns:a="http://schemas.openxmlformats.org/drawingml/2006/main"/>
      </p:grpSpPr>
      <p:sp>
        <p:nvSpPr>
          <p:cNvPr id="16" name="Google Shape;16;p24">
            <a:extLst xmlns:a="http://schemas.openxmlformats.org/drawingml/2006/main">
              <a:ext uri="{FF2B5EF4-FFF2-40B4-BE49-F238E27FC236}">
                <a16:creationId xmlns:a16="http://schemas.microsoft.com/office/drawing/2014/main" id="{D742171E-82A4-4484-B899-4F635568A2AE}"/>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17" name="Google Shape;17;p24">
            <a:extLst xmlns:a="http://schemas.openxmlformats.org/drawingml/2006/main">
              <a:ext uri="{FF2B5EF4-FFF2-40B4-BE49-F238E27FC236}">
                <a16:creationId xmlns:a16="http://schemas.microsoft.com/office/drawing/2014/main" id="{6068BDEB-7544-43C2-ADDA-886D811FCFF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2pPr>
            <a:lvl3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3pPr>
            <a:lvl4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4pPr>
            <a:lvl5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5pPr>
            <a:lvl6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6pPr>
            <a:lvl7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7pPr>
            <a:lvl8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8pPr>
            <a:lvl9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9pPr>
          </a:lstStyle>
          <a:p xmlns:a="http://schemas.openxmlformats.org/drawingml/2006/main">
            <a:endParaRPr/>
          </a:p>
        </p:txBody>
      </p:sp>
    </p:spTree>
  </p:cSld>
</p:sldLayout>
</file>

<file path=ppt/slideLayouts/slideLayout3.xml><?xml version="1.0" encoding="utf-8"?>
<p:sldLayout xmlns:p="http://schemas.openxmlformats.org/presentationml/2006/main" matchingName="Title and Body">
  <p:cSld name="Title and Body">
    <p:spTree>
      <p:nvGrpSpPr>
        <p:cNvPr id="1" name=""/>
        <p:cNvGrpSpPr/>
        <p:nvPr/>
      </p:nvGrpSpPr>
      <p:grpSpPr>
        <a:xfrm xmlns:a="http://schemas.openxmlformats.org/drawingml/2006/main"/>
      </p:grpSpPr>
      <p:sp>
        <p:nvSpPr>
          <p:cNvPr id="19" name="Google Shape;19;p25">
            <a:extLst xmlns:a="http://schemas.openxmlformats.org/drawingml/2006/main">
              <a:ext uri="{FF2B5EF4-FFF2-40B4-BE49-F238E27FC236}">
                <a16:creationId xmlns:a16="http://schemas.microsoft.com/office/drawing/2014/main" id="{0E41A0A3-5BC3-4140-BBD9-694727264EA4}"/>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0" name="Google Shape;20;p25">
            <a:extLst xmlns:a="http://schemas.openxmlformats.org/drawingml/2006/main">
              <a:ext uri="{FF2B5EF4-FFF2-40B4-BE49-F238E27FC236}">
                <a16:creationId xmlns:a16="http://schemas.microsoft.com/office/drawing/2014/main" id="{E7DD98E3-DF0B-4934-B67C-BAA4903A0F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2pPr>
            <a:lvl3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3pPr>
            <a:lvl4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4pPr>
            <a:lvl5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5pPr>
            <a:lvl6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6pPr>
            <a:lvl7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7pPr>
            <a:lvl8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8pPr>
            <a:lvl9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9pPr>
          </a:lstStyle>
          <a:p xmlns:a="http://schemas.openxmlformats.org/drawingml/2006/main">
            <a:endParaRPr/>
          </a:p>
        </p:txBody>
      </p:sp>
      <p:sp>
        <p:nvSpPr>
          <p:cNvPr id="21" name="Google Shape;21;p25">
            <a:extLst xmlns:a="http://schemas.openxmlformats.org/drawingml/2006/main">
              <a:ext uri="{FF2B5EF4-FFF2-40B4-BE49-F238E27FC236}">
                <a16:creationId xmlns:a16="http://schemas.microsoft.com/office/drawing/2014/main" id="{231FBCF3-E8BE-4EB6-A992-678E0304FAE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4.xml><?xml version="1.0" encoding="utf-8"?>
<p:sldLayout xmlns:p="http://schemas.openxmlformats.org/presentationml/2006/main" matchingName="Title and Two Column">
  <p:cSld name="Title and Two Column">
    <p:spTree>
      <p:nvGrpSpPr>
        <p:cNvPr id="1" name=""/>
        <p:cNvGrpSpPr/>
        <p:nvPr/>
      </p:nvGrpSpPr>
      <p:grpSpPr>
        <a:xfrm xmlns:a="http://schemas.openxmlformats.org/drawingml/2006/main"/>
      </p:grpSpPr>
      <p:sp>
        <p:nvSpPr>
          <p:cNvPr id="23" name="Google Shape;23;p26">
            <a:extLst xmlns:a="http://schemas.openxmlformats.org/drawingml/2006/main">
              <a:ext uri="{FF2B5EF4-FFF2-40B4-BE49-F238E27FC236}">
                <a16:creationId xmlns:a16="http://schemas.microsoft.com/office/drawing/2014/main" id="{F8BE26BB-BE85-4506-A362-A8A951BC86AE}"/>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4" name="Google Shape;24;p26">
            <a:extLst xmlns:a="http://schemas.openxmlformats.org/drawingml/2006/main">
              <a:ext uri="{FF2B5EF4-FFF2-40B4-BE49-F238E27FC236}">
                <a16:creationId xmlns:a16="http://schemas.microsoft.com/office/drawing/2014/main" id="{FF87FA98-ADCA-431F-ABEE-3D0513D51E0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2pPr>
            <a:lvl3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3pPr>
            <a:lvl4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4pPr>
            <a:lvl5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5pPr>
            <a:lvl6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6pPr>
            <a:lvl7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7pPr>
            <a:lvl8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8pPr>
            <a:lvl9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26">
            <a:extLst xmlns:a="http://schemas.openxmlformats.org/drawingml/2006/main">
              <a:ext uri="{FF2B5EF4-FFF2-40B4-BE49-F238E27FC236}">
                <a16:creationId xmlns:a16="http://schemas.microsoft.com/office/drawing/2014/main" id="{0B28D0D9-8CA2-426E-835C-A9431A53D1A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a:endParaRPr/>
          </a:p>
        </p:txBody>
      </p:sp>
      <p:sp>
        <p:nvSpPr>
          <p:cNvPr id="26" name="Google Shape;26;p26">
            <a:extLst xmlns:a="http://schemas.openxmlformats.org/drawingml/2006/main">
              <a:ext uri="{FF2B5EF4-FFF2-40B4-BE49-F238E27FC236}">
                <a16:creationId xmlns:a16="http://schemas.microsoft.com/office/drawing/2014/main" id="{94CA439F-B2EB-4C0A-B897-467148C548A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Layouts/slideLayout5.xml><?xml version="1.0" encoding="utf-8"?>
<p:sldLayout xmlns:p="http://schemas.openxmlformats.org/presentationml/2006/main" matchingName="Title and One Column">
  <p:cSld name="Title and One Column">
    <p:spTree>
      <p:nvGrpSpPr>
        <p:cNvPr id="1" name=""/>
        <p:cNvGrpSpPr/>
        <p:nvPr/>
      </p:nvGrpSpPr>
      <p:grpSpPr>
        <a:xfrm xmlns:a="http://schemas.openxmlformats.org/drawingml/2006/main"/>
      </p:grpSpPr>
      <p:sp>
        <p:nvSpPr>
          <p:cNvPr id="28" name="Google Shape;28;p27">
            <a:extLst xmlns:a="http://schemas.openxmlformats.org/drawingml/2006/main">
              <a:ext uri="{FF2B5EF4-FFF2-40B4-BE49-F238E27FC236}">
                <a16:creationId xmlns:a16="http://schemas.microsoft.com/office/drawing/2014/main" id="{9F12741F-0B99-4C47-B7CF-43D985803A1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
        <p:nvSpPr>
          <p:cNvPr id="29" name="Google Shape;29;p27">
            <a:extLst xmlns:a="http://schemas.openxmlformats.org/drawingml/2006/main">
              <a:ext uri="{FF2B5EF4-FFF2-40B4-BE49-F238E27FC236}">
                <a16:creationId xmlns:a16="http://schemas.microsoft.com/office/drawing/2014/main" id="{8C40DCED-C0D0-46FA-967F-441CC980B14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R="0" algn="l">
              <a:lnSpc>
                <a:spcPct val="11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defRPr>
            </a:lvl1pPr>
            <a:lvl2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2pPr>
            <a:lvl3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3pPr>
            <a:lvl4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4pPr>
            <a:lvl5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5pPr>
            <a:lvl6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6pPr>
            <a:lvl7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7pPr>
            <a:lvl8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8pPr>
            <a:lvl9pPr marR="0" algn="l">
              <a:lnSpc>
                <a:spcPct val="110000"/>
              </a:lnSpc>
              <a:spcBef>
                <a:spcPts val="0"/>
              </a:spcBef>
              <a:spcAft>
                <a:spcPts val="0"/>
              </a:spcAft>
              <a:buClr>
                <a:srgbClr val="000000"/>
              </a:buClr>
              <a:buSzPts val="1800"/>
              <a:buFont typeface="Arial"/>
              <a:buNone/>
              <a:defRPr sz="1800" b="0" i="0" u="none" strike="noStrike" cap="none">
                <a:solidFill>
                  <a:srgbClr val="000000"/>
                </a:solidFill>
                <a:latin typeface="Arial"/>
                <a:ea typeface="Arial"/>
                <a:cs typeface="Arial"/>
              </a:defRPr>
            </a:lvl9pPr>
          </a:lstStyle>
          <a:p xmlns:a="http://schemas.openxmlformats.org/drawingml/2006/main">
            <a:endParaRPr/>
          </a:p>
        </p:txBody>
      </p:sp>
      <p:sp>
        <p:nvSpPr>
          <p:cNvPr id="30" name="Google Shape;30;p27">
            <a:extLst xmlns:a="http://schemas.openxmlformats.org/drawingml/2006/main">
              <a:ext uri="{FF2B5EF4-FFF2-40B4-BE49-F238E27FC236}">
                <a16:creationId xmlns:a16="http://schemas.microsoft.com/office/drawing/2014/main" id="{1C42C47A-D616-4F84-A445-E444B85471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t">
            <a:normAutofit/>
          </a:bodyPr>
          <a:lstStyle xmlns:a="http://schemas.openxmlformats.org/drawingml/2006/main">
            <a:lvl1pPr marL="457200" marR="0" indent="-406400" algn="l">
              <a:lnSpc>
                <a:spcPct val="110000"/>
              </a:lnSpc>
              <a:spcBef>
                <a:spcPts val="0"/>
              </a:spcBef>
              <a:spcAft>
                <a:spcPts val="0"/>
              </a:spcAft>
              <a:buClr>
                <a:schemeClr val="dk1"/>
              </a:buClr>
              <a:buSzPts val="2800"/>
              <a:buFont typeface="Arial"/>
              <a:buChar char="•"/>
              <a:defRPr sz="2800" b="0" i="0" u="none" strike="noStrike" cap="none">
                <a:solidFill>
                  <a:schemeClr val="dk1"/>
                </a:solidFill>
                <a:latin typeface="Arial"/>
                <a:ea typeface="Arial"/>
                <a:cs typeface="Arial"/>
              </a:defRPr>
            </a:lvl1pPr>
            <a:lvl2pPr marL="914400" marR="0" indent="-381000" algn="l">
              <a:lnSpc>
                <a:spcPct val="110000"/>
              </a:lnSpc>
              <a:spcBef>
                <a:spcPts val="1200"/>
              </a:spcBef>
              <a:spcAft>
                <a:spcPts val="0"/>
              </a:spcAft>
              <a:buClr>
                <a:schemeClr val="dk1"/>
              </a:buClr>
              <a:buSzPts val="2400"/>
              <a:buFont typeface="Arial"/>
              <a:buChar char="•"/>
              <a:defRPr sz="2400" b="0" i="0" u="none" strike="noStrike" cap="none">
                <a:solidFill>
                  <a:schemeClr val="dk1"/>
                </a:solidFill>
                <a:latin typeface="Arial"/>
                <a:ea typeface="Arial"/>
                <a:cs typeface="Arial"/>
              </a:defRPr>
            </a:lvl2pPr>
            <a:lvl3pPr marL="1371600" marR="0" indent="-355600" algn="l">
              <a:lnSpc>
                <a:spcPct val="110000"/>
              </a:lnSpc>
              <a:spcBef>
                <a:spcPts val="1200"/>
              </a:spcBef>
              <a:spcAft>
                <a:spcPts val="0"/>
              </a:spcAft>
              <a:buClr>
                <a:schemeClr val="dk1"/>
              </a:buClr>
              <a:buSzPts val="2000"/>
              <a:buFont typeface="Arial"/>
              <a:buChar char="•"/>
              <a:defRPr sz="2000" b="0" i="0" u="none" strike="noStrike" cap="none">
                <a:solidFill>
                  <a:schemeClr val="dk1"/>
                </a:solidFill>
                <a:latin typeface="Arial"/>
                <a:ea typeface="Arial"/>
                <a:cs typeface="Arial"/>
              </a:defRPr>
            </a:lvl3pPr>
            <a:lvl4pPr marL="18288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4pPr>
            <a:lvl5pPr marL="22860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5pPr>
            <a:lvl6pPr marL="27432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6pPr>
            <a:lvl7pPr marL="32004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7pPr>
            <a:lvl8pPr marL="3657600" marR="0" indent="-342900" algn="l">
              <a:lnSpc>
                <a:spcPct val="110000"/>
              </a:lnSpc>
              <a:spcBef>
                <a:spcPts val="120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8pPr>
            <a:lvl9pPr marL="4114800" marR="0" indent="-342900" algn="l">
              <a:lnSpc>
                <a:spcPct val="110000"/>
              </a:lnSpc>
              <a:spcBef>
                <a:spcPts val="1200"/>
              </a:spcBef>
              <a:spcAft>
                <a:spcPts val="1200"/>
              </a:spcAft>
              <a:buClr>
                <a:schemeClr val="dk1"/>
              </a:buClr>
              <a:buSzPts val="1800"/>
              <a:buFont typeface="Arial"/>
              <a:buChar char="•"/>
              <a:defRPr sz="1800" b="0" i="0" u="none" strike="noStrike" cap="none">
                <a:solidFill>
                  <a:schemeClr val="dk1"/>
                </a:solidFill>
                <a:latin typeface="Arial"/>
                <a:ea typeface="Arial"/>
                <a:cs typeface="Arial"/>
              </a:defRPr>
            </a:lvl9pPr>
          </a:lstStyle>
          <a:p xmlns:a="http://schemas.openxmlformats.org/drawingml/2006/main">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ef6ab5b77741d9" /><Relationship Type="http://schemas.openxmlformats.org/officeDocument/2006/relationships/slideLayout" Target="/ppt/slideLayouts/slideLayout1.xml" Id="Rc02e695ef43f4991" /><Relationship Type="http://schemas.openxmlformats.org/officeDocument/2006/relationships/slideLayout" Target="/ppt/slideLayouts/slideLayout2.xml" Id="R71518fee2a384243" /><Relationship Type="http://schemas.openxmlformats.org/officeDocument/2006/relationships/slideLayout" Target="/ppt/slideLayouts/slideLayout3.xml" Id="R3ab281a0124c4d9a" /><Relationship Type="http://schemas.openxmlformats.org/officeDocument/2006/relationships/slideLayout" Target="/ppt/slideLayouts/slideLayout4.xml" Id="R77caeb2c33b347ad" /><Relationship Type="http://schemas.openxmlformats.org/officeDocument/2006/relationships/slideLayout" Target="/ppt/slideLayouts/slideLayout5.xml" Id="Rdb90427dd02843e7"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02e695ef43f4991"/>
    <p:sldLayoutId xmlns:r="http://schemas.openxmlformats.org/officeDocument/2006/relationships" id="2147483650" r:id="R71518fee2a384243"/>
    <p:sldLayoutId xmlns:r="http://schemas.openxmlformats.org/officeDocument/2006/relationships" id="2147483651" r:id="R3ab281a0124c4d9a"/>
    <p:sldLayoutId xmlns:r="http://schemas.openxmlformats.org/officeDocument/2006/relationships" id="2147483652" r:id="R77caeb2c33b347ad"/>
    <p:sldLayoutId xmlns:r="http://schemas.openxmlformats.org/officeDocument/2006/relationships" id="2147483653" r:id="Rdb90427dd02843e7"/>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a50fa015ca4186" /><Relationship Type="http://schemas.openxmlformats.org/officeDocument/2006/relationships/image" Target="/ppt/media/image.jpeg" Id="R9f5822bb795d4eec" /><Relationship Type="http://schemas.openxmlformats.org/officeDocument/2006/relationships/notesSlide" Target="/ppt/notesSlides/notesSlide1.xml" Id="Rd755fd9e1e02430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089b32e2684275" /><Relationship Type="http://schemas.openxmlformats.org/officeDocument/2006/relationships/notesSlide" Target="/ppt/notesSlides/notesSlide2.xml" Id="R7048008c3ed84bb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6449b627d434fc8" /><Relationship Type="http://schemas.openxmlformats.org/officeDocument/2006/relationships/notesSlide" Target="/ppt/notesSlides/notesSlide3.xml" Id="R269795da0b3845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015ee0a71746f0" /><Relationship Type="http://schemas.openxmlformats.org/officeDocument/2006/relationships/image" Target="/ppt/media/image2.jpeg" Id="Ra937bd98734044ea" /><Relationship Type="http://schemas.openxmlformats.org/officeDocument/2006/relationships/image" Target="/ppt/media/image3.jpeg" Id="R4088a420a29e4d44" /><Relationship Type="http://schemas.openxmlformats.org/officeDocument/2006/relationships/notesSlide" Target="/ppt/notesSlides/notesSlide4.xml" Id="Rfd8c024065cd4c8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1cb0bafe45d4d9e" /><Relationship Type="http://schemas.openxmlformats.org/officeDocument/2006/relationships/notesSlide" Target="/ppt/notesSlides/notesSlide5.xml" Id="Ref3fc0338ed54a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795aaffe7284b2c" /><Relationship Type="http://schemas.openxmlformats.org/officeDocument/2006/relationships/image" Target="/ppt/media/image4.jpeg" Id="R71eb87783a124863" /><Relationship Type="http://schemas.openxmlformats.org/officeDocument/2006/relationships/notesSlide" Target="/ppt/notesSlides/notesSlide6.xml" Id="R0bd75736ee15461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d7cbe5b4fd45da" /><Relationship Type="http://schemas.openxmlformats.org/officeDocument/2006/relationships/image" Target="/ppt/media/image.png" Id="R29f27ea7bd694d75" /><Relationship Type="http://schemas.openxmlformats.org/officeDocument/2006/relationships/image" Target="/ppt/media/image2.png" Id="Rad8e289c2cb34c5e" /><Relationship Type="http://schemas.openxmlformats.org/officeDocument/2006/relationships/image" Target="/ppt/media/image3.png" Id="R0099382b88cd4a8b" /><Relationship Type="http://schemas.openxmlformats.org/officeDocument/2006/relationships/notesSlide" Target="/ppt/notesSlides/notesSlide7.xml" Id="Rb2fc0a01d80946a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622901f472548ae" /><Relationship Type="http://schemas.openxmlformats.org/officeDocument/2006/relationships/image" Target="/ppt/media/image4.png" Id="R1671d9d253e34f81" /><Relationship Type="http://schemas.openxmlformats.org/officeDocument/2006/relationships/image" Target="/ppt/media/image5.png" Id="R8408847e209a43b3" /><Relationship Type="http://schemas.openxmlformats.org/officeDocument/2006/relationships/image" Target="/ppt/media/image6.png" Id="Re3b0b17b8f5b4168" /><Relationship Type="http://schemas.openxmlformats.org/officeDocument/2006/relationships/image" Target="/ppt/media/image7.png" Id="Rbbd4ab003707497f" /><Relationship Type="http://schemas.openxmlformats.org/officeDocument/2006/relationships/notesSlide" Target="/ppt/notesSlides/notesSlide8.xml" Id="Re2f5cfd0b47441a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ca67cda561a4021" /><Relationship Type="http://schemas.openxmlformats.org/officeDocument/2006/relationships/notesSlide" Target="/ppt/notesSlides/notesSlide9.xml" Id="Rb9584aabaea549f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decb24196934142" /><Relationship Type="http://schemas.openxmlformats.org/officeDocument/2006/relationships/image" Target="/ppt/media/image5.jpeg" Id="R0054cc174f644ae2" /><Relationship Type="http://schemas.openxmlformats.org/officeDocument/2006/relationships/image" Target="/ppt/media/image6.jpeg" Id="Rb6a186319d044960" /><Relationship Type="http://schemas.openxmlformats.org/officeDocument/2006/relationships/notesSlide" Target="/ppt/notesSlides/notesSlide10.xml" Id="R2ff4e2508994466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8e4a14605884796" /><Relationship Type="http://schemas.openxmlformats.org/officeDocument/2006/relationships/image" Target="/ppt/media/image7.jpeg" Id="R67930d8242764b8d" /><Relationship Type="http://schemas.openxmlformats.org/officeDocument/2006/relationships/image" Target="/ppt/media/image8.jpeg" Id="R3f0ff12592e24bec" /><Relationship Type="http://schemas.openxmlformats.org/officeDocument/2006/relationships/notesSlide" Target="/ppt/notesSlides/notesSlide11.xml" Id="R73642632105d493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17c846309c34152" /><Relationship Type="http://schemas.openxmlformats.org/officeDocument/2006/relationships/image" Target="/ppt/media/image9.jpeg" Id="R991e39032f49488b" /><Relationship Type="http://schemas.openxmlformats.org/officeDocument/2006/relationships/notesSlide" Target="/ppt/notesSlides/notesSlide12.xml" Id="Rb8a0ec7f4eac45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ff27c4c43474e55" /><Relationship Type="http://schemas.openxmlformats.org/officeDocument/2006/relationships/image" Target="/ppt/media/image10.jpeg" Id="Rfec0c985a27a4574" /><Relationship Type="http://schemas.openxmlformats.org/officeDocument/2006/relationships/image" Target="/ppt/media/image11.jpeg" Id="R55aafbf3c178452a" /><Relationship Type="http://schemas.openxmlformats.org/officeDocument/2006/relationships/notesSlide" Target="/ppt/notesSlides/notesSlide13.xml" Id="R96c64680b7ae4dc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81b06a3df3e4516" /><Relationship Type="http://schemas.openxmlformats.org/officeDocument/2006/relationships/image" Target="/ppt/media/image12.jpeg" Id="R01cc8ce91bee4716" /><Relationship Type="http://schemas.openxmlformats.org/officeDocument/2006/relationships/notesSlide" Target="/ppt/notesSlides/notesSlide14.xml" Id="R7299ab04d3c149a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3e2a60d83fd4106" /><Relationship Type="http://schemas.openxmlformats.org/officeDocument/2006/relationships/image" Target="/ppt/media/image13.jpeg" Id="Rc9e273d1a57c453e" /><Relationship Type="http://schemas.openxmlformats.org/officeDocument/2006/relationships/image" Target="/ppt/media/image14.jpeg" Id="R2ce9161ac06946cc" /><Relationship Type="http://schemas.openxmlformats.org/officeDocument/2006/relationships/notesSlide" Target="/ppt/notesSlides/notesSlide15.xml" Id="R12ed8a6d8a1f443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09d169ebfab43ab" /><Relationship Type="http://schemas.openxmlformats.org/officeDocument/2006/relationships/image" Target="/ppt/media/image15.jpeg" Id="R068a3abab4d24740" /><Relationship Type="http://schemas.openxmlformats.org/officeDocument/2006/relationships/image" Target="/ppt/media/image16.jpeg" Id="Ra076ad0268d84836" /><Relationship Type="http://schemas.openxmlformats.org/officeDocument/2006/relationships/notesSlide" Target="/ppt/notesSlides/notesSlide16.xml" Id="R8035a8517124461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e32b106fa644d75" /><Relationship Type="http://schemas.openxmlformats.org/officeDocument/2006/relationships/image" Target="/ppt/media/image17.jpeg" Id="R8c01592fcd8043aa" /><Relationship Type="http://schemas.openxmlformats.org/officeDocument/2006/relationships/notesSlide" Target="/ppt/notesSlides/notesSlide17.xml" Id="Re04448f987414e1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8771395dba44a1f" /><Relationship Type="http://schemas.openxmlformats.org/officeDocument/2006/relationships/image" Target="/ppt/media/image18.jpeg" Id="R7a31b23148e84a79" /><Relationship Type="http://schemas.openxmlformats.org/officeDocument/2006/relationships/notesSlide" Target="/ppt/notesSlides/notesSlide18.xml" Id="Ref1a535252324e6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25cd2e1dcf84eec" /><Relationship Type="http://schemas.openxmlformats.org/officeDocument/2006/relationships/notesSlide" Target="/ppt/notesSlides/notesSlide19.xml" Id="Rcbf69c885d73487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78ff30c99614233" /><Relationship Type="http://schemas.openxmlformats.org/officeDocument/2006/relationships/notesSlide" Target="/ppt/notesSlides/notesSlide20.xml" Id="R8ded9ced2fa34d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2010916388f4326" /><Relationship Type="http://schemas.openxmlformats.org/officeDocument/2006/relationships/notesSlide" Target="/ppt/notesSlides/notesSlide21.xml" Id="Re5207abe191b415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1a5029f47344970" /><Relationship Type="http://schemas.openxmlformats.org/officeDocument/2006/relationships/image" Target="/ppt/media/image.jpeg" Id="R096b8f4647a54223" /><Relationship Type="http://schemas.openxmlformats.org/officeDocument/2006/relationships/notesSlide" Target="/ppt/notesSlides/notesSlide22.xml" Id="Rfcf2e161eb0a466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Google Shape;36;p1">
            <a:extLst xmlns:a="http://schemas.openxmlformats.org/drawingml/2006/main">
              <a:ext uri="{FF2B5EF4-FFF2-40B4-BE49-F238E27FC236}">
                <a16:creationId xmlns:a16="http://schemas.microsoft.com/office/drawing/2014/main" id="{0BF4F52F-FA44-4E44-93FE-366400229E4B}"/>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37" name="Google Shape;37;p1">
            <a:extLst xmlns:a="http://schemas.openxmlformats.org/drawingml/2006/main">
              <a:ext uri="{FF2B5EF4-FFF2-40B4-BE49-F238E27FC236}">
                <a16:creationId xmlns:a16="http://schemas.microsoft.com/office/drawing/2014/main" id="{07238477-C300-4CC0-9505-D7605A621CEE}"/>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38" name="Google Shape;38;p1">
            <a:extLst xmlns:a="http://schemas.openxmlformats.org/drawingml/2006/main">
              <a:ext uri="{FF2B5EF4-FFF2-40B4-BE49-F238E27FC236}">
                <a16:creationId xmlns:a16="http://schemas.microsoft.com/office/drawing/2014/main" id="{30C5178B-4DBF-4E1A-9C0C-308483065042}"/>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39" name="Google Shape;39;p1">
            <a:extLst xmlns:a="http://schemas.openxmlformats.org/drawingml/2006/main">
              <a:ext uri="{FF2B5EF4-FFF2-40B4-BE49-F238E27FC236}">
                <a16:creationId xmlns:a16="http://schemas.microsoft.com/office/drawing/2014/main" id="{F304506D-4C8D-4112-9EAA-D1FC13865D29}"/>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Seminário</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1/22</a:t>
            </a:r>
            <a:endParaRPr sz="1400" b="0" i="0" u="none" strike="noStrike" cap="none">
              <a:solidFill>
                <a:srgbClr val="000000"/>
              </a:solidFill>
              <a:latin typeface="Arial"/>
              <a:ea typeface="Arial"/>
              <a:cs typeface="Arial"/>
            </a:endParaRPr>
          </a:p>
        </p:txBody>
      </p:sp>
      <p:pic>
        <p:nvPicPr>
          <p:cNvPr id="51" name="Google Shape;40;p1"/>
          <p:cNvPicPr>
            <a:picLocks xmlns:a="http://schemas.openxmlformats.org/drawingml/2006/main" noChangeAspect="1"/>
          </p:cNvPicPr>
          <p:nvPr/>
        </p:nvPicPr>
        <p:blipFill rotWithShape="1">
          <a:blip xmlns:r="http://schemas.openxmlformats.org/officeDocument/2006/relationships" xmlns:a="http://schemas.openxmlformats.org/drawingml/2006/main" r:embed="R9f5822bb795d4eec">
            <a:alphaModFix/>
          </a:blip>
          <a:srcRect xmlns:a="http://schemas.openxmlformats.org/drawingml/2006/main" l="0" t="0" r="0" b="0"/>
          <a:stretch xmlns:a="http://schemas.openxmlformats.org/drawingml/2006/main"/>
        </p:blipFill>
        <p:spPr>
          <a:xfrm xmlns:a="http://schemas.openxmlformats.org/drawingml/2006/main">
            <a:off x="819150" y="1219200"/>
            <a:ext cx="1524000" cy="1524000"/>
          </a:xfrm>
          <a:prstGeom xmlns:a="http://schemas.openxmlformats.org/drawingml/2006/main" prst="rect">
            <a:avLst/>
          </a:prstGeom>
          <a:ln xmlns:a="http://schemas.openxmlformats.org/drawingml/2006/main">
            <a:noFill/>
          </a:ln>
        </p:spPr>
      </p:pic>
      <p:sp>
        <p:nvSpPr>
          <p:cNvPr id="41" name="Google Shape;41;p1">
            <a:extLst xmlns:a="http://schemas.openxmlformats.org/drawingml/2006/main">
              <a:ext uri="{FF2B5EF4-FFF2-40B4-BE49-F238E27FC236}">
                <a16:creationId xmlns:a16="http://schemas.microsoft.com/office/drawing/2014/main" id="{C1B5BA1B-AB12-4365-A36A-8F32EE12BF05}"/>
              </a:ext>
            </a:extLst>
          </p:cNvPr>
          <p:cNvSpPr>
            <a:spLocks xmlns:a="http://schemas.openxmlformats.org/drawingml/2006/main" noGrp="1"/>
          </p:cNvSpPr>
          <p:nvPr/>
        </p:nvSpPr>
        <p:spPr>
          <a:xfrm xmlns:a="http://schemas.openxmlformats.org/drawingml/2006/main">
            <a:off x="2724150" y="1581150"/>
            <a:ext cx="8572500" cy="838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75"/>
              <a:buFont typeface="Arial"/>
              <a:buNone/>
            </a:pPr>
            <a:r>
              <a:rPr sz="2175" b="1" i="0" u="none" strike="noStrike" cap="none">
                <a:solidFill>
                  <a:srgbClr val="333399"/>
                </a:solidFill>
                <a:latin typeface="Arial"/>
                <a:ea typeface="Arial"/>
                <a:cs typeface="Arial"/>
              </a:rPr>
              <a:t>Universidade do Estado do Rio de Janeiro</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175"/>
              <a:buFont typeface="Arial"/>
              <a:buNone/>
            </a:pPr>
            <a:r>
              <a:rPr sz="2175" b="1" i="0" u="none" strike="noStrike" cap="none">
                <a:solidFill>
                  <a:srgbClr val="333399"/>
                </a:solidFill>
                <a:latin typeface="Arial"/>
                <a:ea typeface="Arial"/>
                <a:cs typeface="Arial"/>
              </a:rPr>
              <a:t>Fundamentos de Biologia III</a:t>
            </a:r>
            <a:endParaRPr sz="1400" b="0" i="0" u="none" strike="noStrike" cap="none">
              <a:solidFill>
                <a:srgbClr val="000000"/>
              </a:solidFill>
              <a:latin typeface="Arial"/>
              <a:ea typeface="Arial"/>
              <a:cs typeface="Arial"/>
            </a:endParaRPr>
          </a:p>
        </p:txBody>
      </p:sp>
      <p:sp>
        <p:nvSpPr>
          <p:cNvPr id="42" name="Google Shape;42;p1">
            <a:extLst xmlns:a="http://schemas.openxmlformats.org/drawingml/2006/main">
              <a:ext uri="{FF2B5EF4-FFF2-40B4-BE49-F238E27FC236}">
                <a16:creationId xmlns:a16="http://schemas.microsoft.com/office/drawing/2014/main" id="{C56B7D1C-75A6-4833-990D-905E5F7BF18A}"/>
              </a:ext>
            </a:extLst>
          </p:cNvPr>
          <p:cNvSpPr>
            <a:spLocks xmlns:a="http://schemas.openxmlformats.org/drawingml/2006/main" noGrp="1"/>
          </p:cNvSpPr>
          <p:nvPr/>
        </p:nvSpPr>
        <p:spPr>
          <a:xfrm xmlns:a="http://schemas.openxmlformats.org/drawingml/2006/main">
            <a:off x="838200" y="3190875"/>
            <a:ext cx="10477500" cy="1295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3675"/>
              <a:buFont typeface="Arial"/>
              <a:buNone/>
            </a:pPr>
            <a:r>
              <a:rPr sz="3675" b="1" i="0" u="none" strike="noStrike" cap="none">
                <a:solidFill>
                  <a:srgbClr val="333399"/>
                </a:solidFill>
                <a:latin typeface="Arial"/>
                <a:ea typeface="Arial"/>
                <a:cs typeface="Arial"/>
              </a:rPr>
              <a:t>Diversidade, zonação vertical</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3675"/>
              <a:buFont typeface="Arial"/>
              <a:buNone/>
            </a:pPr>
            <a:r>
              <a:rPr sz="3675" b="1" i="0" u="none" strike="noStrike" cap="none">
                <a:solidFill>
                  <a:srgbClr val="333399"/>
                </a:solidFill>
                <a:latin typeface="Arial"/>
                <a:ea typeface="Arial"/>
                <a:cs typeface="Arial"/>
              </a:rPr>
              <a:t>e morfologia do talo</a:t>
            </a:r>
            <a:endParaRPr sz="1400" b="0" i="0" u="none" strike="noStrike" cap="none">
              <a:solidFill>
                <a:srgbClr val="000000"/>
              </a:solidFill>
              <a:latin typeface="Arial"/>
              <a:ea typeface="Arial"/>
              <a:cs typeface="Arial"/>
            </a:endParaRPr>
          </a:p>
        </p:txBody>
      </p:sp>
      <p:sp>
        <p:nvSpPr>
          <p:cNvPr id="43" name="Google Shape;43;p1">
            <a:extLst xmlns:a="http://schemas.openxmlformats.org/drawingml/2006/main">
              <a:ext uri="{FF2B5EF4-FFF2-40B4-BE49-F238E27FC236}">
                <a16:creationId xmlns:a16="http://schemas.microsoft.com/office/drawing/2014/main" id="{56AA484B-FA22-440F-BA49-0FEB5B22D84C}"/>
              </a:ext>
            </a:extLst>
          </p:cNvPr>
          <p:cNvSpPr>
            <a:spLocks xmlns:a="http://schemas.openxmlformats.org/drawingml/2006/main" noGrp="1"/>
          </p:cNvSpPr>
          <p:nvPr/>
        </p:nvSpPr>
        <p:spPr>
          <a:xfrm xmlns:a="http://schemas.openxmlformats.org/drawingml/2006/main">
            <a:off x="866775" y="4933950"/>
            <a:ext cx="54294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Ricardo Renan Barbosa de Souza</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Giullia Calito Carvalho Azevedo</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Jose Mauro Elsas</a:t>
            </a:r>
            <a:endParaRPr sz="1400" b="0" i="0" u="none" strike="noStrike" cap="none">
              <a:solidFill>
                <a:srgbClr val="000000"/>
              </a:solidFill>
              <a:latin typeface="Arial"/>
              <a:ea typeface="Arial"/>
              <a:cs typeface="Arial"/>
            </a:endParaRPr>
          </a:p>
        </p:txBody>
      </p:sp>
      <p:sp>
        <p:nvSpPr>
          <p:cNvPr id="44" name="Google Shape;44;p1">
            <a:extLst xmlns:a="http://schemas.openxmlformats.org/drawingml/2006/main">
              <a:ext uri="{FF2B5EF4-FFF2-40B4-BE49-F238E27FC236}">
                <a16:creationId xmlns:a16="http://schemas.microsoft.com/office/drawing/2014/main" id="{E64B9C54-7159-47FC-B598-E68FBED59009}"/>
              </a:ext>
            </a:extLst>
          </p:cNvPr>
          <p:cNvSpPr>
            <a:spLocks xmlns:a="http://schemas.openxmlformats.org/drawingml/2006/main" noGrp="1"/>
          </p:cNvSpPr>
          <p:nvPr/>
        </p:nvSpPr>
        <p:spPr>
          <a:xfrm xmlns:a="http://schemas.openxmlformats.org/drawingml/2006/main">
            <a:off x="6667500" y="4933950"/>
            <a:ext cx="4762500" cy="11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Israel Oliveira Carneiro</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Miguel Gayani</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Daniel Martinz</a:t>
            </a:r>
            <a:endParaRPr sz="1400" b="0" i="0" u="none" strike="noStrike" cap="none">
              <a:solidFill>
                <a:srgbClr val="000000"/>
              </a:solidFill>
              <a:latin typeface="Arial"/>
              <a:ea typeface="Arial"/>
              <a:cs typeface="Arial"/>
            </a:endParaRPr>
          </a:p>
        </p:txBody>
      </p:sp>
      <p:sp>
        <p:nvSpPr>
          <p:cNvPr id="45" name="Google Shape;45;p1">
            <a:extLst xmlns:a="http://schemas.openxmlformats.org/drawingml/2006/main">
              <a:ext uri="{FF2B5EF4-FFF2-40B4-BE49-F238E27FC236}">
                <a16:creationId xmlns:a16="http://schemas.microsoft.com/office/drawing/2014/main" id="{63A6C0F0-C0DB-41C4-A87A-94C6D7F0EC33}"/>
              </a:ext>
            </a:extLst>
          </p:cNvPr>
          <p:cNvSpPr>
            <a:spLocks xmlns:a="http://schemas.openxmlformats.org/drawingml/2006/main" noGrp="1"/>
          </p:cNvSpPr>
          <p:nvPr/>
        </p:nvSpPr>
        <p:spPr>
          <a:xfrm xmlns:a="http://schemas.openxmlformats.org/drawingml/2006/main">
            <a:off x="866775" y="6143625"/>
            <a:ext cx="10477500" cy="2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0" i="0" u="none" strike="noStrike" cap="none">
                <a:solidFill>
                  <a:srgbClr val="202D40"/>
                </a:solidFill>
                <a:latin typeface="Arial"/>
                <a:ea typeface="Arial"/>
                <a:cs typeface="Arial"/>
              </a:rPr>
              <a:t>Outubro de 2026</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20389906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Google Shape;51;p2">
            <a:extLst xmlns:a="http://schemas.openxmlformats.org/drawingml/2006/main">
              <a:ext uri="{FF2B5EF4-FFF2-40B4-BE49-F238E27FC236}">
                <a16:creationId xmlns:a16="http://schemas.microsoft.com/office/drawing/2014/main" id="{04D9B99C-1E65-4196-A155-18FA5424E5E0}"/>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Sumário</a:t>
            </a:r>
            <a:endParaRPr sz="1400" b="0" i="0" u="none" strike="noStrike" cap="none">
              <a:solidFill>
                <a:srgbClr val="000000"/>
              </a:solidFill>
              <a:latin typeface="Arial"/>
              <a:ea typeface="Arial"/>
              <a:cs typeface="Arial"/>
            </a:endParaRPr>
          </a:p>
        </p:txBody>
      </p:sp>
      <p:sp>
        <p:nvSpPr>
          <p:cNvPr id="52" name="Google Shape;52;p2">
            <a:extLst xmlns:a="http://schemas.openxmlformats.org/drawingml/2006/main">
              <a:ext uri="{FF2B5EF4-FFF2-40B4-BE49-F238E27FC236}">
                <a16:creationId xmlns:a16="http://schemas.microsoft.com/office/drawing/2014/main" id="{066D6F31-65AA-40B3-8874-B48D5B15DA56}"/>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53" name="Google Shape;53;p2">
            <a:extLst xmlns:a="http://schemas.openxmlformats.org/drawingml/2006/main">
              <a:ext uri="{FF2B5EF4-FFF2-40B4-BE49-F238E27FC236}">
                <a16:creationId xmlns:a16="http://schemas.microsoft.com/office/drawing/2014/main" id="{377B4CCC-7B77-4A45-952B-54BEC0999324}"/>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54" name="Google Shape;54;p2">
            <a:extLst xmlns:a="http://schemas.openxmlformats.org/drawingml/2006/main">
              <a:ext uri="{FF2B5EF4-FFF2-40B4-BE49-F238E27FC236}">
                <a16:creationId xmlns:a16="http://schemas.microsoft.com/office/drawing/2014/main" id="{BEA83B5C-CEE6-4029-8767-C121A35A9F3F}"/>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Roteiro</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2/22</a:t>
            </a:r>
            <a:endParaRPr sz="1400" b="0" i="0" u="none" strike="noStrike" cap="none">
              <a:solidFill>
                <a:srgbClr val="000000"/>
              </a:solidFill>
              <a:latin typeface="Arial"/>
              <a:ea typeface="Arial"/>
              <a:cs typeface="Arial"/>
            </a:endParaRPr>
          </a:p>
        </p:txBody>
      </p:sp>
      <p:sp>
        <p:nvSpPr>
          <p:cNvPr id="55" name="Google Shape;55;p2">
            <a:extLst xmlns:a="http://schemas.openxmlformats.org/drawingml/2006/main">
              <a:ext uri="{FF2B5EF4-FFF2-40B4-BE49-F238E27FC236}">
                <a16:creationId xmlns:a16="http://schemas.microsoft.com/office/drawing/2014/main" id="{AD886F5C-9079-48E9-919A-0554A0F4934D}"/>
              </a:ext>
            </a:extLst>
          </p:cNvPr>
          <p:cNvSpPr>
            <a:spLocks xmlns:a="http://schemas.openxmlformats.org/drawingml/2006/main" noGrp="1"/>
          </p:cNvSpPr>
          <p:nvPr/>
        </p:nvSpPr>
        <p:spPr>
          <a:xfrm xmlns:a="http://schemas.openxmlformats.org/drawingml/2006/main">
            <a:off x="914400" y="1285875"/>
            <a:ext cx="10287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0" i="0" u="none" strike="noStrike" cap="none">
                <a:solidFill>
                  <a:srgbClr val="333399"/>
                </a:solidFill>
                <a:latin typeface="Arial"/>
                <a:ea typeface="Arial"/>
                <a:cs typeface="Arial"/>
              </a:rPr>
              <a:t>01   Introdução</a:t>
            </a:r>
            <a:endParaRPr sz="1400" b="0" i="0" u="none" strike="noStrike" cap="none">
              <a:solidFill>
                <a:srgbClr val="000000"/>
              </a:solidFill>
              <a:latin typeface="Arial"/>
              <a:ea typeface="Arial"/>
              <a:cs typeface="Arial"/>
            </a:endParaRPr>
          </a:p>
        </p:txBody>
      </p:sp>
      <p:sp>
        <p:nvSpPr>
          <p:cNvPr id="56" name="Google Shape;56;p2">
            <a:extLst xmlns:a="http://schemas.openxmlformats.org/drawingml/2006/main">
              <a:ext uri="{FF2B5EF4-FFF2-40B4-BE49-F238E27FC236}">
                <a16:creationId xmlns:a16="http://schemas.microsoft.com/office/drawing/2014/main" id="{E47C2EAE-B04E-4A02-A1D9-31B73C2FA8F2}"/>
              </a:ext>
            </a:extLst>
          </p:cNvPr>
          <p:cNvSpPr>
            <a:spLocks xmlns:a="http://schemas.openxmlformats.org/drawingml/2006/main" noGrp="1"/>
          </p:cNvSpPr>
          <p:nvPr/>
        </p:nvSpPr>
        <p:spPr>
          <a:xfrm xmlns:a="http://schemas.openxmlformats.org/drawingml/2006/main">
            <a:off x="914400" y="2066925"/>
            <a:ext cx="10287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0" i="0" u="none" strike="noStrike" cap="none">
                <a:solidFill>
                  <a:srgbClr val="333399"/>
                </a:solidFill>
                <a:latin typeface="Arial"/>
                <a:ea typeface="Arial"/>
                <a:cs typeface="Arial"/>
              </a:rPr>
              <a:t>02   Objetivos</a:t>
            </a:r>
            <a:endParaRPr sz="1400" b="0" i="0" u="none" strike="noStrike" cap="none">
              <a:solidFill>
                <a:srgbClr val="000000"/>
              </a:solidFill>
              <a:latin typeface="Arial"/>
              <a:ea typeface="Arial"/>
              <a:cs typeface="Arial"/>
            </a:endParaRPr>
          </a:p>
        </p:txBody>
      </p:sp>
      <p:sp>
        <p:nvSpPr>
          <p:cNvPr id="57" name="Google Shape;57;p2">
            <a:extLst xmlns:a="http://schemas.openxmlformats.org/drawingml/2006/main">
              <a:ext uri="{FF2B5EF4-FFF2-40B4-BE49-F238E27FC236}">
                <a16:creationId xmlns:a16="http://schemas.microsoft.com/office/drawing/2014/main" id="{380F21FA-3ABA-405A-8F0B-230C0ACA7462}"/>
              </a:ext>
            </a:extLst>
          </p:cNvPr>
          <p:cNvSpPr>
            <a:spLocks xmlns:a="http://schemas.openxmlformats.org/drawingml/2006/main" noGrp="1"/>
          </p:cNvSpPr>
          <p:nvPr/>
        </p:nvSpPr>
        <p:spPr>
          <a:xfrm xmlns:a="http://schemas.openxmlformats.org/drawingml/2006/main">
            <a:off x="914400" y="2847975"/>
            <a:ext cx="10287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0" i="0" u="none" strike="noStrike" cap="none">
                <a:solidFill>
                  <a:srgbClr val="333399"/>
                </a:solidFill>
                <a:latin typeface="Arial"/>
                <a:ea typeface="Arial"/>
                <a:cs typeface="Arial"/>
              </a:rPr>
              <a:t>03   Metodologia</a:t>
            </a:r>
            <a:endParaRPr sz="1400" b="0" i="0" u="none" strike="noStrike" cap="none">
              <a:solidFill>
                <a:srgbClr val="000000"/>
              </a:solidFill>
              <a:latin typeface="Arial"/>
              <a:ea typeface="Arial"/>
              <a:cs typeface="Arial"/>
            </a:endParaRPr>
          </a:p>
        </p:txBody>
      </p:sp>
      <p:sp>
        <p:nvSpPr>
          <p:cNvPr id="58" name="Google Shape;58;p2">
            <a:extLst xmlns:a="http://schemas.openxmlformats.org/drawingml/2006/main">
              <a:ext uri="{FF2B5EF4-FFF2-40B4-BE49-F238E27FC236}">
                <a16:creationId xmlns:a16="http://schemas.microsoft.com/office/drawing/2014/main" id="{2F0B71AD-935E-4B5C-B984-9EAE9DC23D52}"/>
              </a:ext>
            </a:extLst>
          </p:cNvPr>
          <p:cNvSpPr>
            <a:spLocks xmlns:a="http://schemas.openxmlformats.org/drawingml/2006/main" noGrp="1"/>
          </p:cNvSpPr>
          <p:nvPr/>
        </p:nvSpPr>
        <p:spPr>
          <a:xfrm xmlns:a="http://schemas.openxmlformats.org/drawingml/2006/main">
            <a:off x="914400" y="3629025"/>
            <a:ext cx="10287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0" i="0" u="none" strike="noStrike" cap="none">
                <a:solidFill>
                  <a:srgbClr val="333399"/>
                </a:solidFill>
                <a:latin typeface="Arial"/>
                <a:ea typeface="Arial"/>
                <a:cs typeface="Arial"/>
              </a:rPr>
              <a:t>04   Zonação e resultados de campo</a:t>
            </a:r>
            <a:endParaRPr sz="1400" b="0" i="0" u="none" strike="noStrike" cap="none">
              <a:solidFill>
                <a:srgbClr val="000000"/>
              </a:solidFill>
              <a:latin typeface="Arial"/>
              <a:ea typeface="Arial"/>
              <a:cs typeface="Arial"/>
            </a:endParaRPr>
          </a:p>
        </p:txBody>
      </p:sp>
      <p:sp>
        <p:nvSpPr>
          <p:cNvPr id="59" name="Google Shape;59;p2">
            <a:extLst xmlns:a="http://schemas.openxmlformats.org/drawingml/2006/main">
              <a:ext uri="{FF2B5EF4-FFF2-40B4-BE49-F238E27FC236}">
                <a16:creationId xmlns:a16="http://schemas.microsoft.com/office/drawing/2014/main" id="{2F2C7F4D-C50F-497D-88B5-412CC6E92233}"/>
              </a:ext>
            </a:extLst>
          </p:cNvPr>
          <p:cNvSpPr>
            <a:spLocks xmlns:a="http://schemas.openxmlformats.org/drawingml/2006/main" noGrp="1"/>
          </p:cNvSpPr>
          <p:nvPr/>
        </p:nvSpPr>
        <p:spPr>
          <a:xfrm xmlns:a="http://schemas.openxmlformats.org/drawingml/2006/main">
            <a:off x="914400" y="4410075"/>
            <a:ext cx="10287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0" i="0" u="none" strike="noStrike" cap="none">
                <a:solidFill>
                  <a:srgbClr val="333399"/>
                </a:solidFill>
                <a:latin typeface="Arial"/>
                <a:ea typeface="Arial"/>
                <a:cs typeface="Arial"/>
              </a:rPr>
              <a:t>05   Discussão</a:t>
            </a:r>
            <a:endParaRPr sz="1400" b="0" i="0" u="none" strike="noStrike" cap="none">
              <a:solidFill>
                <a:srgbClr val="000000"/>
              </a:solidFill>
              <a:latin typeface="Arial"/>
              <a:ea typeface="Arial"/>
              <a:cs typeface="Arial"/>
            </a:endParaRPr>
          </a:p>
        </p:txBody>
      </p:sp>
      <p:sp>
        <p:nvSpPr>
          <p:cNvPr id="60" name="Google Shape;60;p2">
            <a:extLst xmlns:a="http://schemas.openxmlformats.org/drawingml/2006/main">
              <a:ext uri="{FF2B5EF4-FFF2-40B4-BE49-F238E27FC236}">
                <a16:creationId xmlns:a16="http://schemas.microsoft.com/office/drawing/2014/main" id="{99CC9EA9-1356-47E9-9E7B-D0D1F845D8D9}"/>
              </a:ext>
            </a:extLst>
          </p:cNvPr>
          <p:cNvSpPr>
            <a:spLocks xmlns:a="http://schemas.openxmlformats.org/drawingml/2006/main" noGrp="1"/>
          </p:cNvSpPr>
          <p:nvPr/>
        </p:nvSpPr>
        <p:spPr>
          <a:xfrm xmlns:a="http://schemas.openxmlformats.org/drawingml/2006/main">
            <a:off x="914400" y="5191125"/>
            <a:ext cx="10287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0" i="0" u="none" strike="noStrike" cap="none">
                <a:solidFill>
                  <a:srgbClr val="333399"/>
                </a:solidFill>
                <a:latin typeface="Arial"/>
                <a:ea typeface="Arial"/>
                <a:cs typeface="Arial"/>
              </a:rPr>
              <a:t>06   Conclusão</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1717677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Google Shape;66;p3">
            <a:extLst xmlns:a="http://schemas.openxmlformats.org/drawingml/2006/main">
              <a:ext uri="{FF2B5EF4-FFF2-40B4-BE49-F238E27FC236}">
                <a16:creationId xmlns:a16="http://schemas.microsoft.com/office/drawing/2014/main" id="{071914F1-95AF-4006-BD6F-6295A34A9944}"/>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Introdução</a:t>
            </a:r>
            <a:endParaRPr sz="1400" b="0" i="0" u="none" strike="noStrike" cap="none">
              <a:solidFill>
                <a:srgbClr val="000000"/>
              </a:solidFill>
              <a:latin typeface="Arial"/>
              <a:ea typeface="Arial"/>
              <a:cs typeface="Arial"/>
            </a:endParaRPr>
          </a:p>
        </p:txBody>
      </p:sp>
      <p:sp>
        <p:nvSpPr>
          <p:cNvPr id="67" name="Google Shape;67;p3">
            <a:extLst xmlns:a="http://schemas.openxmlformats.org/drawingml/2006/main">
              <a:ext uri="{FF2B5EF4-FFF2-40B4-BE49-F238E27FC236}">
                <a16:creationId xmlns:a16="http://schemas.microsoft.com/office/drawing/2014/main" id="{68053064-BF2A-4E0F-B1BD-AF208781FFEA}"/>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68" name="Google Shape;68;p3">
            <a:extLst xmlns:a="http://schemas.openxmlformats.org/drawingml/2006/main">
              <a:ext uri="{FF2B5EF4-FFF2-40B4-BE49-F238E27FC236}">
                <a16:creationId xmlns:a16="http://schemas.microsoft.com/office/drawing/2014/main" id="{3614735D-297A-46B7-B630-BED94AC71E2B}"/>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69" name="Google Shape;69;p3">
            <a:extLst xmlns:a="http://schemas.openxmlformats.org/drawingml/2006/main">
              <a:ext uri="{FF2B5EF4-FFF2-40B4-BE49-F238E27FC236}">
                <a16:creationId xmlns:a16="http://schemas.microsoft.com/office/drawing/2014/main" id="{9D344CFB-119A-47CD-974D-E31AF8B46BB1}"/>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Introdução</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3/22</a:t>
            </a:r>
            <a:endParaRPr sz="1400" b="0" i="0" u="none" strike="noStrike" cap="none">
              <a:solidFill>
                <a:srgbClr val="000000"/>
              </a:solidFill>
              <a:latin typeface="Arial"/>
              <a:ea typeface="Arial"/>
              <a:cs typeface="Arial"/>
            </a:endParaRPr>
          </a:p>
        </p:txBody>
      </p:sp>
      <p:sp>
        <p:nvSpPr>
          <p:cNvPr id="70" name="Google Shape;70;p3">
            <a:extLst xmlns:a="http://schemas.openxmlformats.org/drawingml/2006/main">
              <a:ext uri="{FF2B5EF4-FFF2-40B4-BE49-F238E27FC236}">
                <a16:creationId xmlns:a16="http://schemas.microsoft.com/office/drawing/2014/main" id="{1F8DF5B0-749F-49B8-9903-5681272225BE}"/>
              </a:ext>
            </a:extLst>
          </p:cNvPr>
          <p:cNvSpPr>
            <a:spLocks xmlns:a="http://schemas.openxmlformats.org/drawingml/2006/main" noGrp="1"/>
          </p:cNvSpPr>
          <p:nvPr/>
        </p:nvSpPr>
        <p:spPr>
          <a:xfrm xmlns:a="http://schemas.openxmlformats.org/drawingml/2006/main">
            <a:off x="838200" y="1447800"/>
            <a:ext cx="10477500" cy="1657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475"/>
              <a:buFont typeface="Arial"/>
              <a:buNone/>
            </a:pPr>
            <a:r>
              <a:rPr sz="2475" b="0" i="0" u="none" strike="noStrike" cap="none">
                <a:solidFill>
                  <a:srgbClr val="202D40"/>
                </a:solidFill>
                <a:latin typeface="Arial"/>
                <a:ea typeface="Arial"/>
                <a:cs typeface="Arial"/>
              </a:rPr>
              <a:t>As macroalgas fazem parte da comunidade dos costões rochosos. Sua distribuição varia conforme o contato com a água, a exposição ao ar e a ação das ondas.</a:t>
            </a:r>
            <a:endParaRPr sz="1400" b="0" i="0" u="none" strike="noStrike" cap="none">
              <a:solidFill>
                <a:srgbClr val="000000"/>
              </a:solidFill>
              <a:latin typeface="Arial"/>
              <a:ea typeface="Arial"/>
              <a:cs typeface="Arial"/>
            </a:endParaRPr>
          </a:p>
        </p:txBody>
      </p:sp>
      <p:sp>
        <p:nvSpPr>
          <p:cNvPr id="71" name="Google Shape;71;p3">
            <a:extLst xmlns:a="http://schemas.openxmlformats.org/drawingml/2006/main">
              <a:ext uri="{FF2B5EF4-FFF2-40B4-BE49-F238E27FC236}">
                <a16:creationId xmlns:a16="http://schemas.microsoft.com/office/drawing/2014/main" id="{EBEAD66B-44FE-4702-9468-B7D225C3E9D6}"/>
              </a:ext>
            </a:extLst>
          </p:cNvPr>
          <p:cNvSpPr>
            <a:spLocks xmlns:a="http://schemas.openxmlformats.org/drawingml/2006/main" noGrp="1"/>
          </p:cNvSpPr>
          <p:nvPr/>
        </p:nvSpPr>
        <p:spPr>
          <a:xfrm xmlns:a="http://schemas.openxmlformats.org/drawingml/2006/main">
            <a:off x="838200" y="3448050"/>
            <a:ext cx="10477500" cy="1257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475"/>
              <a:buFont typeface="Arial"/>
              <a:buNone/>
            </a:pPr>
            <a:r>
              <a:rPr sz="2475" b="0" i="0" u="none" strike="noStrike" cap="none">
                <a:solidFill>
                  <a:srgbClr val="202D40"/>
                </a:solidFill>
                <a:latin typeface="Arial"/>
                <a:ea typeface="Arial"/>
                <a:cs typeface="Arial"/>
              </a:rPr>
              <a:t>Na Praia Vermelha, observamos diferentes cores e formas de talo e registramos sua ocorrência em fotografias.</a:t>
            </a:r>
            <a:endParaRPr sz="1400" b="0" i="0" u="none" strike="noStrike" cap="none">
              <a:solidFill>
                <a:srgbClr val="000000"/>
              </a:solidFill>
              <a:latin typeface="Arial"/>
              <a:ea typeface="Arial"/>
              <a:cs typeface="Arial"/>
            </a:endParaRPr>
          </a:p>
        </p:txBody>
      </p:sp>
      <p:sp>
        <p:nvSpPr>
          <p:cNvPr id="72" name="Google Shape;72;p3">
            <a:extLst xmlns:a="http://schemas.openxmlformats.org/drawingml/2006/main">
              <a:ext uri="{FF2B5EF4-FFF2-40B4-BE49-F238E27FC236}">
                <a16:creationId xmlns:a16="http://schemas.microsoft.com/office/drawing/2014/main" id="{8AA4B0E5-9E8F-4D6C-8944-AF469D4F5546}"/>
              </a:ext>
            </a:extLst>
          </p:cNvPr>
          <p:cNvSpPr>
            <a:spLocks xmlns:a="http://schemas.openxmlformats.org/drawingml/2006/main" noGrp="1"/>
          </p:cNvSpPr>
          <p:nvPr/>
        </p:nvSpPr>
        <p:spPr>
          <a:xfrm xmlns:a="http://schemas.openxmlformats.org/drawingml/2006/main">
            <a:off x="838200" y="5114925"/>
            <a:ext cx="10477500" cy="10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475"/>
              <a:buFont typeface="Arial"/>
              <a:buNone/>
            </a:pPr>
            <a:r>
              <a:rPr sz="2475" b="0" i="0" u="none" strike="noStrike" cap="none">
                <a:solidFill>
                  <a:srgbClr val="333399"/>
                </a:solidFill>
                <a:latin typeface="Arial"/>
                <a:ea typeface="Arial"/>
                <a:cs typeface="Arial"/>
              </a:rPr>
              <a:t>Neste seminário, relacionamos esses registros às condições ambientais e à zonação do costão.</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13973171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8" name="Google Shape;78;p4">
            <a:extLst xmlns:a="http://schemas.openxmlformats.org/drawingml/2006/main">
              <a:ext uri="{FF2B5EF4-FFF2-40B4-BE49-F238E27FC236}">
                <a16:creationId xmlns:a16="http://schemas.microsoft.com/office/drawing/2014/main" id="{91321967-4655-454B-B3E7-BF32A39B3B2B}"/>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O costão da Praia Vermelha</a:t>
            </a:r>
            <a:endParaRPr sz="1400" b="0" i="0" u="none" strike="noStrike" cap="none">
              <a:solidFill>
                <a:srgbClr val="000000"/>
              </a:solidFill>
              <a:latin typeface="Arial"/>
              <a:ea typeface="Arial"/>
              <a:cs typeface="Arial"/>
            </a:endParaRPr>
          </a:p>
        </p:txBody>
      </p:sp>
      <p:sp>
        <p:nvSpPr>
          <p:cNvPr id="79" name="Google Shape;79;p4">
            <a:extLst xmlns:a="http://schemas.openxmlformats.org/drawingml/2006/main">
              <a:ext uri="{FF2B5EF4-FFF2-40B4-BE49-F238E27FC236}">
                <a16:creationId xmlns:a16="http://schemas.microsoft.com/office/drawing/2014/main" id="{EBCCB42E-DA07-4223-9584-E2C87B41F600}"/>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80" name="Google Shape;80;p4">
            <a:extLst xmlns:a="http://schemas.openxmlformats.org/drawingml/2006/main">
              <a:ext uri="{FF2B5EF4-FFF2-40B4-BE49-F238E27FC236}">
                <a16:creationId xmlns:a16="http://schemas.microsoft.com/office/drawing/2014/main" id="{D03D9317-5167-4257-8341-BF41D7952CA7}"/>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81" name="Google Shape;81;p4">
            <a:extLst xmlns:a="http://schemas.openxmlformats.org/drawingml/2006/main">
              <a:ext uri="{FF2B5EF4-FFF2-40B4-BE49-F238E27FC236}">
                <a16:creationId xmlns:a16="http://schemas.microsoft.com/office/drawing/2014/main" id="{9B859053-8BBB-458D-8589-068E81D7DD7D}"/>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Introdução</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4/22</a:t>
            </a:r>
            <a:endParaRPr sz="1400" b="0" i="0" u="none" strike="noStrike" cap="none">
              <a:solidFill>
                <a:srgbClr val="000000"/>
              </a:solidFill>
              <a:latin typeface="Arial"/>
              <a:ea typeface="Arial"/>
              <a:cs typeface="Arial"/>
            </a:endParaRPr>
          </a:p>
        </p:txBody>
      </p:sp>
      <p:pic>
        <p:nvPicPr>
          <p:cNvPr id="92" name="Google Shape;82;p4"/>
          <p:cNvPicPr>
            <a:picLocks xmlns:a="http://schemas.openxmlformats.org/drawingml/2006/main" noChangeAspect="1"/>
          </p:cNvPicPr>
          <p:nvPr/>
        </p:nvPicPr>
        <p:blipFill rotWithShape="1">
          <a:blip xmlns:r="http://schemas.openxmlformats.org/officeDocument/2006/relationships" xmlns:a="http://schemas.openxmlformats.org/drawingml/2006/main" r:embed="Ra937bd98734044ea">
            <a:alphaModFix/>
          </a:blip>
          <a:srcRect xmlns:a="http://schemas.openxmlformats.org/drawingml/2006/main" l="0" t="0" r="0" b="0"/>
          <a:stretch xmlns:a="http://schemas.openxmlformats.org/drawingml/2006/main"/>
        </p:blipFill>
        <p:spPr>
          <a:xfrm xmlns:a="http://schemas.openxmlformats.org/drawingml/2006/main">
            <a:off x="609600" y="1500188"/>
            <a:ext cx="5143501" cy="3857626"/>
          </a:xfrm>
          <a:prstGeom xmlns:a="http://schemas.openxmlformats.org/drawingml/2006/main" prst="rect">
            <a:avLst/>
          </a:prstGeom>
          <a:ln xmlns:a="http://schemas.openxmlformats.org/drawingml/2006/main">
            <a:noFill/>
          </a:ln>
        </p:spPr>
      </p:pic>
      <p:pic>
        <p:nvPicPr>
          <p:cNvPr id="93" name="Google Shape;83;p4"/>
          <p:cNvPicPr>
            <a:picLocks xmlns:a="http://schemas.openxmlformats.org/drawingml/2006/main" noChangeAspect="1"/>
          </p:cNvPicPr>
          <p:nvPr/>
        </p:nvPicPr>
        <p:blipFill rotWithShape="1">
          <a:blip xmlns:r="http://schemas.openxmlformats.org/officeDocument/2006/relationships" xmlns:a="http://schemas.openxmlformats.org/drawingml/2006/main" r:embed="R4088a420a29e4d44">
            <a:alphaModFix/>
          </a:blip>
          <a:srcRect xmlns:a="http://schemas.openxmlformats.org/drawingml/2006/main" l="0" t="0" r="0" b="0"/>
          <a:stretch xmlns:a="http://schemas.openxmlformats.org/drawingml/2006/main"/>
        </p:blipFill>
        <p:spPr>
          <a:xfrm xmlns:a="http://schemas.openxmlformats.org/drawingml/2006/main">
            <a:off x="6438900" y="1500188"/>
            <a:ext cx="5143501" cy="3857626"/>
          </a:xfrm>
          <a:prstGeom xmlns:a="http://schemas.openxmlformats.org/drawingml/2006/main" prst="rect">
            <a:avLst/>
          </a:prstGeom>
          <a:ln xmlns:a="http://schemas.openxmlformats.org/drawingml/2006/main">
            <a:noFill/>
          </a:ln>
        </p:spPr>
      </p:pic>
      <p:sp>
        <p:nvSpPr>
          <p:cNvPr id="84" name="Google Shape;84;p4">
            <a:extLst xmlns:a="http://schemas.openxmlformats.org/drawingml/2006/main">
              <a:ext uri="{FF2B5EF4-FFF2-40B4-BE49-F238E27FC236}">
                <a16:creationId xmlns:a16="http://schemas.microsoft.com/office/drawing/2014/main" id="{4108C80F-5BFF-460E-896F-65AACE87567B}"/>
              </a:ext>
            </a:extLst>
          </p:cNvPr>
          <p:cNvSpPr>
            <a:spLocks xmlns:a="http://schemas.openxmlformats.org/drawingml/2006/main" noGrp="1"/>
          </p:cNvSpPr>
          <p:nvPr/>
        </p:nvSpPr>
        <p:spPr>
          <a:xfrm xmlns:a="http://schemas.openxmlformats.org/drawingml/2006/main">
            <a:off x="609600" y="5972175"/>
            <a:ext cx="5143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Rochas expostas e trechos umedecidos</a:t>
            </a:r>
            <a:endParaRPr sz="1400" b="0" i="0" u="none" strike="noStrike" cap="none">
              <a:solidFill>
                <a:srgbClr val="000000"/>
              </a:solidFill>
              <a:latin typeface="Arial"/>
              <a:ea typeface="Arial"/>
              <a:cs typeface="Arial"/>
            </a:endParaRPr>
          </a:p>
        </p:txBody>
      </p:sp>
      <p:sp>
        <p:nvSpPr>
          <p:cNvPr id="85" name="Google Shape;85;p4">
            <a:extLst xmlns:a="http://schemas.openxmlformats.org/drawingml/2006/main">
              <a:ext uri="{FF2B5EF4-FFF2-40B4-BE49-F238E27FC236}">
                <a16:creationId xmlns:a16="http://schemas.microsoft.com/office/drawing/2014/main" id="{CF845898-8A55-4879-AA14-310CD1178482}"/>
              </a:ext>
            </a:extLst>
          </p:cNvPr>
          <p:cNvSpPr>
            <a:spLocks xmlns:a="http://schemas.openxmlformats.org/drawingml/2006/main" noGrp="1"/>
          </p:cNvSpPr>
          <p:nvPr/>
        </p:nvSpPr>
        <p:spPr>
          <a:xfrm xmlns:a="http://schemas.openxmlformats.org/drawingml/2006/main">
            <a:off x="6438900" y="5972175"/>
            <a:ext cx="5143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Ondas, iluminação e topografia local</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533661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 name="Google Shape;91;p5">
            <a:extLst xmlns:a="http://schemas.openxmlformats.org/drawingml/2006/main">
              <a:ext uri="{FF2B5EF4-FFF2-40B4-BE49-F238E27FC236}">
                <a16:creationId xmlns:a16="http://schemas.microsoft.com/office/drawing/2014/main" id="{18AD3452-F1C0-4722-92ED-A05772F45606}"/>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Objetivos da prática</a:t>
            </a:r>
            <a:endParaRPr sz="1400" b="0" i="0" u="none" strike="noStrike" cap="none">
              <a:solidFill>
                <a:srgbClr val="000000"/>
              </a:solidFill>
              <a:latin typeface="Arial"/>
              <a:ea typeface="Arial"/>
              <a:cs typeface="Arial"/>
            </a:endParaRPr>
          </a:p>
        </p:txBody>
      </p:sp>
      <p:sp>
        <p:nvSpPr>
          <p:cNvPr id="92" name="Google Shape;92;p5">
            <a:extLst xmlns:a="http://schemas.openxmlformats.org/drawingml/2006/main">
              <a:ext uri="{FF2B5EF4-FFF2-40B4-BE49-F238E27FC236}">
                <a16:creationId xmlns:a16="http://schemas.microsoft.com/office/drawing/2014/main" id="{EF3A613A-2268-47CB-8262-6CF283AC68B2}"/>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93" name="Google Shape;93;p5">
            <a:extLst xmlns:a="http://schemas.openxmlformats.org/drawingml/2006/main">
              <a:ext uri="{FF2B5EF4-FFF2-40B4-BE49-F238E27FC236}">
                <a16:creationId xmlns:a16="http://schemas.microsoft.com/office/drawing/2014/main" id="{79ADF894-1E22-47DC-9769-25E21A6039F6}"/>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94" name="Google Shape;94;p5">
            <a:extLst xmlns:a="http://schemas.openxmlformats.org/drawingml/2006/main">
              <a:ext uri="{FF2B5EF4-FFF2-40B4-BE49-F238E27FC236}">
                <a16:creationId xmlns:a16="http://schemas.microsoft.com/office/drawing/2014/main" id="{AE99CFB1-9087-4863-82F5-84F2575B6E24}"/>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Objetivos</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5/22</a:t>
            </a:r>
            <a:endParaRPr sz="1400" b="0" i="0" u="none" strike="noStrike" cap="none">
              <a:solidFill>
                <a:srgbClr val="000000"/>
              </a:solidFill>
              <a:latin typeface="Arial"/>
              <a:ea typeface="Arial"/>
              <a:cs typeface="Arial"/>
            </a:endParaRPr>
          </a:p>
        </p:txBody>
      </p:sp>
      <p:sp>
        <p:nvSpPr>
          <p:cNvPr id="95" name="Google Shape;95;p5">
            <a:extLst xmlns:a="http://schemas.openxmlformats.org/drawingml/2006/main">
              <a:ext uri="{FF2B5EF4-FFF2-40B4-BE49-F238E27FC236}">
                <a16:creationId xmlns:a16="http://schemas.microsoft.com/office/drawing/2014/main" id="{721A37CA-9CF5-45E6-AD55-3FC91E5C4D47}"/>
              </a:ext>
            </a:extLst>
          </p:cNvPr>
          <p:cNvSpPr>
            <a:spLocks xmlns:a="http://schemas.openxmlformats.org/drawingml/2006/main" noGrp="1"/>
          </p:cNvSpPr>
          <p:nvPr/>
        </p:nvSpPr>
        <p:spPr>
          <a:xfrm xmlns:a="http://schemas.openxmlformats.org/drawingml/2006/main">
            <a:off x="838200" y="1447800"/>
            <a:ext cx="10477500" cy="7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775"/>
              <a:buFont typeface="Arial"/>
              <a:buNone/>
            </a:pPr>
            <a:r>
              <a:rPr sz="2775" b="1" i="0" u="none" strike="noStrike" cap="none">
                <a:solidFill>
                  <a:srgbClr val="333399"/>
                </a:solidFill>
                <a:latin typeface="Arial"/>
                <a:ea typeface="Arial"/>
                <a:cs typeface="Arial"/>
              </a:rPr>
              <a:t>Reconhecer a zonação do costão</a:t>
            </a:r>
            <a:endParaRPr sz="1400" b="0" i="0" u="none" strike="noStrike" cap="none">
              <a:solidFill>
                <a:srgbClr val="000000"/>
              </a:solidFill>
              <a:latin typeface="Arial"/>
              <a:ea typeface="Arial"/>
              <a:cs typeface="Arial"/>
            </a:endParaRPr>
          </a:p>
        </p:txBody>
      </p:sp>
      <p:sp>
        <p:nvSpPr>
          <p:cNvPr id="96" name="Google Shape;96;p5">
            <a:extLst xmlns:a="http://schemas.openxmlformats.org/drawingml/2006/main">
              <a:ext uri="{FF2B5EF4-FFF2-40B4-BE49-F238E27FC236}">
                <a16:creationId xmlns:a16="http://schemas.microsoft.com/office/drawing/2014/main" id="{00707AA5-7C0B-429E-9B08-2B0AAC2AB0BD}"/>
              </a:ext>
            </a:extLst>
          </p:cNvPr>
          <p:cNvSpPr>
            <a:spLocks xmlns:a="http://schemas.openxmlformats.org/drawingml/2006/main" noGrp="1"/>
          </p:cNvSpPr>
          <p:nvPr/>
        </p:nvSpPr>
        <p:spPr>
          <a:xfrm xmlns:a="http://schemas.openxmlformats.org/drawingml/2006/main">
            <a:off x="838200" y="2771775"/>
            <a:ext cx="10477500" cy="7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775"/>
              <a:buFont typeface="Arial"/>
              <a:buNone/>
            </a:pPr>
            <a:r>
              <a:rPr sz="2775" b="1" i="0" u="none" strike="noStrike" cap="none">
                <a:solidFill>
                  <a:srgbClr val="333399"/>
                </a:solidFill>
                <a:latin typeface="Arial"/>
                <a:ea typeface="Arial"/>
                <a:cs typeface="Arial"/>
              </a:rPr>
              <a:t>Descrever grupos e formas de talo</a:t>
            </a:r>
            <a:endParaRPr sz="1400" b="0" i="0" u="none" strike="noStrike" cap="none">
              <a:solidFill>
                <a:srgbClr val="000000"/>
              </a:solidFill>
              <a:latin typeface="Arial"/>
              <a:ea typeface="Arial"/>
              <a:cs typeface="Arial"/>
            </a:endParaRPr>
          </a:p>
        </p:txBody>
      </p:sp>
      <p:sp>
        <p:nvSpPr>
          <p:cNvPr id="97" name="Google Shape;97;p5">
            <a:extLst xmlns:a="http://schemas.openxmlformats.org/drawingml/2006/main">
              <a:ext uri="{FF2B5EF4-FFF2-40B4-BE49-F238E27FC236}">
                <a16:creationId xmlns:a16="http://schemas.microsoft.com/office/drawing/2014/main" id="{3D846600-F1F3-461F-B870-1E7423F233F1}"/>
              </a:ext>
            </a:extLst>
          </p:cNvPr>
          <p:cNvSpPr>
            <a:spLocks xmlns:a="http://schemas.openxmlformats.org/drawingml/2006/main" noGrp="1"/>
          </p:cNvSpPr>
          <p:nvPr/>
        </p:nvSpPr>
        <p:spPr>
          <a:xfrm xmlns:a="http://schemas.openxmlformats.org/drawingml/2006/main">
            <a:off x="838200" y="4095750"/>
            <a:ext cx="10477500" cy="7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775"/>
              <a:buFont typeface="Arial"/>
              <a:buNone/>
            </a:pPr>
            <a:r>
              <a:rPr sz="2775" b="1" i="0" u="none" strike="noStrike" cap="none">
                <a:solidFill>
                  <a:srgbClr val="333399"/>
                </a:solidFill>
                <a:latin typeface="Arial"/>
                <a:ea typeface="Arial"/>
                <a:cs typeface="Arial"/>
              </a:rPr>
              <a:t>Relacionar</a:t>
            </a:r>
            <a:r>
              <a:rPr sz="2775" b="1" i="0" u="none" strike="noStrike" cap="none">
                <a:solidFill>
                  <a:srgbClr val="333399"/>
                </a:solidFill>
                <a:latin typeface="Arial"/>
                <a:ea typeface="Arial"/>
                <a:cs typeface="Arial"/>
              </a:rPr>
              <a:t> a </a:t>
            </a:r>
            <a:r>
              <a:rPr sz="2775" b="1" i="0" u="none" strike="noStrike" cap="none">
                <a:solidFill>
                  <a:srgbClr val="333399"/>
                </a:solidFill>
                <a:latin typeface="Arial"/>
                <a:ea typeface="Arial"/>
                <a:cs typeface="Arial"/>
              </a:rPr>
              <a:t>distribuição</a:t>
            </a:r>
            <a:r>
              <a:rPr sz="2775" b="1" i="0" u="none" strike="noStrike" cap="none">
                <a:solidFill>
                  <a:srgbClr val="333399"/>
                </a:solidFill>
                <a:latin typeface="Arial"/>
                <a:ea typeface="Arial"/>
                <a:cs typeface="Arial"/>
              </a:rPr>
              <a:t> </a:t>
            </a:r>
            <a:r>
              <a:rPr sz="2775" b="1" i="0" u="none" strike="noStrike" cap="none">
                <a:solidFill>
                  <a:srgbClr val="333399"/>
                </a:solidFill>
                <a:latin typeface="Arial"/>
                <a:ea typeface="Arial"/>
                <a:cs typeface="Arial"/>
              </a:rPr>
              <a:t>ao</a:t>
            </a:r>
            <a:r>
              <a:rPr sz="2775" b="1" i="0" u="none" strike="noStrike" cap="none">
                <a:solidFill>
                  <a:srgbClr val="333399"/>
                </a:solidFill>
                <a:latin typeface="Arial"/>
                <a:ea typeface="Arial"/>
                <a:cs typeface="Arial"/>
              </a:rPr>
              <a:t> </a:t>
            </a:r>
            <a:r>
              <a:rPr sz="2775" b="1" i="0" u="none" strike="noStrike" cap="none">
                <a:solidFill>
                  <a:srgbClr val="333399"/>
                </a:solidFill>
                <a:latin typeface="Arial"/>
                <a:ea typeface="Arial"/>
                <a:cs typeface="Arial"/>
              </a:rPr>
              <a:t>ambiente</a:t>
            </a:r>
            <a:endParaRPr sz="1400" b="0" i="0" u="none" strike="noStrike" cap="none">
              <a:solidFill>
                <a:srgbClr val="000000"/>
              </a:solidFill>
              <a:latin typeface="Arial"/>
              <a:ea typeface="Arial"/>
              <a:cs typeface="Arial"/>
            </a:endParaRPr>
          </a:p>
        </p:txBody>
      </p:sp>
      <p:sp>
        <p:nvSpPr>
          <p:cNvPr id="98" name="Google Shape;98;p5">
            <a:extLst xmlns:a="http://schemas.openxmlformats.org/drawingml/2006/main">
              <a:ext uri="{FF2B5EF4-FFF2-40B4-BE49-F238E27FC236}">
                <a16:creationId xmlns:a16="http://schemas.microsoft.com/office/drawing/2014/main" id="{39480FD2-743E-44E2-8221-767F2E1BAA9E}"/>
              </a:ext>
            </a:extLst>
          </p:cNvPr>
          <p:cNvSpPr>
            <a:spLocks xmlns:a="http://schemas.openxmlformats.org/drawingml/2006/main" noGrp="1"/>
          </p:cNvSpPr>
          <p:nvPr/>
        </p:nvSpPr>
        <p:spPr>
          <a:xfrm xmlns:a="http://schemas.openxmlformats.org/drawingml/2006/main">
            <a:off x="838200" y="5619750"/>
            <a:ext cx="1047750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025"/>
              <a:buFont typeface="Arial"/>
              <a:buNone/>
            </a:pPr>
            <a:r>
              <a:rPr sz="2025" b="0" i="0" u="none" strike="noStrike" cap="none">
                <a:solidFill>
                  <a:srgbClr val="202D40"/>
                </a:solidFill>
                <a:latin typeface="Arial"/>
                <a:ea typeface="Arial"/>
                <a:cs typeface="Arial"/>
              </a:rPr>
              <a:t>Observação</a:t>
            </a:r>
            <a:r>
              <a:rPr sz="2025" b="0" i="0" u="none" strike="noStrike" cap="none">
                <a:solidFill>
                  <a:srgbClr val="202D40"/>
                </a:solidFill>
                <a:latin typeface="Arial"/>
                <a:ea typeface="Arial"/>
                <a:cs typeface="Arial"/>
              </a:rPr>
              <a:t>, </a:t>
            </a:r>
            <a:r>
              <a:rPr sz="2025" b="0" i="0" u="none" strike="noStrike" cap="none">
                <a:solidFill>
                  <a:srgbClr val="202D40"/>
                </a:solidFill>
                <a:latin typeface="Arial"/>
                <a:ea typeface="Arial"/>
                <a:cs typeface="Arial"/>
              </a:rPr>
              <a:t>registro</a:t>
            </a:r>
            <a:r>
              <a:rPr sz="2025" b="0" i="0" u="none" strike="noStrike" cap="none">
                <a:solidFill>
                  <a:srgbClr val="202D40"/>
                </a:solidFill>
                <a:latin typeface="Arial"/>
                <a:ea typeface="Arial"/>
                <a:cs typeface="Arial"/>
              </a:rPr>
              <a:t> </a:t>
            </a:r>
            <a:r>
              <a:rPr sz="2025" b="0" i="0" u="none" strike="noStrike" cap="none">
                <a:solidFill>
                  <a:srgbClr val="202D40"/>
                </a:solidFill>
                <a:latin typeface="Arial"/>
                <a:ea typeface="Arial"/>
                <a:cs typeface="Arial"/>
              </a:rPr>
              <a:t>fotográfico</a:t>
            </a:r>
            <a:r>
              <a:rPr sz="2025" b="0" i="0" u="none" strike="noStrike" cap="none">
                <a:solidFill>
                  <a:srgbClr val="202D40"/>
                </a:solidFill>
                <a:latin typeface="Arial"/>
                <a:ea typeface="Arial"/>
                <a:cs typeface="Arial"/>
              </a:rPr>
              <a:t> e </a:t>
            </a:r>
            <a:r>
              <a:rPr sz="2025" b="0" i="0" u="none" strike="noStrike" cap="none">
                <a:solidFill>
                  <a:srgbClr val="202D40"/>
                </a:solidFill>
                <a:latin typeface="Arial"/>
                <a:ea typeface="Arial"/>
                <a:cs typeface="Arial"/>
              </a:rPr>
              <a:t>comparação</a:t>
            </a:r>
            <a:r>
              <a:rPr sz="2025" b="0" i="0" u="none" strike="noStrike" cap="none">
                <a:solidFill>
                  <a:srgbClr val="202D40"/>
                </a:solidFill>
                <a:latin typeface="Arial"/>
                <a:ea typeface="Arial"/>
                <a:cs typeface="Arial"/>
              </a:rPr>
              <a:t> </a:t>
            </a:r>
            <a:r>
              <a:rPr sz="2025" b="0" i="0" u="none" strike="noStrike" cap="none">
                <a:solidFill>
                  <a:srgbClr val="202D40"/>
                </a:solidFill>
                <a:latin typeface="Arial"/>
                <a:ea typeface="Arial"/>
                <a:cs typeface="Arial"/>
              </a:rPr>
              <a:t>qualitativa</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56215455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 name="Google Shape;104;p7">
            <a:extLst xmlns:a="http://schemas.openxmlformats.org/drawingml/2006/main">
              <a:ext uri="{FF2B5EF4-FFF2-40B4-BE49-F238E27FC236}">
                <a16:creationId xmlns:a16="http://schemas.microsoft.com/office/drawing/2014/main" id="{84D83F23-D591-4454-A862-454D9FB610B1}"/>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Observação e registro</a:t>
            </a:r>
            <a:endParaRPr sz="1400" b="0" i="0" u="none" strike="noStrike" cap="none">
              <a:solidFill>
                <a:srgbClr val="000000"/>
              </a:solidFill>
              <a:latin typeface="Arial"/>
              <a:ea typeface="Arial"/>
              <a:cs typeface="Arial"/>
            </a:endParaRPr>
          </a:p>
        </p:txBody>
      </p:sp>
      <p:sp>
        <p:nvSpPr>
          <p:cNvPr id="105" name="Google Shape;105;p7">
            <a:extLst xmlns:a="http://schemas.openxmlformats.org/drawingml/2006/main">
              <a:ext uri="{FF2B5EF4-FFF2-40B4-BE49-F238E27FC236}">
                <a16:creationId xmlns:a16="http://schemas.microsoft.com/office/drawing/2014/main" id="{AC8F77AF-FEF6-4290-B078-CC252D72BB80}"/>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106" name="Google Shape;106;p7">
            <a:extLst xmlns:a="http://schemas.openxmlformats.org/drawingml/2006/main">
              <a:ext uri="{FF2B5EF4-FFF2-40B4-BE49-F238E27FC236}">
                <a16:creationId xmlns:a16="http://schemas.microsoft.com/office/drawing/2014/main" id="{3E9208BC-A345-4319-9B6A-F826E3A19B2A}"/>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107" name="Google Shape;107;p7">
            <a:extLst xmlns:a="http://schemas.openxmlformats.org/drawingml/2006/main">
              <a:ext uri="{FF2B5EF4-FFF2-40B4-BE49-F238E27FC236}">
                <a16:creationId xmlns:a16="http://schemas.microsoft.com/office/drawing/2014/main" id="{781726EB-92E7-42FA-A845-46F4595553A2}"/>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Metodologia</a:t>
            </a:r>
            <a:r>
              <a:rPr sz="1275" b="0" i="0" u="none" strike="noStrike" cap="none">
                <a:solidFill>
                  <a:srgbClr val="FFFFFF"/>
                </a:solidFill>
                <a:latin typeface="Arial"/>
                <a:ea typeface="Arial"/>
                <a:cs typeface="Arial"/>
              </a:rPr>
              <a:t>     </a:t>
            </a:r>
            <a:r>
              <a:rPr sz="1275">
                <a:solidFill>
                  <a:srgbClr val="FFFFFF"/>
                </a:solidFill>
              </a:rPr>
              <a:t>6</a:t>
            </a:r>
            <a:r>
              <a:rPr sz="1275" b="0" i="0" u="none" strike="noStrike" cap="none">
                <a:solidFill>
                  <a:srgbClr val="FFFFFF"/>
                </a:solidFill>
                <a:latin typeface="Arial"/>
                <a:ea typeface="Arial"/>
                <a:cs typeface="Arial"/>
              </a:rPr>
              <a:t>/22</a:t>
            </a:r>
            <a:endParaRPr sz="1400" b="0" i="0" u="none" strike="noStrike" cap="none">
              <a:solidFill>
                <a:srgbClr val="000000"/>
              </a:solidFill>
              <a:latin typeface="Arial"/>
              <a:ea typeface="Arial"/>
              <a:cs typeface="Arial"/>
            </a:endParaRPr>
          </a:p>
        </p:txBody>
      </p:sp>
      <p:pic>
        <p:nvPicPr>
          <p:cNvPr id="117" name="Google Shape;108;p7"/>
          <p:cNvPicPr>
            <a:picLocks xmlns:a="http://schemas.openxmlformats.org/drawingml/2006/main" noChangeAspect="1"/>
          </p:cNvPicPr>
          <p:nvPr/>
        </p:nvPicPr>
        <p:blipFill rotWithShape="1">
          <a:blip xmlns:r="http://schemas.openxmlformats.org/officeDocument/2006/relationships" xmlns:a="http://schemas.openxmlformats.org/drawingml/2006/main" r:embed="R71eb87783a124863">
            <a:alphaModFix/>
          </a:blip>
          <a:srcRect xmlns:a="http://schemas.openxmlformats.org/drawingml/2006/main" l="0" t="0" r="0" b="0"/>
          <a:stretch xmlns:a="http://schemas.openxmlformats.org/drawingml/2006/main"/>
        </p:blipFill>
        <p:spPr>
          <a:xfrm xmlns:a="http://schemas.openxmlformats.org/drawingml/2006/main">
            <a:off x="457200" y="1312069"/>
            <a:ext cx="6000749" cy="4500564"/>
          </a:xfrm>
          <a:prstGeom xmlns:a="http://schemas.openxmlformats.org/drawingml/2006/main" prst="rect">
            <a:avLst/>
          </a:prstGeom>
          <a:ln xmlns:a="http://schemas.openxmlformats.org/drawingml/2006/main">
            <a:noFill/>
          </a:ln>
        </p:spPr>
      </p:pic>
      <p:sp>
        <p:nvSpPr>
          <p:cNvPr id="109" name="Google Shape;109;p7">
            <a:extLst xmlns:a="http://schemas.openxmlformats.org/drawingml/2006/main">
              <a:ext uri="{FF2B5EF4-FFF2-40B4-BE49-F238E27FC236}">
                <a16:creationId xmlns:a16="http://schemas.microsoft.com/office/drawing/2014/main" id="{E93028AB-24E3-4E3C-A2D1-B88A98883FC3}"/>
              </a:ext>
            </a:extLst>
          </p:cNvPr>
          <p:cNvSpPr>
            <a:spLocks xmlns:a="http://schemas.openxmlformats.org/drawingml/2006/main" noGrp="1"/>
          </p:cNvSpPr>
          <p:nvPr/>
        </p:nvSpPr>
        <p:spPr>
          <a:xfrm xmlns:a="http://schemas.openxmlformats.org/drawingml/2006/main">
            <a:off x="7029450" y="1524000"/>
            <a:ext cx="4619700" cy="331528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lvl="0">
              <a:buSzPts val="2325"/>
              <a:buNone/>
            </a:pPr>
            <a:r>
              <a:rPr sz="2325" b="1" i="0" u="none" strike="noStrike" cap="none">
                <a:solidFill>
                  <a:srgbClr val="333399"/>
                </a:solidFill>
                <a:latin typeface="Arial"/>
                <a:ea typeface="Arial"/>
                <a:cs typeface="Arial"/>
              </a:rPr>
              <a:t>Fotografar</a:t>
            </a:r>
            <a:r>
              <a:rPr sz="2325" b="1" i="0" u="none" strike="noStrike" cap="none">
                <a:solidFill>
                  <a:srgbClr val="333399"/>
                </a:solidFill>
                <a:latin typeface="Arial"/>
                <a:ea typeface="Arial"/>
                <a:cs typeface="Arial"/>
              </a:rPr>
              <a:t> o </a:t>
            </a:r>
            <a:r>
              <a:rPr sz="2325" b="1" i="0" u="none" strike="noStrike" cap="none">
                <a:solidFill>
                  <a:srgbClr val="333399"/>
                </a:solidFill>
                <a:latin typeface="Arial"/>
                <a:ea typeface="Arial"/>
                <a:cs typeface="Arial"/>
              </a:rPr>
              <a:t>costão</a:t>
            </a:r>
            <a:r>
              <a:rPr sz="2325" b="1" i="0" u="none" strike="noStrike" cap="none">
                <a:solidFill>
                  <a:srgbClr val="333399"/>
                </a:solidFill>
                <a:latin typeface="Arial"/>
                <a:ea typeface="Arial"/>
                <a:cs typeface="Arial"/>
              </a:rPr>
              <a:t> e as </a:t>
            </a:r>
            <a:r>
              <a:rPr sz="2325" b="1" i="0" u="none" strike="noStrike" cap="none">
                <a:solidFill>
                  <a:srgbClr val="333399"/>
                </a:solidFill>
                <a:latin typeface="Arial"/>
                <a:ea typeface="Arial"/>
                <a:cs typeface="Arial"/>
              </a:rPr>
              <a:t>macroalgas</a:t>
            </a:r>
            <a:r>
              <a:rPr sz="2325" b="1" i="0" u="none" strike="noStrike" cap="none">
                <a:solidFill>
                  <a:srgbClr val="333399"/>
                </a:solidFill>
                <a:latin typeface="Arial"/>
                <a:ea typeface="Arial"/>
                <a:cs typeface="Arial"/>
              </a:rPr>
              <a:t> </a:t>
            </a:r>
          </a:p>
          <a:p xmlns:a="http://schemas.openxmlformats.org/drawingml/2006/main">
            <a:pPr lvl="0">
              <a:buSzPts val="2325"/>
              <a:buNone/>
            </a:pPr>
            <a:endParaRPr sz="2325" b="1">
              <a:solidFill>
                <a:srgbClr val="333399"/>
              </a:solidFill>
            </a:endParaRPr>
          </a:p>
          <a:p xmlns:a="http://schemas.openxmlformats.org/drawingml/2006/main">
            <a:pPr lvl="0">
              <a:buSzPts val="2325"/>
              <a:buNone/>
            </a:pPr>
            <a:endParaRPr sz="2325" b="1">
              <a:solidFill>
                <a:srgbClr val="333399"/>
              </a:solidFill>
            </a:endParaRPr>
          </a:p>
          <a:p xmlns:a="http://schemas.openxmlformats.org/drawingml/2006/main">
            <a:pPr lvl="0">
              <a:buSzPts val="2325"/>
              <a:buNone/>
            </a:pPr>
            <a:r>
              <a:rPr sz="2325" b="1">
                <a:solidFill>
                  <a:srgbClr val="333399"/>
                </a:solidFill>
              </a:rPr>
              <a:t>Descrever </a:t>
            </a:r>
            <a:r>
              <a:rPr sz="2325" b="1">
                <a:solidFill>
                  <a:srgbClr val="333399"/>
                </a:solidFill>
              </a:rPr>
              <a:t>cor, talo e posição </a:t>
            </a:r>
            <a:endParaRPr sz="2325" b="1">
              <a:solidFill>
                <a:srgbClr val="333399"/>
              </a:solidFill>
            </a:endParaRPr>
          </a:p>
          <a:p xmlns:a="http://schemas.openxmlformats.org/drawingml/2006/main">
            <a:pPr lvl="0">
              <a:buSzPts val="2325"/>
              <a:buNone/>
            </a:pPr>
            <a:endParaRPr sz="2325" b="1">
              <a:solidFill>
                <a:srgbClr val="333399"/>
              </a:solidFill>
            </a:endParaRPr>
          </a:p>
          <a:p xmlns:a="http://schemas.openxmlformats.org/drawingml/2006/main">
            <a:pPr lvl="0">
              <a:buSzPts val="2325"/>
              <a:buNone/>
            </a:pPr>
            <a:endParaRPr sz="2325" b="1">
              <a:solidFill>
                <a:srgbClr val="333399"/>
              </a:solidFill>
            </a:endParaRPr>
          </a:p>
          <a:p xmlns:a="http://schemas.openxmlformats.org/drawingml/2006/main">
            <a:pPr lvl="0">
              <a:buSzPts val="2325"/>
              <a:buNone/>
            </a:pPr>
            <a:endParaRPr sz="2325" b="1">
              <a:solidFill>
                <a:srgbClr val="333399"/>
              </a:solidFill>
            </a:endParaRPr>
          </a:p>
          <a:p xmlns:a="http://schemas.openxmlformats.org/drawingml/2006/main">
            <a:pPr lvl="0">
              <a:buSzPts val="2325"/>
              <a:buNone/>
            </a:pPr>
            <a:r>
              <a:rPr sz="2325" b="1">
                <a:solidFill>
                  <a:srgbClr val="333399"/>
                </a:solidFill>
              </a:rPr>
              <a:t>Comparar </a:t>
            </a:r>
            <a:r>
              <a:rPr sz="2325" b="1">
                <a:solidFill>
                  <a:srgbClr val="333399"/>
                </a:solidFill>
              </a:rPr>
              <a:t>trechos do gradiente</a:t>
            </a:r>
          </a:p>
          <a:p xmlns:a="http://schemas.openxmlformats.org/drawingml/2006/main">
            <a:pPr lvl="0">
              <a:buSzPts val="2325"/>
              <a:buNone/>
            </a:pPr>
            <a:endParaRPr sz="2325" b="1">
              <a:solidFill>
                <a:srgbClr val="333399"/>
              </a:solidFill>
            </a:endParaRPr>
          </a:p>
          <a:p xmlns:a="http://schemas.openxmlformats.org/drawingml/2006/main">
            <a:pPr marL="0" marR="0" lvl="0" indent="0" algn="l">
              <a:lnSpc>
                <a:spcPct val="100000"/>
              </a:lnSpc>
              <a:spcBef>
                <a:spcPts val="0"/>
              </a:spcBef>
              <a:spcAft>
                <a:spcPts val="0"/>
              </a:spcAft>
              <a:buClr>
                <a:srgbClr val="000000"/>
              </a:buClr>
              <a:buSzPts val="2325"/>
              <a:buFont typeface="Arial"/>
              <a:buNone/>
            </a:pPr>
            <a:endParaRPr sz="1400" b="0" i="0" u="none" strike="noStrike" cap="none">
              <a:solidFill>
                <a:srgbClr val="000000"/>
              </a:solidFill>
              <a:latin typeface="Arial"/>
              <a:ea typeface="Arial"/>
              <a:cs typeface="Arial"/>
            </a:endParaRPr>
          </a:p>
        </p:txBody>
      </p:sp>
      <p:sp>
        <p:nvSpPr>
          <p:cNvPr id="110" name="Google Shape;110;p7">
            <a:extLst xmlns:a="http://schemas.openxmlformats.org/drawingml/2006/main">
              <a:ext uri="{FF2B5EF4-FFF2-40B4-BE49-F238E27FC236}">
                <a16:creationId xmlns:a16="http://schemas.microsoft.com/office/drawing/2014/main" id="{2CD7661E-7C29-4521-A635-FB0A861FAF69}"/>
              </a:ext>
            </a:extLst>
          </p:cNvPr>
          <p:cNvSpPr>
            <a:spLocks xmlns:a="http://schemas.openxmlformats.org/drawingml/2006/main" noGrp="1"/>
          </p:cNvSpPr>
          <p:nvPr/>
        </p:nvSpPr>
        <p:spPr>
          <a:xfrm xmlns:a="http://schemas.openxmlformats.org/drawingml/2006/main">
            <a:off x="7029450" y="28956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endParaRPr sz="1400" b="0" i="0" u="none" strike="noStrike" cap="none">
              <a:solidFill>
                <a:srgbClr val="000000"/>
              </a:solidFill>
              <a:latin typeface="Arial"/>
              <a:ea typeface="Arial"/>
              <a:cs typeface="Arial"/>
            </a:endParaRPr>
          </a:p>
        </p:txBody>
      </p:sp>
      <p:sp>
        <p:nvSpPr>
          <p:cNvPr id="111" name="Google Shape;111;p7">
            <a:extLst xmlns:a="http://schemas.openxmlformats.org/drawingml/2006/main">
              <a:ext uri="{FF2B5EF4-FFF2-40B4-BE49-F238E27FC236}">
                <a16:creationId xmlns:a16="http://schemas.microsoft.com/office/drawing/2014/main" id="{146E0C94-B1A3-486B-858E-F2294070D700}"/>
              </a:ext>
            </a:extLst>
          </p:cNvPr>
          <p:cNvSpPr>
            <a:spLocks xmlns:a="http://schemas.openxmlformats.org/drawingml/2006/main" noGrp="1"/>
          </p:cNvSpPr>
          <p:nvPr/>
        </p:nvSpPr>
        <p:spPr>
          <a:xfrm xmlns:a="http://schemas.openxmlformats.org/drawingml/2006/main">
            <a:off x="7029450" y="42672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56236314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 name="Google Shape;104;p7">
            <a:extLst xmlns:a="http://schemas.openxmlformats.org/drawingml/2006/main">
              <a:ext uri="{FF2B5EF4-FFF2-40B4-BE49-F238E27FC236}">
                <a16:creationId xmlns:a16="http://schemas.microsoft.com/office/drawing/2014/main" id="{49A43915-F90C-4D31-9101-22C9CB00E0E1}"/>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Maré e exposição do costão</a:t>
            </a:r>
            <a:endParaRPr sz="1400" b="0" i="0" u="none" strike="noStrike" cap="none">
              <a:solidFill>
                <a:srgbClr val="000000"/>
              </a:solidFill>
              <a:latin typeface="Arial"/>
              <a:ea typeface="Arial"/>
              <a:cs typeface="Arial"/>
            </a:endParaRPr>
          </a:p>
        </p:txBody>
      </p:sp>
      <p:sp>
        <p:nvSpPr>
          <p:cNvPr id="105" name="Google Shape;105;p7">
            <a:extLst xmlns:a="http://schemas.openxmlformats.org/drawingml/2006/main">
              <a:ext uri="{FF2B5EF4-FFF2-40B4-BE49-F238E27FC236}">
                <a16:creationId xmlns:a16="http://schemas.microsoft.com/office/drawing/2014/main" id="{74C470A3-5093-4DA5-812B-F89285011EC7}"/>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106" name="Google Shape;106;p7">
            <a:extLst xmlns:a="http://schemas.openxmlformats.org/drawingml/2006/main">
              <a:ext uri="{FF2B5EF4-FFF2-40B4-BE49-F238E27FC236}">
                <a16:creationId xmlns:a16="http://schemas.microsoft.com/office/drawing/2014/main" id="{8457DEFF-521F-4794-B4C9-26A35C2C0218}"/>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107" name="Google Shape;107;p7">
            <a:extLst xmlns:a="http://schemas.openxmlformats.org/drawingml/2006/main">
              <a:ext uri="{FF2B5EF4-FFF2-40B4-BE49-F238E27FC236}">
                <a16:creationId xmlns:a16="http://schemas.microsoft.com/office/drawing/2014/main" id="{974A347A-B281-4BBE-953A-6BACF321EE65}"/>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Metodologia</a:t>
            </a:r>
            <a:r>
              <a:rPr sz="1275" b="0" i="0" u="none" strike="noStrike" cap="none">
                <a:solidFill>
                  <a:srgbClr val="FFFFFF"/>
                </a:solidFill>
                <a:latin typeface="Arial"/>
                <a:ea typeface="Arial"/>
                <a:cs typeface="Arial"/>
              </a:rPr>
              <a:t>     </a:t>
            </a:r>
            <a:r>
              <a:rPr sz="1275">
                <a:solidFill>
                  <a:srgbClr val="FFFFFF"/>
                </a:solidFill>
              </a:rPr>
              <a:t>7</a:t>
            </a:r>
            <a:r>
              <a:rPr sz="1275" b="0" i="0" u="none" strike="noStrike" cap="none">
                <a:solidFill>
                  <a:srgbClr val="FFFFFF"/>
                </a:solidFill>
                <a:latin typeface="Arial"/>
                <a:ea typeface="Arial"/>
                <a:cs typeface="Arial"/>
              </a:rPr>
              <a:t>/22</a:t>
            </a:r>
            <a:endParaRPr sz="1400" b="0" i="0" u="none" strike="noStrike" cap="none">
              <a:solidFill>
                <a:srgbClr val="000000"/>
              </a:solidFill>
              <a:latin typeface="Arial"/>
              <a:ea typeface="Arial"/>
              <a:cs typeface="Arial"/>
            </a:endParaRPr>
          </a:p>
        </p:txBody>
      </p:sp>
      <p:sp>
        <p:nvSpPr>
          <p:cNvPr id="109" name="Google Shape;109;p7">
            <a:extLst xmlns:a="http://schemas.openxmlformats.org/drawingml/2006/main">
              <a:ext uri="{FF2B5EF4-FFF2-40B4-BE49-F238E27FC236}">
                <a16:creationId xmlns:a16="http://schemas.microsoft.com/office/drawing/2014/main" id="{E8E586C8-FD36-43F4-9C58-85262A6B5DEC}"/>
              </a:ext>
            </a:extLst>
          </p:cNvPr>
          <p:cNvSpPr>
            <a:spLocks xmlns:a="http://schemas.openxmlformats.org/drawingml/2006/main" noGrp="1"/>
          </p:cNvSpPr>
          <p:nvPr/>
        </p:nvSpPr>
        <p:spPr>
          <a:xfrm xmlns:a="http://schemas.openxmlformats.org/drawingml/2006/main">
            <a:off x="7029450" y="15240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endParaRPr sz="1400" b="0" i="0" u="none" strike="noStrike" cap="none">
              <a:solidFill>
                <a:srgbClr val="000000"/>
              </a:solidFill>
              <a:latin typeface="Arial"/>
              <a:ea typeface="Arial"/>
              <a:cs typeface="Arial"/>
            </a:endParaRPr>
          </a:p>
        </p:txBody>
      </p:sp>
      <p:sp>
        <p:nvSpPr>
          <p:cNvPr id="110" name="Google Shape;110;p7">
            <a:extLst xmlns:a="http://schemas.openxmlformats.org/drawingml/2006/main">
              <a:ext uri="{FF2B5EF4-FFF2-40B4-BE49-F238E27FC236}">
                <a16:creationId xmlns:a16="http://schemas.microsoft.com/office/drawing/2014/main" id="{F5B3BBD3-9EF3-4576-8024-938B2B5481E7}"/>
              </a:ext>
            </a:extLst>
          </p:cNvPr>
          <p:cNvSpPr>
            <a:spLocks xmlns:a="http://schemas.openxmlformats.org/drawingml/2006/main" noGrp="1"/>
          </p:cNvSpPr>
          <p:nvPr/>
        </p:nvSpPr>
        <p:spPr>
          <a:xfrm xmlns:a="http://schemas.openxmlformats.org/drawingml/2006/main">
            <a:off x="7029450" y="28956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endParaRPr sz="1400" b="0" i="0" u="none" strike="noStrike" cap="none">
              <a:solidFill>
                <a:srgbClr val="000000"/>
              </a:solidFill>
              <a:latin typeface="Arial"/>
              <a:ea typeface="Arial"/>
              <a:cs typeface="Arial"/>
            </a:endParaRPr>
          </a:p>
        </p:txBody>
      </p:sp>
      <p:sp>
        <p:nvSpPr>
          <p:cNvPr id="111" name="Google Shape;111;p7">
            <a:extLst xmlns:a="http://schemas.openxmlformats.org/drawingml/2006/main">
              <a:ext uri="{FF2B5EF4-FFF2-40B4-BE49-F238E27FC236}">
                <a16:creationId xmlns:a16="http://schemas.microsoft.com/office/drawing/2014/main" id="{9B64390B-2FC4-46CD-BCCF-A119A58F24B7}"/>
              </a:ext>
            </a:extLst>
          </p:cNvPr>
          <p:cNvSpPr>
            <a:spLocks xmlns:a="http://schemas.openxmlformats.org/drawingml/2006/main" noGrp="1"/>
          </p:cNvSpPr>
          <p:nvPr/>
        </p:nvSpPr>
        <p:spPr>
          <a:xfrm xmlns:a="http://schemas.openxmlformats.org/drawingml/2006/main">
            <a:off x="7029450" y="42672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endParaRPr sz="1400" b="0" i="0" u="none" strike="noStrike" cap="none">
              <a:solidFill>
                <a:srgbClr val="000000"/>
              </a:solidFill>
              <a:latin typeface="Arial"/>
              <a:ea typeface="Arial"/>
              <a:cs typeface="Arial"/>
            </a:endParaRPr>
          </a:p>
        </p:txBody>
      </p:sp>
      <p:sp>
        <p:nvSpPr>
          <p:cNvPr id="2" name="AutoShape 2">
            <a:extLst xmlns:a="http://schemas.openxmlformats.org/drawingml/2006/main">
              <a:ext uri="{FF2B5EF4-FFF2-40B4-BE49-F238E27FC236}">
                <a16:creationId xmlns:a16="http://schemas.microsoft.com/office/drawing/2014/main" id="{360129A3-966E-4C18-ABD4-EC929ECC0C91}"/>
              </a:ext>
            </a:extLst>
          </p:cNvPr>
          <p:cNvSpPr>
            <a:spLocks xmlns:a="http://schemas.openxmlformats.org/drawingml/2006/main" noGrp="1"/>
          </p:cNvSpPr>
          <p:nvPr/>
        </p:nvSpPr>
        <p:spPr>
          <a:xfrm xmlns:a="http://schemas.openxmlformats.org/drawingml/2006/main">
            <a:off x="155575" y="-144463"/>
            <a:ext cx="304800" cy="304801"/>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pic>
        <p:nvPicPr>
          <p:cNvPr id="123" name="Imagem 4"/>
          <p:cNvPicPr>
            <a:picLocks xmlns:a="http://schemas.openxmlformats.org/drawingml/2006/main" noChangeAspect="1"/>
          </p:cNvPicPr>
          <p:nvPr/>
        </p:nvPicPr>
        <p:blipFill>
          <a:blip xmlns:r="http://schemas.openxmlformats.org/officeDocument/2006/relationships" xmlns:a="http://schemas.openxmlformats.org/drawingml/2006/main" r:embed="R29f27ea7bd694d75"/>
          <a:stretch xmlns:a="http://schemas.openxmlformats.org/drawingml/2006/main">
            <a:fillRect l="0" t="0" r="0" b="0"/>
          </a:stretch>
        </p:blipFill>
        <p:spPr>
          <a:xfrm xmlns:a="http://schemas.openxmlformats.org/drawingml/2006/main">
            <a:off x="1690062" y="3720902"/>
            <a:ext cx="3775681" cy="2542146"/>
          </a:xfrm>
          <a:prstGeom xmlns:a="http://schemas.openxmlformats.org/drawingml/2006/main" prst="rect">
            <a:avLst/>
          </a:prstGeom>
        </p:spPr>
      </p:pic>
      <p:pic>
        <p:nvPicPr>
          <p:cNvPr id="124" name="Imagem 5"/>
          <p:cNvPicPr>
            <a:picLocks xmlns:a="http://schemas.openxmlformats.org/drawingml/2006/main" noChangeAspect="1"/>
          </p:cNvPicPr>
          <p:nvPr/>
        </p:nvPicPr>
        <p:blipFill>
          <a:blip xmlns:r="http://schemas.openxmlformats.org/officeDocument/2006/relationships" xmlns:a="http://schemas.openxmlformats.org/drawingml/2006/main" r:embed="Rad8e289c2cb34c5e"/>
          <a:stretch xmlns:a="http://schemas.openxmlformats.org/drawingml/2006/main">
            <a:fillRect l="0" t="0" r="0" b="0"/>
          </a:stretch>
        </p:blipFill>
        <p:spPr>
          <a:xfrm xmlns:a="http://schemas.openxmlformats.org/drawingml/2006/main">
            <a:off x="6726258" y="3720794"/>
            <a:ext cx="3775680" cy="2542146"/>
          </a:xfrm>
          <a:prstGeom xmlns:a="http://schemas.openxmlformats.org/drawingml/2006/main" prst="rect">
            <a:avLst/>
          </a:prstGeom>
        </p:spPr>
      </p:pic>
      <p:pic>
        <p:nvPicPr>
          <p:cNvPr id="125" name="Imagem 6"/>
          <p:cNvPicPr>
            <a:picLocks xmlns:a="http://schemas.openxmlformats.org/drawingml/2006/main" noChangeAspect="1"/>
          </p:cNvPicPr>
          <p:nvPr/>
        </p:nvPicPr>
        <p:blipFill>
          <a:blip xmlns:r="http://schemas.openxmlformats.org/officeDocument/2006/relationships" xmlns:a="http://schemas.openxmlformats.org/drawingml/2006/main" r:embed="R0099382b88cd4a8b"/>
          <a:stretch xmlns:a="http://schemas.openxmlformats.org/drawingml/2006/main">
            <a:fillRect l="0" t="0" r="0" b="0"/>
          </a:stretch>
        </p:blipFill>
        <p:spPr>
          <a:xfrm xmlns:a="http://schemas.openxmlformats.org/drawingml/2006/main">
            <a:off x="1690062" y="1225352"/>
            <a:ext cx="8811876" cy="2051398"/>
          </a:xfrm>
          <a:prstGeom xmlns:a="http://schemas.openxmlformats.org/drawingml/2006/main" prst="rect">
            <a:avLst/>
          </a:prstGeom>
        </p:spPr>
      </p:pic>
    </p:spTree>
    <p:extLst>
      <p:ext uri="{BB962C8B-B14F-4D97-AF65-F5344CB8AC3E}">
        <p14:creationId xmlns:p14="http://schemas.microsoft.com/office/powerpoint/2010/main" val="388577136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 name="Google Shape;104;p7">
            <a:extLst xmlns:a="http://schemas.openxmlformats.org/drawingml/2006/main">
              <a:ext uri="{FF2B5EF4-FFF2-40B4-BE49-F238E27FC236}">
                <a16:creationId xmlns:a16="http://schemas.microsoft.com/office/drawing/2014/main" id="{1B9F83C2-0A5D-4DF0-8A55-AC2175DB00A5}"/>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Registros de macroalgas</a:t>
            </a:r>
            <a:endParaRPr sz="1400" b="0" i="0" u="none" strike="noStrike" cap="none">
              <a:solidFill>
                <a:srgbClr val="000000"/>
              </a:solidFill>
              <a:latin typeface="Arial"/>
              <a:ea typeface="Arial"/>
              <a:cs typeface="Arial"/>
            </a:endParaRPr>
          </a:p>
        </p:txBody>
      </p:sp>
      <p:sp>
        <p:nvSpPr>
          <p:cNvPr id="105" name="Google Shape;105;p7">
            <a:extLst xmlns:a="http://schemas.openxmlformats.org/drawingml/2006/main">
              <a:ext uri="{FF2B5EF4-FFF2-40B4-BE49-F238E27FC236}">
                <a16:creationId xmlns:a16="http://schemas.microsoft.com/office/drawing/2014/main" id="{172A8054-187E-45B2-B04E-F2DE45BF9380}"/>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106" name="Google Shape;106;p7">
            <a:extLst xmlns:a="http://schemas.openxmlformats.org/drawingml/2006/main">
              <a:ext uri="{FF2B5EF4-FFF2-40B4-BE49-F238E27FC236}">
                <a16:creationId xmlns:a16="http://schemas.microsoft.com/office/drawing/2014/main" id="{9AD5CCE5-2903-46AC-98E1-C54F676BFFE4}"/>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107" name="Google Shape;107;p7">
            <a:extLst xmlns:a="http://schemas.openxmlformats.org/drawingml/2006/main">
              <a:ext uri="{FF2B5EF4-FFF2-40B4-BE49-F238E27FC236}">
                <a16:creationId xmlns:a16="http://schemas.microsoft.com/office/drawing/2014/main" id="{CD7A8B3C-18C9-467B-AF8E-FEF25494696B}"/>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Metodologia</a:t>
            </a:r>
            <a:r>
              <a:rPr sz="1275" b="0" i="0" u="none" strike="noStrike" cap="none">
                <a:solidFill>
                  <a:srgbClr val="FFFFFF"/>
                </a:solidFill>
                <a:latin typeface="Arial"/>
                <a:ea typeface="Arial"/>
                <a:cs typeface="Arial"/>
              </a:rPr>
              <a:t>     </a:t>
            </a:r>
            <a:r>
              <a:rPr sz="1275">
                <a:solidFill>
                  <a:srgbClr val="FFFFFF"/>
                </a:solidFill>
              </a:rPr>
              <a:t>8</a:t>
            </a:r>
            <a:r>
              <a:rPr sz="1275" b="0" i="0" u="none" strike="noStrike" cap="none">
                <a:solidFill>
                  <a:srgbClr val="FFFFFF"/>
                </a:solidFill>
                <a:latin typeface="Arial"/>
                <a:ea typeface="Arial"/>
                <a:cs typeface="Arial"/>
              </a:rPr>
              <a:t>/22</a:t>
            </a:r>
            <a:endParaRPr sz="1400" b="0" i="0" u="none" strike="noStrike" cap="none">
              <a:solidFill>
                <a:srgbClr val="000000"/>
              </a:solidFill>
              <a:latin typeface="Arial"/>
              <a:ea typeface="Arial"/>
              <a:cs typeface="Arial"/>
            </a:endParaRPr>
          </a:p>
        </p:txBody>
      </p:sp>
      <p:sp>
        <p:nvSpPr>
          <p:cNvPr id="109" name="Google Shape;109;p7">
            <a:extLst xmlns:a="http://schemas.openxmlformats.org/drawingml/2006/main">
              <a:ext uri="{FF2B5EF4-FFF2-40B4-BE49-F238E27FC236}">
                <a16:creationId xmlns:a16="http://schemas.microsoft.com/office/drawing/2014/main" id="{39003726-AABF-4A09-9189-31B66617A8E7}"/>
              </a:ext>
            </a:extLst>
          </p:cNvPr>
          <p:cNvSpPr>
            <a:spLocks xmlns:a="http://schemas.openxmlformats.org/drawingml/2006/main" noGrp="1"/>
          </p:cNvSpPr>
          <p:nvPr/>
        </p:nvSpPr>
        <p:spPr>
          <a:xfrm xmlns:a="http://schemas.openxmlformats.org/drawingml/2006/main">
            <a:off x="7029450" y="15240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endParaRPr sz="1400" b="0" i="0" u="none" strike="noStrike" cap="none">
              <a:solidFill>
                <a:srgbClr val="000000"/>
              </a:solidFill>
              <a:latin typeface="Arial"/>
              <a:ea typeface="Arial"/>
              <a:cs typeface="Arial"/>
            </a:endParaRPr>
          </a:p>
        </p:txBody>
      </p:sp>
      <p:sp>
        <p:nvSpPr>
          <p:cNvPr id="110" name="Google Shape;110;p7">
            <a:extLst xmlns:a="http://schemas.openxmlformats.org/drawingml/2006/main">
              <a:ext uri="{FF2B5EF4-FFF2-40B4-BE49-F238E27FC236}">
                <a16:creationId xmlns:a16="http://schemas.microsoft.com/office/drawing/2014/main" id="{C2F67375-D9E5-4BC8-9C53-DC860D1B145C}"/>
              </a:ext>
            </a:extLst>
          </p:cNvPr>
          <p:cNvSpPr>
            <a:spLocks xmlns:a="http://schemas.openxmlformats.org/drawingml/2006/main" noGrp="1"/>
          </p:cNvSpPr>
          <p:nvPr/>
        </p:nvSpPr>
        <p:spPr>
          <a:xfrm xmlns:a="http://schemas.openxmlformats.org/drawingml/2006/main">
            <a:off x="7029450" y="28956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endParaRPr sz="1400" b="0" i="0" u="none" strike="noStrike" cap="none">
              <a:solidFill>
                <a:srgbClr val="000000"/>
              </a:solidFill>
              <a:latin typeface="Arial"/>
              <a:ea typeface="Arial"/>
              <a:cs typeface="Arial"/>
            </a:endParaRPr>
          </a:p>
        </p:txBody>
      </p:sp>
      <p:sp>
        <p:nvSpPr>
          <p:cNvPr id="111" name="Google Shape;111;p7">
            <a:extLst xmlns:a="http://schemas.openxmlformats.org/drawingml/2006/main">
              <a:ext uri="{FF2B5EF4-FFF2-40B4-BE49-F238E27FC236}">
                <a16:creationId xmlns:a16="http://schemas.microsoft.com/office/drawing/2014/main" id="{FED6DAC6-3CA8-4F33-829E-53830C38A719}"/>
              </a:ext>
            </a:extLst>
          </p:cNvPr>
          <p:cNvSpPr>
            <a:spLocks xmlns:a="http://schemas.openxmlformats.org/drawingml/2006/main" noGrp="1"/>
          </p:cNvSpPr>
          <p:nvPr/>
        </p:nvSpPr>
        <p:spPr>
          <a:xfrm xmlns:a="http://schemas.openxmlformats.org/drawingml/2006/main">
            <a:off x="7029450" y="42672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endParaRPr sz="1400" b="0" i="0" u="none" strike="noStrike" cap="none">
              <a:solidFill>
                <a:srgbClr val="000000"/>
              </a:solidFill>
              <a:latin typeface="Arial"/>
              <a:ea typeface="Arial"/>
              <a:cs typeface="Arial"/>
            </a:endParaRPr>
          </a:p>
        </p:txBody>
      </p:sp>
      <p:sp>
        <p:nvSpPr>
          <p:cNvPr id="2" name="AutoShape 2">
            <a:extLst xmlns:a="http://schemas.openxmlformats.org/drawingml/2006/main">
              <a:ext uri="{FF2B5EF4-FFF2-40B4-BE49-F238E27FC236}">
                <a16:creationId xmlns:a16="http://schemas.microsoft.com/office/drawing/2014/main" id="{DEF73BEA-743E-4FEF-9573-6BF4CCC9B174}"/>
              </a:ext>
            </a:extLst>
          </p:cNvPr>
          <p:cNvSpPr>
            <a:spLocks xmlns:a="http://schemas.openxmlformats.org/drawingml/2006/main" noGrp="1"/>
          </p:cNvSpPr>
          <p:nvPr/>
        </p:nvSpPr>
        <p:spPr>
          <a:xfrm xmlns:a="http://schemas.openxmlformats.org/drawingml/2006/main">
            <a:off x="155575" y="-144463"/>
            <a:ext cx="304800" cy="304801"/>
          </a:xfrm>
          <a:prstGeom xmlns:a="http://schemas.openxmlformats.org/drawingml/2006/main" prst="rect">
            <a:avLst/>
          </a:prstGeom>
          <a:noFill xmlns:a="http://schemas.openxmlformats.org/drawingml/2006/main"/>
        </p:spPr>
        <p:txBody>
          <a:bodyPr xmlns:a="http://schemas.openxmlformats.org/drawingml/2006/main" vert="horz" wrap="square" lIns="91440" tIns="45720" rIns="91440" bIns="45720" anchor="t"/>
          <a:lstStyle xmlns:a="http://schemas.openxmlformats.org/drawingml/2006/main"/>
          <a:p xmlns:a="http://schemas.openxmlformats.org/drawingml/2006/main">
            <a:endParaRPr/>
          </a:p>
        </p:txBody>
      </p:sp>
      <p:pic>
        <p:nvPicPr>
          <p:cNvPr id="124" name="Imagem 2"/>
          <p:cNvPicPr>
            <a:picLocks xmlns:a="http://schemas.openxmlformats.org/drawingml/2006/main" noChangeAspect="1"/>
          </p:cNvPicPr>
          <p:nvPr/>
        </p:nvPicPr>
        <p:blipFill>
          <a:blip xmlns:r="http://schemas.openxmlformats.org/officeDocument/2006/relationships" xmlns:a="http://schemas.openxmlformats.org/drawingml/2006/main" r:embed="R1671d9d253e34f81"/>
          <a:stretch xmlns:a="http://schemas.openxmlformats.org/drawingml/2006/main">
            <a:fillRect l="0" t="0" r="0" b="0"/>
          </a:stretch>
        </p:blipFill>
        <p:spPr>
          <a:xfrm xmlns:a="http://schemas.openxmlformats.org/drawingml/2006/main">
            <a:off x="345853" y="2251522"/>
            <a:ext cx="2786267" cy="2786267"/>
          </a:xfrm>
          <a:prstGeom xmlns:a="http://schemas.openxmlformats.org/drawingml/2006/main" prst="rect">
            <a:avLst/>
          </a:prstGeom>
        </p:spPr>
      </p:pic>
      <p:pic>
        <p:nvPicPr>
          <p:cNvPr id="125" name="Imagem 3"/>
          <p:cNvPicPr>
            <a:picLocks xmlns:a="http://schemas.openxmlformats.org/drawingml/2006/main" noChangeAspect="1"/>
          </p:cNvPicPr>
          <p:nvPr/>
        </p:nvPicPr>
        <p:blipFill>
          <a:blip xmlns:r="http://schemas.openxmlformats.org/officeDocument/2006/relationships" xmlns:a="http://schemas.openxmlformats.org/drawingml/2006/main" r:embed="R8408847e209a43b3"/>
          <a:stretch xmlns:a="http://schemas.openxmlformats.org/drawingml/2006/main">
            <a:fillRect l="0" t="0" r="0" b="0"/>
          </a:stretch>
        </p:blipFill>
        <p:spPr>
          <a:xfrm xmlns:a="http://schemas.openxmlformats.org/drawingml/2006/main">
            <a:off x="6177506" y="2201646"/>
            <a:ext cx="2808626" cy="2808626"/>
          </a:xfrm>
          <a:prstGeom xmlns:a="http://schemas.openxmlformats.org/drawingml/2006/main" prst="rect">
            <a:avLst/>
          </a:prstGeom>
        </p:spPr>
      </p:pic>
      <p:pic>
        <p:nvPicPr>
          <p:cNvPr id="126" name="Imagem 6"/>
          <p:cNvPicPr>
            <a:picLocks xmlns:a="http://schemas.openxmlformats.org/drawingml/2006/main" noChangeAspect="1"/>
          </p:cNvPicPr>
          <p:nvPr/>
        </p:nvPicPr>
        <p:blipFill>
          <a:blip xmlns:r="http://schemas.openxmlformats.org/officeDocument/2006/relationships" xmlns:a="http://schemas.openxmlformats.org/drawingml/2006/main" r:embed="Re3b0b17b8f5b4168"/>
          <a:stretch xmlns:a="http://schemas.openxmlformats.org/drawingml/2006/main">
            <a:fillRect l="0" t="0" r="0" b="0"/>
          </a:stretch>
        </p:blipFill>
        <p:spPr>
          <a:xfrm xmlns:a="http://schemas.openxmlformats.org/drawingml/2006/main">
            <a:off x="9129450" y="2205197"/>
            <a:ext cx="2851399" cy="2851399"/>
          </a:xfrm>
          <a:prstGeom xmlns:a="http://schemas.openxmlformats.org/drawingml/2006/main" prst="rect">
            <a:avLst/>
          </a:prstGeom>
        </p:spPr>
      </p:pic>
      <p:pic>
        <p:nvPicPr>
          <p:cNvPr id="127" name="Imagem 8"/>
          <p:cNvPicPr>
            <a:picLocks xmlns:a="http://schemas.openxmlformats.org/drawingml/2006/main" noChangeAspect="1"/>
          </p:cNvPicPr>
          <p:nvPr/>
        </p:nvPicPr>
        <p:blipFill>
          <a:blip xmlns:r="http://schemas.openxmlformats.org/officeDocument/2006/relationships" xmlns:a="http://schemas.openxmlformats.org/drawingml/2006/main" r:embed="Rbbd4ab003707497f"/>
          <a:stretch xmlns:a="http://schemas.openxmlformats.org/drawingml/2006/main">
            <a:fillRect l="0" t="0" r="0" b="0"/>
          </a:stretch>
        </p:blipFill>
        <p:spPr>
          <a:xfrm xmlns:a="http://schemas.openxmlformats.org/drawingml/2006/main">
            <a:off x="3275438" y="2251522"/>
            <a:ext cx="2758750" cy="2758750"/>
          </a:xfrm>
          <a:prstGeom xmlns:a="http://schemas.openxmlformats.org/drawingml/2006/main" prst="rect">
            <a:avLst/>
          </a:prstGeom>
        </p:spPr>
      </p:pic>
    </p:spTree>
    <p:extLst>
      <p:ext uri="{BB962C8B-B14F-4D97-AF65-F5344CB8AC3E}">
        <p14:creationId xmlns:p14="http://schemas.microsoft.com/office/powerpoint/2010/main" val="5527382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Google Shape;117;p6">
            <a:extLst xmlns:a="http://schemas.openxmlformats.org/drawingml/2006/main">
              <a:ext uri="{FF2B5EF4-FFF2-40B4-BE49-F238E27FC236}">
                <a16:creationId xmlns:a16="http://schemas.microsoft.com/office/drawing/2014/main" id="{945391A1-A1E4-42CC-B334-69F9000B5355}"/>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Zonação vertical</a:t>
            </a:r>
            <a:endParaRPr sz="1400" b="0" i="0" u="none" strike="noStrike" cap="none">
              <a:solidFill>
                <a:srgbClr val="000000"/>
              </a:solidFill>
              <a:latin typeface="Arial"/>
              <a:ea typeface="Arial"/>
              <a:cs typeface="Arial"/>
            </a:endParaRPr>
          </a:p>
        </p:txBody>
      </p:sp>
      <p:sp>
        <p:nvSpPr>
          <p:cNvPr id="118" name="Google Shape;118;p6">
            <a:extLst xmlns:a="http://schemas.openxmlformats.org/drawingml/2006/main">
              <a:ext uri="{FF2B5EF4-FFF2-40B4-BE49-F238E27FC236}">
                <a16:creationId xmlns:a16="http://schemas.microsoft.com/office/drawing/2014/main" id="{32042799-94C6-4171-B456-08B6F23E626C}"/>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119" name="Google Shape;119;p6">
            <a:extLst xmlns:a="http://schemas.openxmlformats.org/drawingml/2006/main">
              <a:ext uri="{FF2B5EF4-FFF2-40B4-BE49-F238E27FC236}">
                <a16:creationId xmlns:a16="http://schemas.microsoft.com/office/drawing/2014/main" id="{773EB0A0-DF13-4AD3-9682-FA037D51DCA2}"/>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120" name="Google Shape;120;p6">
            <a:extLst xmlns:a="http://schemas.openxmlformats.org/drawingml/2006/main">
              <a:ext uri="{FF2B5EF4-FFF2-40B4-BE49-F238E27FC236}">
                <a16:creationId xmlns:a16="http://schemas.microsoft.com/office/drawing/2014/main" id="{60DAAACF-5B57-4410-911A-93475FF4A38B}"/>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Zonação</a:t>
            </a:r>
            <a:r>
              <a:rPr sz="1275" b="0" i="0" u="none" strike="noStrike" cap="none">
                <a:solidFill>
                  <a:srgbClr val="FFFFFF"/>
                </a:solidFill>
                <a:latin typeface="Arial"/>
                <a:ea typeface="Arial"/>
                <a:cs typeface="Arial"/>
              </a:rPr>
              <a:t>     </a:t>
            </a:r>
            <a:r>
              <a:rPr sz="1275">
                <a:solidFill>
                  <a:srgbClr val="FFFFFF"/>
                </a:solidFill>
              </a:rPr>
              <a:t>9</a:t>
            </a:r>
            <a:r>
              <a:rPr sz="1275" b="0" i="0" u="none" strike="noStrike" cap="none">
                <a:solidFill>
                  <a:srgbClr val="FFFFFF"/>
                </a:solidFill>
                <a:latin typeface="Arial"/>
                <a:ea typeface="Arial"/>
                <a:cs typeface="Arial"/>
              </a:rPr>
              <a:t>/22</a:t>
            </a:r>
            <a:endParaRPr sz="1400" b="0" i="0" u="none" strike="noStrike" cap="none">
              <a:solidFill>
                <a:srgbClr val="000000"/>
              </a:solidFill>
              <a:latin typeface="Arial"/>
              <a:ea typeface="Arial"/>
              <a:cs typeface="Arial"/>
            </a:endParaRPr>
          </a:p>
        </p:txBody>
      </p:sp>
      <p:sp>
        <p:nvSpPr>
          <p:cNvPr id="121" name="Google Shape;121;p6">
            <a:extLst xmlns:a="http://schemas.openxmlformats.org/drawingml/2006/main">
              <a:ext uri="{FF2B5EF4-FFF2-40B4-BE49-F238E27FC236}">
                <a16:creationId xmlns:a16="http://schemas.microsoft.com/office/drawing/2014/main" id="{E8905ADC-8D99-4B5B-9576-B548C067129A}"/>
              </a:ext>
            </a:extLst>
          </p:cNvPr>
          <p:cNvSpPr>
            <a:spLocks xmlns:a="http://schemas.openxmlformats.org/drawingml/2006/main" noGrp="1"/>
          </p:cNvSpPr>
          <p:nvPr/>
        </p:nvSpPr>
        <p:spPr>
          <a:xfrm xmlns:a="http://schemas.openxmlformats.org/drawingml/2006/main">
            <a:off x="828675" y="1371600"/>
            <a:ext cx="10382400" cy="5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700"/>
              <a:buFont typeface="Arial"/>
              <a:buNone/>
            </a:pPr>
            <a:r>
              <a:rPr sz="2700" b="1" i="0" u="none" strike="noStrike" cap="none">
                <a:solidFill>
                  <a:srgbClr val="333399"/>
                </a:solidFill>
                <a:latin typeface="Arial"/>
                <a:ea typeface="Arial"/>
                <a:cs typeface="Arial"/>
              </a:rPr>
              <a:t>Supralitoral</a:t>
            </a:r>
            <a:endParaRPr sz="1400" b="0" i="0" u="none" strike="noStrike" cap="none">
              <a:solidFill>
                <a:srgbClr val="000000"/>
              </a:solidFill>
              <a:latin typeface="Arial"/>
              <a:ea typeface="Arial"/>
              <a:cs typeface="Arial"/>
            </a:endParaRPr>
          </a:p>
        </p:txBody>
      </p:sp>
      <p:sp>
        <p:nvSpPr>
          <p:cNvPr id="122" name="Google Shape;122;p6">
            <a:extLst xmlns:a="http://schemas.openxmlformats.org/drawingml/2006/main">
              <a:ext uri="{FF2B5EF4-FFF2-40B4-BE49-F238E27FC236}">
                <a16:creationId xmlns:a16="http://schemas.microsoft.com/office/drawing/2014/main" id="{32A26A95-6831-46AB-A009-63A1E27D7D3B}"/>
              </a:ext>
            </a:extLst>
          </p:cNvPr>
          <p:cNvSpPr>
            <a:spLocks xmlns:a="http://schemas.openxmlformats.org/drawingml/2006/main" noGrp="1"/>
          </p:cNvSpPr>
          <p:nvPr/>
        </p:nvSpPr>
        <p:spPr>
          <a:xfrm xmlns:a="http://schemas.openxmlformats.org/drawingml/2006/main">
            <a:off x="838200" y="1952625"/>
            <a:ext cx="10382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250"/>
              <a:buFont typeface="Arial"/>
              <a:buNone/>
            </a:pPr>
            <a:r>
              <a:rPr sz="2250" b="0" i="0" u="none" strike="noStrike" cap="none">
                <a:solidFill>
                  <a:srgbClr val="202D40"/>
                </a:solidFill>
                <a:latin typeface="Arial"/>
                <a:ea typeface="Arial"/>
                <a:cs typeface="Arial"/>
              </a:rPr>
              <a:t>Predomínio</a:t>
            </a:r>
            <a:r>
              <a:rPr sz="2250" b="0" i="0" u="none" strike="noStrike" cap="none">
                <a:solidFill>
                  <a:srgbClr val="202D40"/>
                </a:solidFill>
                <a:latin typeface="Arial"/>
                <a:ea typeface="Arial"/>
                <a:cs typeface="Arial"/>
              </a:rPr>
              <a:t> da </a:t>
            </a:r>
            <a:r>
              <a:rPr sz="2250" b="0" i="0" u="none" strike="noStrike" cap="none">
                <a:solidFill>
                  <a:srgbClr val="202D40"/>
                </a:solidFill>
                <a:latin typeface="Arial"/>
                <a:ea typeface="Arial"/>
                <a:cs typeface="Arial"/>
              </a:rPr>
              <a:t>exposição</a:t>
            </a:r>
            <a:r>
              <a:rPr sz="2250" b="0" i="0" u="none" strike="noStrike" cap="none">
                <a:solidFill>
                  <a:srgbClr val="202D40"/>
                </a:solidFill>
                <a:latin typeface="Arial"/>
                <a:ea typeface="Arial"/>
                <a:cs typeface="Arial"/>
              </a:rPr>
              <a:t> </a:t>
            </a:r>
            <a:r>
              <a:rPr sz="2250" b="0" i="0" u="none" strike="noStrike" cap="none">
                <a:solidFill>
                  <a:srgbClr val="202D40"/>
                </a:solidFill>
                <a:latin typeface="Arial"/>
                <a:ea typeface="Arial"/>
                <a:cs typeface="Arial"/>
              </a:rPr>
              <a:t>ao</a:t>
            </a:r>
            <a:r>
              <a:rPr sz="2250" b="0" i="0" u="none" strike="noStrike" cap="none">
                <a:solidFill>
                  <a:srgbClr val="202D40"/>
                </a:solidFill>
                <a:latin typeface="Arial"/>
                <a:ea typeface="Arial"/>
                <a:cs typeface="Arial"/>
              </a:rPr>
              <a:t> </a:t>
            </a:r>
            <a:r>
              <a:rPr sz="2250" b="0" i="0" u="none" strike="noStrike" cap="none">
                <a:solidFill>
                  <a:srgbClr val="202D40"/>
                </a:solidFill>
                <a:latin typeface="Arial"/>
                <a:ea typeface="Arial"/>
                <a:cs typeface="Arial"/>
              </a:rPr>
              <a:t>ar</a:t>
            </a:r>
            <a:r>
              <a:rPr sz="2250" b="0" i="0" u="none" strike="noStrike" cap="none">
                <a:solidFill>
                  <a:srgbClr val="202D40"/>
                </a:solidFill>
                <a:latin typeface="Arial"/>
                <a:ea typeface="Arial"/>
                <a:cs typeface="Arial"/>
              </a:rPr>
              <a:t> e </a:t>
            </a:r>
            <a:r>
              <a:rPr sz="2250" b="0" i="0" u="none" strike="noStrike" cap="none">
                <a:solidFill>
                  <a:srgbClr val="202D40"/>
                </a:solidFill>
                <a:latin typeface="Arial"/>
                <a:ea typeface="Arial"/>
                <a:cs typeface="Arial"/>
              </a:rPr>
              <a:t>respingos</a:t>
            </a:r>
            <a:endParaRPr sz="1400" b="0" i="0" u="none" strike="noStrike" cap="none">
              <a:solidFill>
                <a:srgbClr val="000000"/>
              </a:solidFill>
              <a:latin typeface="Arial"/>
              <a:ea typeface="Arial"/>
              <a:cs typeface="Arial"/>
            </a:endParaRPr>
          </a:p>
        </p:txBody>
      </p:sp>
      <p:sp>
        <p:nvSpPr>
          <p:cNvPr id="123" name="Google Shape;123;p6">
            <a:extLst xmlns:a="http://schemas.openxmlformats.org/drawingml/2006/main">
              <a:ext uri="{FF2B5EF4-FFF2-40B4-BE49-F238E27FC236}">
                <a16:creationId xmlns:a16="http://schemas.microsoft.com/office/drawing/2014/main" id="{46261B35-65F4-41E0-80EE-B6B8ACF9D0DF}"/>
              </a:ext>
            </a:extLst>
          </p:cNvPr>
          <p:cNvSpPr>
            <a:spLocks xmlns:a="http://schemas.openxmlformats.org/drawingml/2006/main" noGrp="1"/>
          </p:cNvSpPr>
          <p:nvPr/>
        </p:nvSpPr>
        <p:spPr>
          <a:xfrm xmlns:a="http://schemas.openxmlformats.org/drawingml/2006/main">
            <a:off x="828675" y="2790825"/>
            <a:ext cx="10382400" cy="5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700"/>
              <a:buFont typeface="Arial"/>
              <a:buNone/>
            </a:pPr>
            <a:r>
              <a:rPr sz="2700" b="1" i="0" u="none" strike="noStrike" cap="none">
                <a:solidFill>
                  <a:srgbClr val="333399"/>
                </a:solidFill>
                <a:latin typeface="Arial"/>
                <a:ea typeface="Arial"/>
                <a:cs typeface="Arial"/>
              </a:rPr>
              <a:t>Médiolitoral</a:t>
            </a:r>
            <a:endParaRPr sz="1400" b="0" i="0" u="none" strike="noStrike" cap="none">
              <a:solidFill>
                <a:srgbClr val="000000"/>
              </a:solidFill>
              <a:latin typeface="Arial"/>
              <a:ea typeface="Arial"/>
              <a:cs typeface="Arial"/>
            </a:endParaRPr>
          </a:p>
        </p:txBody>
      </p:sp>
      <p:sp>
        <p:nvSpPr>
          <p:cNvPr id="124" name="Google Shape;124;p6">
            <a:extLst xmlns:a="http://schemas.openxmlformats.org/drawingml/2006/main">
              <a:ext uri="{FF2B5EF4-FFF2-40B4-BE49-F238E27FC236}">
                <a16:creationId xmlns:a16="http://schemas.microsoft.com/office/drawing/2014/main" id="{F3D112B6-D0C9-4664-916F-70CFA9B07AB1}"/>
              </a:ext>
            </a:extLst>
          </p:cNvPr>
          <p:cNvSpPr>
            <a:spLocks xmlns:a="http://schemas.openxmlformats.org/drawingml/2006/main" noGrp="1"/>
          </p:cNvSpPr>
          <p:nvPr/>
        </p:nvSpPr>
        <p:spPr>
          <a:xfrm xmlns:a="http://schemas.openxmlformats.org/drawingml/2006/main">
            <a:off x="838200" y="3371850"/>
            <a:ext cx="10382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250"/>
              <a:buFont typeface="Arial"/>
              <a:buNone/>
            </a:pPr>
            <a:r>
              <a:rPr sz="2250" b="0" i="0" u="none" strike="noStrike" cap="none">
                <a:solidFill>
                  <a:srgbClr val="202D40"/>
                </a:solidFill>
                <a:latin typeface="Arial"/>
                <a:ea typeface="Arial"/>
                <a:cs typeface="Arial"/>
              </a:rPr>
              <a:t>Alternância de imersão e emersão</a:t>
            </a:r>
            <a:endParaRPr sz="1400" b="0" i="0" u="none" strike="noStrike" cap="none">
              <a:solidFill>
                <a:srgbClr val="000000"/>
              </a:solidFill>
              <a:latin typeface="Arial"/>
              <a:ea typeface="Arial"/>
              <a:cs typeface="Arial"/>
            </a:endParaRPr>
          </a:p>
        </p:txBody>
      </p:sp>
      <p:sp>
        <p:nvSpPr>
          <p:cNvPr id="125" name="Google Shape;125;p6">
            <a:extLst xmlns:a="http://schemas.openxmlformats.org/drawingml/2006/main">
              <a:ext uri="{FF2B5EF4-FFF2-40B4-BE49-F238E27FC236}">
                <a16:creationId xmlns:a16="http://schemas.microsoft.com/office/drawing/2014/main" id="{012F07D5-CADF-417D-AC07-D2394F557F33}"/>
              </a:ext>
            </a:extLst>
          </p:cNvPr>
          <p:cNvSpPr>
            <a:spLocks xmlns:a="http://schemas.openxmlformats.org/drawingml/2006/main" noGrp="1"/>
          </p:cNvSpPr>
          <p:nvPr/>
        </p:nvSpPr>
        <p:spPr>
          <a:xfrm xmlns:a="http://schemas.openxmlformats.org/drawingml/2006/main">
            <a:off x="828675" y="4210050"/>
            <a:ext cx="10382400" cy="5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700"/>
              <a:buFont typeface="Arial"/>
              <a:buNone/>
            </a:pPr>
            <a:r>
              <a:rPr sz="2700" b="1" i="0" u="none" strike="noStrike" cap="none">
                <a:solidFill>
                  <a:srgbClr val="333399"/>
                </a:solidFill>
                <a:latin typeface="Arial"/>
                <a:ea typeface="Arial"/>
                <a:cs typeface="Arial"/>
              </a:rPr>
              <a:t>Infralitoral</a:t>
            </a:r>
            <a:endParaRPr sz="1400" b="0" i="0" u="none" strike="noStrike" cap="none">
              <a:solidFill>
                <a:srgbClr val="000000"/>
              </a:solidFill>
              <a:latin typeface="Arial"/>
              <a:ea typeface="Arial"/>
              <a:cs typeface="Arial"/>
            </a:endParaRPr>
          </a:p>
        </p:txBody>
      </p:sp>
      <p:sp>
        <p:nvSpPr>
          <p:cNvPr id="126" name="Google Shape;126;p6">
            <a:extLst xmlns:a="http://schemas.openxmlformats.org/drawingml/2006/main">
              <a:ext uri="{FF2B5EF4-FFF2-40B4-BE49-F238E27FC236}">
                <a16:creationId xmlns:a16="http://schemas.microsoft.com/office/drawing/2014/main" id="{FC1D0468-8B73-4E27-82BB-25EED81CCE27}"/>
              </a:ext>
            </a:extLst>
          </p:cNvPr>
          <p:cNvSpPr>
            <a:spLocks xmlns:a="http://schemas.openxmlformats.org/drawingml/2006/main" noGrp="1"/>
          </p:cNvSpPr>
          <p:nvPr/>
        </p:nvSpPr>
        <p:spPr>
          <a:xfrm xmlns:a="http://schemas.openxmlformats.org/drawingml/2006/main">
            <a:off x="838200" y="4791075"/>
            <a:ext cx="103824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250"/>
              <a:buFont typeface="Arial"/>
              <a:buNone/>
            </a:pPr>
            <a:r>
              <a:rPr sz="2250" b="0" i="0" u="none" strike="noStrike" cap="none">
                <a:solidFill>
                  <a:srgbClr val="202D40"/>
                </a:solidFill>
                <a:latin typeface="Arial"/>
                <a:ea typeface="Arial"/>
                <a:cs typeface="Arial"/>
              </a:rPr>
              <a:t>Predomínio da submersão</a:t>
            </a:r>
            <a:endParaRPr sz="1400" b="0" i="0" u="none" strike="noStrike" cap="none">
              <a:solidFill>
                <a:srgbClr val="000000"/>
              </a:solidFill>
              <a:latin typeface="Arial"/>
              <a:ea typeface="Arial"/>
              <a:cs typeface="Arial"/>
            </a:endParaRPr>
          </a:p>
        </p:txBody>
      </p:sp>
      <p:sp>
        <p:nvSpPr>
          <p:cNvPr id="127" name="Google Shape;127;p6">
            <a:extLst xmlns:a="http://schemas.openxmlformats.org/drawingml/2006/main">
              <a:ext uri="{FF2B5EF4-FFF2-40B4-BE49-F238E27FC236}">
                <a16:creationId xmlns:a16="http://schemas.microsoft.com/office/drawing/2014/main" id="{BE9E8145-2C56-47CC-827E-09A550BFD238}"/>
              </a:ext>
            </a:extLst>
          </p:cNvPr>
          <p:cNvSpPr>
            <a:spLocks xmlns:a="http://schemas.openxmlformats.org/drawingml/2006/main" noGrp="1"/>
          </p:cNvSpPr>
          <p:nvPr/>
        </p:nvSpPr>
        <p:spPr>
          <a:xfrm xmlns:a="http://schemas.openxmlformats.org/drawingml/2006/main">
            <a:off x="838200" y="5867400"/>
            <a:ext cx="10477500" cy="381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75"/>
              <a:buFont typeface="Arial"/>
              <a:buNone/>
            </a:pPr>
            <a:r>
              <a:rPr sz="1875" b="0" i="0" u="none" strike="noStrike" cap="none">
                <a:solidFill>
                  <a:srgbClr val="202D40"/>
                </a:solidFill>
                <a:latin typeface="Arial"/>
                <a:ea typeface="Arial"/>
                <a:cs typeface="Arial"/>
              </a:rPr>
              <a:t>Limites aproximados, condicionados pelas ondas e pela topografia</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31489386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 name="Google Shape;133;p8">
            <a:extLst xmlns:a="http://schemas.openxmlformats.org/drawingml/2006/main">
              <a:ext uri="{FF2B5EF4-FFF2-40B4-BE49-F238E27FC236}">
                <a16:creationId xmlns:a16="http://schemas.microsoft.com/office/drawing/2014/main" id="{203B20D2-E2FD-4825-BEEC-6C5489879995}"/>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Faixa superior e região de respingos</a:t>
            </a:r>
            <a:endParaRPr sz="1400" b="0" i="0" u="none" strike="noStrike" cap="none">
              <a:solidFill>
                <a:srgbClr val="000000"/>
              </a:solidFill>
              <a:latin typeface="Arial"/>
              <a:ea typeface="Arial"/>
              <a:cs typeface="Arial"/>
            </a:endParaRPr>
          </a:p>
        </p:txBody>
      </p:sp>
      <p:sp>
        <p:nvSpPr>
          <p:cNvPr id="134" name="Google Shape;134;p8">
            <a:extLst xmlns:a="http://schemas.openxmlformats.org/drawingml/2006/main">
              <a:ext uri="{FF2B5EF4-FFF2-40B4-BE49-F238E27FC236}">
                <a16:creationId xmlns:a16="http://schemas.microsoft.com/office/drawing/2014/main" id="{12C35104-BB2E-4752-8946-0C3D89355654}"/>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135" name="Google Shape;135;p8">
            <a:extLst xmlns:a="http://schemas.openxmlformats.org/drawingml/2006/main">
              <a:ext uri="{FF2B5EF4-FFF2-40B4-BE49-F238E27FC236}">
                <a16:creationId xmlns:a16="http://schemas.microsoft.com/office/drawing/2014/main" id="{0B792450-3B54-4F02-A9D1-932571C9CFCC}"/>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136" name="Google Shape;136;p8">
            <a:extLst xmlns:a="http://schemas.openxmlformats.org/drawingml/2006/main">
              <a:ext uri="{FF2B5EF4-FFF2-40B4-BE49-F238E27FC236}">
                <a16:creationId xmlns:a16="http://schemas.microsoft.com/office/drawing/2014/main" id="{334EA057-4616-4DDC-8D9B-74134DA9C5C3}"/>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Resultados</a:t>
            </a:r>
            <a:r>
              <a:rPr sz="1275" b="0" i="0" u="none" strike="noStrike" cap="none">
                <a:solidFill>
                  <a:srgbClr val="FFFFFF"/>
                </a:solidFill>
                <a:latin typeface="Arial"/>
                <a:ea typeface="Arial"/>
                <a:cs typeface="Arial"/>
              </a:rPr>
              <a:t>     </a:t>
            </a:r>
            <a:r>
              <a:rPr sz="1275">
                <a:solidFill>
                  <a:srgbClr val="FFFFFF"/>
                </a:solidFill>
              </a:rPr>
              <a:t>10</a:t>
            </a:r>
            <a:r>
              <a:rPr sz="1275" b="0" i="0" u="none" strike="noStrike" cap="none">
                <a:solidFill>
                  <a:srgbClr val="FFFFFF"/>
                </a:solidFill>
                <a:latin typeface="Arial"/>
                <a:ea typeface="Arial"/>
                <a:cs typeface="Arial"/>
              </a:rPr>
              <a:t>/22</a:t>
            </a:r>
            <a:endParaRPr sz="1400" b="0" i="0" u="none" strike="noStrike" cap="none">
              <a:solidFill>
                <a:srgbClr val="000000"/>
              </a:solidFill>
              <a:latin typeface="Arial"/>
              <a:ea typeface="Arial"/>
              <a:cs typeface="Arial"/>
            </a:endParaRPr>
          </a:p>
        </p:txBody>
      </p:sp>
      <p:pic>
        <p:nvPicPr>
          <p:cNvPr id="147" name="Google Shape;137;p8"/>
          <p:cNvPicPr>
            <a:picLocks xmlns:a="http://schemas.openxmlformats.org/drawingml/2006/main" noChangeAspect="1"/>
          </p:cNvPicPr>
          <p:nvPr/>
        </p:nvPicPr>
        <p:blipFill rotWithShape="1">
          <a:blip xmlns:r="http://schemas.openxmlformats.org/officeDocument/2006/relationships" xmlns:a="http://schemas.openxmlformats.org/drawingml/2006/main" r:embed="R0054cc174f644ae2">
            <a:alphaModFix/>
          </a:blip>
          <a:srcRect xmlns:a="http://schemas.openxmlformats.org/drawingml/2006/main" l="0" t="0" r="0" b="0"/>
          <a:stretch xmlns:a="http://schemas.openxmlformats.org/drawingml/2006/main"/>
        </p:blipFill>
        <p:spPr>
          <a:xfrm xmlns:a="http://schemas.openxmlformats.org/drawingml/2006/main">
            <a:off x="762000" y="1009650"/>
            <a:ext cx="4838700" cy="4838700"/>
          </a:xfrm>
          <a:prstGeom xmlns:a="http://schemas.openxmlformats.org/drawingml/2006/main" prst="rect">
            <a:avLst/>
          </a:prstGeom>
          <a:ln xmlns:a="http://schemas.openxmlformats.org/drawingml/2006/main">
            <a:noFill/>
          </a:ln>
        </p:spPr>
      </p:pic>
      <p:pic>
        <p:nvPicPr>
          <p:cNvPr id="148" name="Google Shape;138;p8"/>
          <p:cNvPicPr>
            <a:picLocks xmlns:a="http://schemas.openxmlformats.org/drawingml/2006/main" noChangeAspect="1"/>
          </p:cNvPicPr>
          <p:nvPr/>
        </p:nvPicPr>
        <p:blipFill rotWithShape="1">
          <a:blip xmlns:r="http://schemas.openxmlformats.org/officeDocument/2006/relationships" xmlns:a="http://schemas.openxmlformats.org/drawingml/2006/main" r:embed="Rb6a186319d044960">
            <a:alphaModFix/>
          </a:blip>
          <a:srcRect xmlns:a="http://schemas.openxmlformats.org/drawingml/2006/main" l="0" t="0" r="0" b="0"/>
          <a:stretch xmlns:a="http://schemas.openxmlformats.org/drawingml/2006/main"/>
        </p:blipFill>
        <p:spPr>
          <a:xfrm xmlns:a="http://schemas.openxmlformats.org/drawingml/2006/main">
            <a:off x="6591300" y="1009650"/>
            <a:ext cx="4838700" cy="4838700"/>
          </a:xfrm>
          <a:prstGeom xmlns:a="http://schemas.openxmlformats.org/drawingml/2006/main" prst="rect">
            <a:avLst/>
          </a:prstGeom>
          <a:ln xmlns:a="http://schemas.openxmlformats.org/drawingml/2006/main">
            <a:noFill/>
          </a:ln>
        </p:spPr>
      </p:pic>
      <p:sp>
        <p:nvSpPr>
          <p:cNvPr id="139" name="Google Shape;139;p8">
            <a:extLst xmlns:a="http://schemas.openxmlformats.org/drawingml/2006/main">
              <a:ext uri="{FF2B5EF4-FFF2-40B4-BE49-F238E27FC236}">
                <a16:creationId xmlns:a16="http://schemas.microsoft.com/office/drawing/2014/main" id="{0F6F24CF-6961-4FC9-89CA-4CB2CF7BDFF8}"/>
              </a:ext>
            </a:extLst>
          </p:cNvPr>
          <p:cNvSpPr>
            <a:spLocks xmlns:a="http://schemas.openxmlformats.org/drawingml/2006/main" noGrp="1"/>
          </p:cNvSpPr>
          <p:nvPr/>
        </p:nvSpPr>
        <p:spPr>
          <a:xfrm xmlns:a="http://schemas.openxmlformats.org/drawingml/2006/main">
            <a:off x="609600" y="5972175"/>
            <a:ext cx="5143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Crostas e organismos junto à rocha</a:t>
            </a:r>
            <a:endParaRPr sz="1400" b="0" i="0" u="none" strike="noStrike" cap="none">
              <a:solidFill>
                <a:srgbClr val="000000"/>
              </a:solidFill>
              <a:latin typeface="Arial"/>
              <a:ea typeface="Arial"/>
              <a:cs typeface="Arial"/>
            </a:endParaRPr>
          </a:p>
        </p:txBody>
      </p:sp>
      <p:sp>
        <p:nvSpPr>
          <p:cNvPr id="140" name="Google Shape;140;p8">
            <a:extLst xmlns:a="http://schemas.openxmlformats.org/drawingml/2006/main">
              <a:ext uri="{FF2B5EF4-FFF2-40B4-BE49-F238E27FC236}">
                <a16:creationId xmlns:a16="http://schemas.microsoft.com/office/drawing/2014/main" id="{01C80DC4-4296-436E-AF9D-6755C4AACB4B}"/>
              </a:ext>
            </a:extLst>
          </p:cNvPr>
          <p:cNvSpPr>
            <a:spLocks xmlns:a="http://schemas.openxmlformats.org/drawingml/2006/main" noGrp="1"/>
          </p:cNvSpPr>
          <p:nvPr/>
        </p:nvSpPr>
        <p:spPr>
          <a:xfrm xmlns:a="http://schemas.openxmlformats.org/drawingml/2006/main">
            <a:off x="6438900" y="5972175"/>
            <a:ext cx="5143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Cobertura irregular no trecho registrado</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28654899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 name="Google Shape;146;p9">
            <a:extLst xmlns:a="http://schemas.openxmlformats.org/drawingml/2006/main">
              <a:ext uri="{FF2B5EF4-FFF2-40B4-BE49-F238E27FC236}">
                <a16:creationId xmlns:a16="http://schemas.microsoft.com/office/drawing/2014/main" id="{986DF277-5D96-4224-8B06-BC32752F51BC}"/>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Distribuição das algas na faixa entre marés</a:t>
            </a:r>
            <a:endParaRPr sz="1400" b="0" i="0" u="none" strike="noStrike" cap="none">
              <a:solidFill>
                <a:srgbClr val="000000"/>
              </a:solidFill>
              <a:latin typeface="Arial"/>
              <a:ea typeface="Arial"/>
              <a:cs typeface="Arial"/>
            </a:endParaRPr>
          </a:p>
        </p:txBody>
      </p:sp>
      <p:sp>
        <p:nvSpPr>
          <p:cNvPr id="147" name="Google Shape;147;p9">
            <a:extLst xmlns:a="http://schemas.openxmlformats.org/drawingml/2006/main">
              <a:ext uri="{FF2B5EF4-FFF2-40B4-BE49-F238E27FC236}">
                <a16:creationId xmlns:a16="http://schemas.microsoft.com/office/drawing/2014/main" id="{65A9DF82-0DDC-4CCB-9F19-21D5195AED01}"/>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148" name="Google Shape;148;p9">
            <a:extLst xmlns:a="http://schemas.openxmlformats.org/drawingml/2006/main">
              <a:ext uri="{FF2B5EF4-FFF2-40B4-BE49-F238E27FC236}">
                <a16:creationId xmlns:a16="http://schemas.microsoft.com/office/drawing/2014/main" id="{4BE3002A-00F6-4F94-949C-F517BCB6280F}"/>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149" name="Google Shape;149;p9">
            <a:extLst xmlns:a="http://schemas.openxmlformats.org/drawingml/2006/main">
              <a:ext uri="{FF2B5EF4-FFF2-40B4-BE49-F238E27FC236}">
                <a16:creationId xmlns:a16="http://schemas.microsoft.com/office/drawing/2014/main" id="{057361D3-B5F3-4722-90CB-23F64661EA3D}"/>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Resultados</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11/22</a:t>
            </a:r>
            <a:endParaRPr sz="1400" b="0" i="0" u="none" strike="noStrike" cap="none">
              <a:solidFill>
                <a:srgbClr val="000000"/>
              </a:solidFill>
              <a:latin typeface="Arial"/>
              <a:ea typeface="Arial"/>
              <a:cs typeface="Arial"/>
            </a:endParaRPr>
          </a:p>
        </p:txBody>
      </p:sp>
      <p:pic>
        <p:nvPicPr>
          <p:cNvPr id="160" name="Google Shape;150;p9"/>
          <p:cNvPicPr>
            <a:picLocks xmlns:a="http://schemas.openxmlformats.org/drawingml/2006/main" noChangeAspect="1"/>
          </p:cNvPicPr>
          <p:nvPr/>
        </p:nvPicPr>
        <p:blipFill rotWithShape="1">
          <a:blip xmlns:r="http://schemas.openxmlformats.org/officeDocument/2006/relationships" xmlns:a="http://schemas.openxmlformats.org/drawingml/2006/main" r:embed="R67930d8242764b8d">
            <a:alphaModFix/>
          </a:blip>
          <a:srcRect xmlns:a="http://schemas.openxmlformats.org/drawingml/2006/main" l="0" t="0" r="0" b="0"/>
          <a:stretch xmlns:a="http://schemas.openxmlformats.org/drawingml/2006/main"/>
        </p:blipFill>
        <p:spPr>
          <a:xfrm xmlns:a="http://schemas.openxmlformats.org/drawingml/2006/main">
            <a:off x="609600" y="1500188"/>
            <a:ext cx="5143501" cy="3857626"/>
          </a:xfrm>
          <a:prstGeom xmlns:a="http://schemas.openxmlformats.org/drawingml/2006/main" prst="rect">
            <a:avLst/>
          </a:prstGeom>
          <a:ln xmlns:a="http://schemas.openxmlformats.org/drawingml/2006/main">
            <a:noFill/>
          </a:ln>
        </p:spPr>
      </p:pic>
      <p:pic>
        <p:nvPicPr>
          <p:cNvPr id="161" name="Google Shape;151;p9"/>
          <p:cNvPicPr>
            <a:picLocks xmlns:a="http://schemas.openxmlformats.org/drawingml/2006/main" noChangeAspect="1"/>
          </p:cNvPicPr>
          <p:nvPr/>
        </p:nvPicPr>
        <p:blipFill rotWithShape="1">
          <a:blip xmlns:r="http://schemas.openxmlformats.org/officeDocument/2006/relationships" xmlns:a="http://schemas.openxmlformats.org/drawingml/2006/main" r:embed="R3f0ff12592e24bec">
            <a:alphaModFix/>
          </a:blip>
          <a:srcRect xmlns:a="http://schemas.openxmlformats.org/drawingml/2006/main" l="0" t="0" r="0" b="0"/>
          <a:stretch xmlns:a="http://schemas.openxmlformats.org/drawingml/2006/main"/>
        </p:blipFill>
        <p:spPr>
          <a:xfrm xmlns:a="http://schemas.openxmlformats.org/drawingml/2006/main">
            <a:off x="6438900" y="1500188"/>
            <a:ext cx="5143501" cy="3857626"/>
          </a:xfrm>
          <a:prstGeom xmlns:a="http://schemas.openxmlformats.org/drawingml/2006/main" prst="rect">
            <a:avLst/>
          </a:prstGeom>
          <a:ln xmlns:a="http://schemas.openxmlformats.org/drawingml/2006/main">
            <a:noFill/>
          </a:ln>
        </p:spPr>
      </p:pic>
      <p:sp>
        <p:nvSpPr>
          <p:cNvPr id="152" name="Google Shape;152;p9">
            <a:extLst xmlns:a="http://schemas.openxmlformats.org/drawingml/2006/main">
              <a:ext uri="{FF2B5EF4-FFF2-40B4-BE49-F238E27FC236}">
                <a16:creationId xmlns:a16="http://schemas.microsoft.com/office/drawing/2014/main" id="{F1161638-7609-4959-AEF0-5C91F70AB1D4}"/>
              </a:ext>
            </a:extLst>
          </p:cNvPr>
          <p:cNvSpPr>
            <a:spLocks xmlns:a="http://schemas.openxmlformats.org/drawingml/2006/main" noGrp="1"/>
          </p:cNvSpPr>
          <p:nvPr/>
        </p:nvSpPr>
        <p:spPr>
          <a:xfrm xmlns:a="http://schemas.openxmlformats.org/drawingml/2006/main">
            <a:off x="609600" y="5972175"/>
            <a:ext cx="5143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Cobertura verde e avermelhada sobre a rocha</a:t>
            </a:r>
            <a:endParaRPr sz="1400" b="0" i="0" u="none" strike="noStrike" cap="none">
              <a:solidFill>
                <a:srgbClr val="000000"/>
              </a:solidFill>
              <a:latin typeface="Arial"/>
              <a:ea typeface="Arial"/>
              <a:cs typeface="Arial"/>
            </a:endParaRPr>
          </a:p>
        </p:txBody>
      </p:sp>
      <p:sp>
        <p:nvSpPr>
          <p:cNvPr id="153" name="Google Shape;153;p9">
            <a:extLst xmlns:a="http://schemas.openxmlformats.org/drawingml/2006/main">
              <a:ext uri="{FF2B5EF4-FFF2-40B4-BE49-F238E27FC236}">
                <a16:creationId xmlns:a16="http://schemas.microsoft.com/office/drawing/2014/main" id="{342A88C0-993C-433D-A472-CBA5BB028F46}"/>
              </a:ext>
            </a:extLst>
          </p:cNvPr>
          <p:cNvSpPr>
            <a:spLocks xmlns:a="http://schemas.openxmlformats.org/drawingml/2006/main" noGrp="1"/>
          </p:cNvSpPr>
          <p:nvPr/>
        </p:nvSpPr>
        <p:spPr>
          <a:xfrm xmlns:a="http://schemas.openxmlformats.org/drawingml/2006/main">
            <a:off x="6438900" y="5972175"/>
            <a:ext cx="51435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725"/>
              <a:buFont typeface="Arial"/>
              <a:buNone/>
            </a:pPr>
            <a:r>
              <a:rPr sz="1725" b="0" i="0" u="none" strike="noStrike" cap="none">
                <a:solidFill>
                  <a:srgbClr val="202D40"/>
                </a:solidFill>
                <a:latin typeface="Arial"/>
                <a:ea typeface="Arial"/>
                <a:cs typeface="Arial"/>
              </a:rPr>
              <a:t>Detalhe da distribuição irregular</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78590423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 name="Google Shape;159;p10">
            <a:extLst xmlns:a="http://schemas.openxmlformats.org/drawingml/2006/main">
              <a:ext uri="{FF2B5EF4-FFF2-40B4-BE49-F238E27FC236}">
                <a16:creationId xmlns:a16="http://schemas.microsoft.com/office/drawing/2014/main" id="{36FE1AD3-3C68-44CC-A3FC-FBCF7D06EFBB}"/>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Infralitoral: limites do registro</a:t>
            </a:r>
            <a:endParaRPr sz="1400" b="0" i="0" u="none" strike="noStrike" cap="none">
              <a:solidFill>
                <a:srgbClr val="000000"/>
              </a:solidFill>
              <a:latin typeface="Arial"/>
              <a:ea typeface="Arial"/>
              <a:cs typeface="Arial"/>
            </a:endParaRPr>
          </a:p>
        </p:txBody>
      </p:sp>
      <p:sp>
        <p:nvSpPr>
          <p:cNvPr id="160" name="Google Shape;160;p10">
            <a:extLst xmlns:a="http://schemas.openxmlformats.org/drawingml/2006/main">
              <a:ext uri="{FF2B5EF4-FFF2-40B4-BE49-F238E27FC236}">
                <a16:creationId xmlns:a16="http://schemas.microsoft.com/office/drawing/2014/main" id="{E9C4B7D5-C3B8-413D-A8D0-8FDE3EF222B4}"/>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161" name="Google Shape;161;p10">
            <a:extLst xmlns:a="http://schemas.openxmlformats.org/drawingml/2006/main">
              <a:ext uri="{FF2B5EF4-FFF2-40B4-BE49-F238E27FC236}">
                <a16:creationId xmlns:a16="http://schemas.microsoft.com/office/drawing/2014/main" id="{4F85E3FF-CBD0-4631-89B9-827571382196}"/>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162" name="Google Shape;162;p10">
            <a:extLst xmlns:a="http://schemas.openxmlformats.org/drawingml/2006/main">
              <a:ext uri="{FF2B5EF4-FFF2-40B4-BE49-F238E27FC236}">
                <a16:creationId xmlns:a16="http://schemas.microsoft.com/office/drawing/2014/main" id="{381D8004-7E89-4F45-B232-F0BB68A2A74B}"/>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Resultados</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12/22</a:t>
            </a:r>
            <a:endParaRPr sz="1400" b="0" i="0" u="none" strike="noStrike" cap="none">
              <a:solidFill>
                <a:srgbClr val="000000"/>
              </a:solidFill>
              <a:latin typeface="Arial"/>
              <a:ea typeface="Arial"/>
              <a:cs typeface="Arial"/>
            </a:endParaRPr>
          </a:p>
        </p:txBody>
      </p:sp>
      <p:pic>
        <p:nvPicPr>
          <p:cNvPr id="173" name="Google Shape;163;p10"/>
          <p:cNvPicPr>
            <a:picLocks xmlns:a="http://schemas.openxmlformats.org/drawingml/2006/main" noChangeAspect="1"/>
          </p:cNvPicPr>
          <p:nvPr/>
        </p:nvPicPr>
        <p:blipFill rotWithShape="1">
          <a:blip xmlns:r="http://schemas.openxmlformats.org/officeDocument/2006/relationships" xmlns:a="http://schemas.openxmlformats.org/drawingml/2006/main" r:embed="R991e39032f49488b">
            <a:alphaModFix/>
          </a:blip>
          <a:srcRect xmlns:a="http://schemas.openxmlformats.org/drawingml/2006/main" l="0" t="0" r="0" b="0"/>
          <a:stretch xmlns:a="http://schemas.openxmlformats.org/drawingml/2006/main"/>
        </p:blipFill>
        <p:spPr>
          <a:xfrm xmlns:a="http://schemas.openxmlformats.org/drawingml/2006/main">
            <a:off x="457200" y="1312069"/>
            <a:ext cx="6000749" cy="4500564"/>
          </a:xfrm>
          <a:prstGeom xmlns:a="http://schemas.openxmlformats.org/drawingml/2006/main" prst="rect">
            <a:avLst/>
          </a:prstGeom>
          <a:ln xmlns:a="http://schemas.openxmlformats.org/drawingml/2006/main">
            <a:noFill/>
          </a:ln>
        </p:spPr>
      </p:pic>
      <p:sp>
        <p:nvSpPr>
          <p:cNvPr id="164" name="Google Shape;164;p10">
            <a:extLst xmlns:a="http://schemas.openxmlformats.org/drawingml/2006/main">
              <a:ext uri="{FF2B5EF4-FFF2-40B4-BE49-F238E27FC236}">
                <a16:creationId xmlns:a16="http://schemas.microsoft.com/office/drawing/2014/main" id="{A1B01B0B-61A4-45D2-931D-78B7F905D784}"/>
              </a:ext>
            </a:extLst>
          </p:cNvPr>
          <p:cNvSpPr>
            <a:spLocks xmlns:a="http://schemas.openxmlformats.org/drawingml/2006/main" noGrp="1"/>
          </p:cNvSpPr>
          <p:nvPr/>
        </p:nvSpPr>
        <p:spPr>
          <a:xfrm xmlns:a="http://schemas.openxmlformats.org/drawingml/2006/main">
            <a:off x="7029450" y="15240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r>
              <a:rPr sz="2325" b="1" i="0" u="none" strike="noStrike" cap="none">
                <a:solidFill>
                  <a:srgbClr val="333399"/>
                </a:solidFill>
                <a:latin typeface="Arial"/>
                <a:ea typeface="Arial"/>
                <a:cs typeface="Arial"/>
              </a:rPr>
              <a:t>Continuidade relatada abaixo da superfície</a:t>
            </a:r>
            <a:endParaRPr sz="1400" b="0" i="0" u="none" strike="noStrike" cap="none">
              <a:solidFill>
                <a:srgbClr val="000000"/>
              </a:solidFill>
              <a:latin typeface="Arial"/>
              <a:ea typeface="Arial"/>
              <a:cs typeface="Arial"/>
            </a:endParaRPr>
          </a:p>
        </p:txBody>
      </p:sp>
      <p:sp>
        <p:nvSpPr>
          <p:cNvPr id="165" name="Google Shape;165;p10">
            <a:extLst xmlns:a="http://schemas.openxmlformats.org/drawingml/2006/main">
              <a:ext uri="{FF2B5EF4-FFF2-40B4-BE49-F238E27FC236}">
                <a16:creationId xmlns:a16="http://schemas.microsoft.com/office/drawing/2014/main" id="{E46A9E0B-B52A-41B9-94C0-1312ACB29F58}"/>
              </a:ext>
            </a:extLst>
          </p:cNvPr>
          <p:cNvSpPr>
            <a:spLocks xmlns:a="http://schemas.openxmlformats.org/drawingml/2006/main" noGrp="1"/>
          </p:cNvSpPr>
          <p:nvPr/>
        </p:nvSpPr>
        <p:spPr>
          <a:xfrm xmlns:a="http://schemas.openxmlformats.org/drawingml/2006/main">
            <a:off x="7029450" y="28956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r>
              <a:rPr sz="2325" b="0" i="0" u="none" strike="noStrike" cap="none">
                <a:solidFill>
                  <a:srgbClr val="202D40"/>
                </a:solidFill>
                <a:latin typeface="Arial"/>
                <a:ea typeface="Arial"/>
                <a:cs typeface="Arial"/>
              </a:rPr>
              <a:t>Observação visual do grupo</a:t>
            </a:r>
            <a:endParaRPr sz="1400" b="0" i="0" u="none" strike="noStrike" cap="none">
              <a:solidFill>
                <a:srgbClr val="000000"/>
              </a:solidFill>
              <a:latin typeface="Arial"/>
              <a:ea typeface="Arial"/>
              <a:cs typeface="Arial"/>
            </a:endParaRPr>
          </a:p>
        </p:txBody>
      </p:sp>
      <p:sp>
        <p:nvSpPr>
          <p:cNvPr id="166" name="Google Shape;166;p10">
            <a:extLst xmlns:a="http://schemas.openxmlformats.org/drawingml/2006/main">
              <a:ext uri="{FF2B5EF4-FFF2-40B4-BE49-F238E27FC236}">
                <a16:creationId xmlns:a16="http://schemas.microsoft.com/office/drawing/2014/main" id="{44587378-B345-4A31-847D-958AD1D3EFAB}"/>
              </a:ext>
            </a:extLst>
          </p:cNvPr>
          <p:cNvSpPr>
            <a:spLocks xmlns:a="http://schemas.openxmlformats.org/drawingml/2006/main" noGrp="1"/>
          </p:cNvSpPr>
          <p:nvPr/>
        </p:nvSpPr>
        <p:spPr>
          <a:xfrm xmlns:a="http://schemas.openxmlformats.org/drawingml/2006/main">
            <a:off x="7029450" y="42672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r>
              <a:rPr sz="2325" b="0" i="0" u="none" strike="noStrike" cap="none">
                <a:solidFill>
                  <a:srgbClr val="202D40"/>
                </a:solidFill>
                <a:latin typeface="Arial"/>
                <a:ea typeface="Arial"/>
                <a:cs typeface="Arial"/>
              </a:rPr>
              <a:t>Sem fotografia subaquática</a:t>
            </a:r>
            <a:endParaRPr sz="1400" b="0" i="0" u="none" strike="noStrike" cap="none">
              <a:solidFill>
                <a:srgbClr val="000000"/>
              </a:solidFill>
              <a:latin typeface="Arial"/>
              <a:ea typeface="Arial"/>
              <a:cs typeface="Arial"/>
            </a:endParaRPr>
          </a:p>
        </p:txBody>
      </p:sp>
      <p:sp>
        <p:nvSpPr>
          <p:cNvPr id="167" name="Google Shape;167;p10">
            <a:extLst xmlns:a="http://schemas.openxmlformats.org/drawingml/2006/main">
              <a:ext uri="{FF2B5EF4-FFF2-40B4-BE49-F238E27FC236}">
                <a16:creationId xmlns:a16="http://schemas.microsoft.com/office/drawing/2014/main" id="{C5790A17-D455-4C3D-8253-C66303BBD0A4}"/>
              </a:ext>
            </a:extLst>
          </p:cNvPr>
          <p:cNvSpPr>
            <a:spLocks xmlns:a="http://schemas.openxmlformats.org/drawingml/2006/main" noGrp="1"/>
          </p:cNvSpPr>
          <p:nvPr/>
        </p:nvSpPr>
        <p:spPr>
          <a:xfrm xmlns:a="http://schemas.openxmlformats.org/drawingml/2006/main">
            <a:off x="476250" y="6105525"/>
            <a:ext cx="111444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0" i="0" u="none" strike="noStrike" cap="none">
                <a:solidFill>
                  <a:srgbClr val="202D40"/>
                </a:solidFill>
                <a:latin typeface="Arial"/>
                <a:ea typeface="Arial"/>
                <a:cs typeface="Arial"/>
              </a:rPr>
              <a:t>Vista de superfície. A faixa submersa não tem registro representativo.</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82897909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 name="Google Shape;173;p11">
            <a:extLst xmlns:a="http://schemas.openxmlformats.org/drawingml/2006/main">
              <a:ext uri="{FF2B5EF4-FFF2-40B4-BE49-F238E27FC236}">
                <a16:creationId xmlns:a16="http://schemas.microsoft.com/office/drawing/2014/main" id="{B553E375-5371-416D-82A1-CFD0654E26B9}"/>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Chlorophyta: algas verdes</a:t>
            </a:r>
            <a:endParaRPr sz="1400" b="0" i="0" u="none" strike="noStrike" cap="none">
              <a:solidFill>
                <a:srgbClr val="000000"/>
              </a:solidFill>
              <a:latin typeface="Arial"/>
              <a:ea typeface="Arial"/>
              <a:cs typeface="Arial"/>
            </a:endParaRPr>
          </a:p>
        </p:txBody>
      </p:sp>
      <p:sp>
        <p:nvSpPr>
          <p:cNvPr id="174" name="Google Shape;174;p11">
            <a:extLst xmlns:a="http://schemas.openxmlformats.org/drawingml/2006/main">
              <a:ext uri="{FF2B5EF4-FFF2-40B4-BE49-F238E27FC236}">
                <a16:creationId xmlns:a16="http://schemas.microsoft.com/office/drawing/2014/main" id="{92212B38-1465-417C-A5AF-178AAB390AC3}"/>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175" name="Google Shape;175;p11">
            <a:extLst xmlns:a="http://schemas.openxmlformats.org/drawingml/2006/main">
              <a:ext uri="{FF2B5EF4-FFF2-40B4-BE49-F238E27FC236}">
                <a16:creationId xmlns:a16="http://schemas.microsoft.com/office/drawing/2014/main" id="{A6DAA7E7-571C-4E59-B33B-CFDF6C15804E}"/>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176" name="Google Shape;176;p11">
            <a:extLst xmlns:a="http://schemas.openxmlformats.org/drawingml/2006/main">
              <a:ext uri="{FF2B5EF4-FFF2-40B4-BE49-F238E27FC236}">
                <a16:creationId xmlns:a16="http://schemas.microsoft.com/office/drawing/2014/main" id="{78CAB5CA-9538-4594-BEC6-6EA3F03EFCEC}"/>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Macroalgas</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13/22</a:t>
            </a:r>
            <a:endParaRPr sz="1400" b="0" i="0" u="none" strike="noStrike" cap="none">
              <a:solidFill>
                <a:srgbClr val="000000"/>
              </a:solidFill>
              <a:latin typeface="Arial"/>
              <a:ea typeface="Arial"/>
              <a:cs typeface="Arial"/>
            </a:endParaRPr>
          </a:p>
        </p:txBody>
      </p:sp>
      <p:pic>
        <p:nvPicPr>
          <p:cNvPr id="188" name="Google Shape;177;p11"/>
          <p:cNvPicPr>
            <a:picLocks xmlns:a="http://schemas.openxmlformats.org/drawingml/2006/main" noChangeAspect="1"/>
          </p:cNvPicPr>
          <p:nvPr/>
        </p:nvPicPr>
        <p:blipFill rotWithShape="1">
          <a:blip xmlns:r="http://schemas.openxmlformats.org/officeDocument/2006/relationships" xmlns:a="http://schemas.openxmlformats.org/drawingml/2006/main" r:embed="Rfec0c985a27a4574">
            <a:alphaModFix/>
          </a:blip>
          <a:srcRect xmlns:a="http://schemas.openxmlformats.org/drawingml/2006/main" l="0" t="0" r="0" b="0"/>
          <a:stretch xmlns:a="http://schemas.openxmlformats.org/drawingml/2006/main"/>
        </p:blipFill>
        <p:spPr>
          <a:xfrm xmlns:a="http://schemas.openxmlformats.org/drawingml/2006/main">
            <a:off x="1133475" y="981075"/>
            <a:ext cx="4095752" cy="4095752"/>
          </a:xfrm>
          <a:prstGeom xmlns:a="http://schemas.openxmlformats.org/drawingml/2006/main" prst="rect">
            <a:avLst/>
          </a:prstGeom>
          <a:ln xmlns:a="http://schemas.openxmlformats.org/drawingml/2006/main">
            <a:noFill/>
          </a:ln>
        </p:spPr>
      </p:pic>
      <p:pic>
        <p:nvPicPr>
          <p:cNvPr id="189" name="Google Shape;178;p11"/>
          <p:cNvPicPr>
            <a:picLocks xmlns:a="http://schemas.openxmlformats.org/drawingml/2006/main" noChangeAspect="1"/>
          </p:cNvPicPr>
          <p:nvPr/>
        </p:nvPicPr>
        <p:blipFill rotWithShape="1">
          <a:blip xmlns:r="http://schemas.openxmlformats.org/officeDocument/2006/relationships" xmlns:a="http://schemas.openxmlformats.org/drawingml/2006/main" r:embed="R55aafbf3c178452a">
            <a:alphaModFix/>
          </a:blip>
          <a:srcRect xmlns:a="http://schemas.openxmlformats.org/drawingml/2006/main" l="0" t="0" r="0" b="0"/>
          <a:stretch xmlns:a="http://schemas.openxmlformats.org/drawingml/2006/main"/>
        </p:blipFill>
        <p:spPr>
          <a:xfrm xmlns:a="http://schemas.openxmlformats.org/drawingml/2006/main">
            <a:off x="6962775" y="981075"/>
            <a:ext cx="4095752" cy="4095752"/>
          </a:xfrm>
          <a:prstGeom xmlns:a="http://schemas.openxmlformats.org/drawingml/2006/main" prst="rect">
            <a:avLst/>
          </a:prstGeom>
          <a:ln xmlns:a="http://schemas.openxmlformats.org/drawingml/2006/main">
            <a:noFill/>
          </a:ln>
        </p:spPr>
      </p:pic>
      <p:sp>
        <p:nvSpPr>
          <p:cNvPr id="179" name="Google Shape;179;p11">
            <a:extLst xmlns:a="http://schemas.openxmlformats.org/drawingml/2006/main">
              <a:ext uri="{FF2B5EF4-FFF2-40B4-BE49-F238E27FC236}">
                <a16:creationId xmlns:a16="http://schemas.microsoft.com/office/drawing/2014/main" id="{BBAA0EE3-91DB-44A8-AD19-DF864A22F344}"/>
              </a:ext>
            </a:extLst>
          </p:cNvPr>
          <p:cNvSpPr>
            <a:spLocks xmlns:a="http://schemas.openxmlformats.org/drawingml/2006/main" noGrp="1"/>
          </p:cNvSpPr>
          <p:nvPr/>
        </p:nvSpPr>
        <p:spPr>
          <a:xfrm xmlns:a="http://schemas.openxmlformats.org/drawingml/2006/main">
            <a:off x="609600" y="5153025"/>
            <a:ext cx="5143500" cy="37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0" i="0" u="none" strike="noStrike" cap="none">
                <a:solidFill>
                  <a:srgbClr val="333399"/>
                </a:solidFill>
                <a:latin typeface="Arial"/>
                <a:ea typeface="Arial"/>
                <a:cs typeface="Arial"/>
              </a:rPr>
              <a:t>Talos foliáceos. Ulva, identificação preliminar</a:t>
            </a:r>
            <a:endParaRPr sz="1400" b="0" i="0" u="none" strike="noStrike" cap="none">
              <a:solidFill>
                <a:srgbClr val="000000"/>
              </a:solidFill>
              <a:latin typeface="Arial"/>
              <a:ea typeface="Arial"/>
              <a:cs typeface="Arial"/>
            </a:endParaRPr>
          </a:p>
        </p:txBody>
      </p:sp>
      <p:sp>
        <p:nvSpPr>
          <p:cNvPr id="180" name="Google Shape;180;p11">
            <a:extLst xmlns:a="http://schemas.openxmlformats.org/drawingml/2006/main">
              <a:ext uri="{FF2B5EF4-FFF2-40B4-BE49-F238E27FC236}">
                <a16:creationId xmlns:a16="http://schemas.microsoft.com/office/drawing/2014/main" id="{EDC60C0C-8354-49DB-AA46-425C7597B69B}"/>
              </a:ext>
            </a:extLst>
          </p:cNvPr>
          <p:cNvSpPr>
            <a:spLocks xmlns:a="http://schemas.openxmlformats.org/drawingml/2006/main" noGrp="1"/>
          </p:cNvSpPr>
          <p:nvPr/>
        </p:nvSpPr>
        <p:spPr>
          <a:xfrm xmlns:a="http://schemas.openxmlformats.org/drawingml/2006/main">
            <a:off x="6438900" y="5153025"/>
            <a:ext cx="5143500" cy="37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0" i="0" u="none" strike="noStrike" cap="none">
                <a:solidFill>
                  <a:srgbClr val="333399"/>
                </a:solidFill>
                <a:latin typeface="Arial"/>
                <a:ea typeface="Arial"/>
                <a:cs typeface="Arial"/>
              </a:rPr>
              <a:t>Talos alongados descritos como filamentosos</a:t>
            </a:r>
            <a:endParaRPr sz="1400" b="0" i="0" u="none" strike="noStrike" cap="none">
              <a:solidFill>
                <a:srgbClr val="000000"/>
              </a:solidFill>
              <a:latin typeface="Arial"/>
              <a:ea typeface="Arial"/>
              <a:cs typeface="Arial"/>
            </a:endParaRPr>
          </a:p>
        </p:txBody>
      </p:sp>
      <p:sp>
        <p:nvSpPr>
          <p:cNvPr id="181" name="Google Shape;181;p11">
            <a:extLst xmlns:a="http://schemas.openxmlformats.org/drawingml/2006/main">
              <a:ext uri="{FF2B5EF4-FFF2-40B4-BE49-F238E27FC236}">
                <a16:creationId xmlns:a16="http://schemas.microsoft.com/office/drawing/2014/main" id="{FB1C4832-DF25-47DF-85C4-4A8E99BB8A56}"/>
              </a:ext>
            </a:extLst>
          </p:cNvPr>
          <p:cNvSpPr>
            <a:spLocks xmlns:a="http://schemas.openxmlformats.org/drawingml/2006/main" noGrp="1"/>
          </p:cNvSpPr>
          <p:nvPr/>
        </p:nvSpPr>
        <p:spPr>
          <a:xfrm xmlns:a="http://schemas.openxmlformats.org/drawingml/2006/main">
            <a:off x="609600" y="5667375"/>
            <a:ext cx="109728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75"/>
              <a:buFont typeface="Arial"/>
              <a:buNone/>
            </a:pPr>
            <a:r>
              <a:rPr sz="1875" b="0" i="0" u="none" strike="noStrike" cap="none">
                <a:solidFill>
                  <a:srgbClr val="202D40"/>
                </a:solidFill>
                <a:latin typeface="Arial"/>
                <a:ea typeface="Arial"/>
                <a:cs typeface="Arial"/>
              </a:rPr>
              <a:t>Algas pequenas no médiolitoral, em rochas alcançadas pela maré alta.</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875"/>
              <a:buFont typeface="Arial"/>
              <a:buNone/>
            </a:pPr>
            <a:r>
              <a:rPr sz="1875" b="0" i="0" u="none" strike="noStrike" cap="none">
                <a:solidFill>
                  <a:srgbClr val="202D40"/>
                </a:solidFill>
                <a:latin typeface="Arial"/>
                <a:ea typeface="Arial"/>
                <a:cs typeface="Arial"/>
              </a:rPr>
              <a:t>O grupo relatou trechos com sinais de ressecamento.</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84602532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7" name="Google Shape;187;p12">
            <a:extLst xmlns:a="http://schemas.openxmlformats.org/drawingml/2006/main">
              <a:ext uri="{FF2B5EF4-FFF2-40B4-BE49-F238E27FC236}">
                <a16:creationId xmlns:a16="http://schemas.microsoft.com/office/drawing/2014/main" id="{FCE83FBC-7BF8-458F-8B7F-7C1FA06848BE}"/>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Formas arredondadas no conjunto de algas</a:t>
            </a:r>
            <a:endParaRPr sz="1400" b="0" i="0" u="none" strike="noStrike" cap="none">
              <a:solidFill>
                <a:srgbClr val="000000"/>
              </a:solidFill>
              <a:latin typeface="Arial"/>
              <a:ea typeface="Arial"/>
              <a:cs typeface="Arial"/>
            </a:endParaRPr>
          </a:p>
        </p:txBody>
      </p:sp>
      <p:sp>
        <p:nvSpPr>
          <p:cNvPr id="188" name="Google Shape;188;p12">
            <a:extLst xmlns:a="http://schemas.openxmlformats.org/drawingml/2006/main">
              <a:ext uri="{FF2B5EF4-FFF2-40B4-BE49-F238E27FC236}">
                <a16:creationId xmlns:a16="http://schemas.microsoft.com/office/drawing/2014/main" id="{57FF37B2-CFC8-4023-9E16-8CDC76855D38}"/>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189" name="Google Shape;189;p12">
            <a:extLst xmlns:a="http://schemas.openxmlformats.org/drawingml/2006/main">
              <a:ext uri="{FF2B5EF4-FFF2-40B4-BE49-F238E27FC236}">
                <a16:creationId xmlns:a16="http://schemas.microsoft.com/office/drawing/2014/main" id="{8C1B1EFC-5FCC-4D0B-9A73-5D1970CEDDA5}"/>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190" name="Google Shape;190;p12">
            <a:extLst xmlns:a="http://schemas.openxmlformats.org/drawingml/2006/main">
              <a:ext uri="{FF2B5EF4-FFF2-40B4-BE49-F238E27FC236}">
                <a16:creationId xmlns:a16="http://schemas.microsoft.com/office/drawing/2014/main" id="{924C2098-2245-4E08-ACB7-6BE1D79D66AD}"/>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Macroalgas</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14/22</a:t>
            </a:r>
            <a:endParaRPr sz="1400" b="0" i="0" u="none" strike="noStrike" cap="none">
              <a:solidFill>
                <a:srgbClr val="000000"/>
              </a:solidFill>
              <a:latin typeface="Arial"/>
              <a:ea typeface="Arial"/>
              <a:cs typeface="Arial"/>
            </a:endParaRPr>
          </a:p>
        </p:txBody>
      </p:sp>
      <p:pic>
        <p:nvPicPr>
          <p:cNvPr id="200" name="Google Shape;191;p12"/>
          <p:cNvPicPr>
            <a:picLocks xmlns:a="http://schemas.openxmlformats.org/drawingml/2006/main" noChangeAspect="1"/>
          </p:cNvPicPr>
          <p:nvPr/>
        </p:nvPicPr>
        <p:blipFill rotWithShape="1">
          <a:blip xmlns:r="http://schemas.openxmlformats.org/officeDocument/2006/relationships" xmlns:a="http://schemas.openxmlformats.org/drawingml/2006/main" r:embed="R01cc8ce91bee4716">
            <a:alphaModFix/>
          </a:blip>
          <a:srcRect xmlns:a="http://schemas.openxmlformats.org/drawingml/2006/main" l="0" t="0" r="0" b="0"/>
          <a:stretch xmlns:a="http://schemas.openxmlformats.org/drawingml/2006/main"/>
        </p:blipFill>
        <p:spPr>
          <a:xfrm xmlns:a="http://schemas.openxmlformats.org/drawingml/2006/main">
            <a:off x="942975" y="1047750"/>
            <a:ext cx="5029200" cy="5029200"/>
          </a:xfrm>
          <a:prstGeom xmlns:a="http://schemas.openxmlformats.org/drawingml/2006/main" prst="rect">
            <a:avLst/>
          </a:prstGeom>
          <a:ln xmlns:a="http://schemas.openxmlformats.org/drawingml/2006/main">
            <a:noFill/>
          </a:ln>
        </p:spPr>
      </p:pic>
      <p:sp>
        <p:nvSpPr>
          <p:cNvPr id="192" name="Google Shape;192;p12">
            <a:extLst xmlns:a="http://schemas.openxmlformats.org/drawingml/2006/main">
              <a:ext uri="{FF2B5EF4-FFF2-40B4-BE49-F238E27FC236}">
                <a16:creationId xmlns:a16="http://schemas.microsoft.com/office/drawing/2014/main" id="{B14C4392-6992-4652-8B73-206873100815}"/>
              </a:ext>
            </a:extLst>
          </p:cNvPr>
          <p:cNvSpPr>
            <a:spLocks xmlns:a="http://schemas.openxmlformats.org/drawingml/2006/main" noGrp="1"/>
          </p:cNvSpPr>
          <p:nvPr/>
        </p:nvSpPr>
        <p:spPr>
          <a:xfrm xmlns:a="http://schemas.openxmlformats.org/drawingml/2006/main">
            <a:off x="7029450" y="15240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r>
              <a:rPr sz="2325" b="1" i="0" u="none" strike="noStrike" cap="none">
                <a:solidFill>
                  <a:srgbClr val="333399"/>
                </a:solidFill>
                <a:latin typeface="Arial"/>
                <a:ea typeface="Arial"/>
                <a:cs typeface="Arial"/>
              </a:rPr>
              <a:t>Estrutura verde arredondada</a:t>
            </a:r>
            <a:endParaRPr sz="1400" b="0" i="0" u="none" strike="noStrike" cap="none">
              <a:solidFill>
                <a:srgbClr val="000000"/>
              </a:solidFill>
              <a:latin typeface="Arial"/>
              <a:ea typeface="Arial"/>
              <a:cs typeface="Arial"/>
            </a:endParaRPr>
          </a:p>
        </p:txBody>
      </p:sp>
      <p:sp>
        <p:nvSpPr>
          <p:cNvPr id="193" name="Google Shape;193;p12">
            <a:extLst xmlns:a="http://schemas.openxmlformats.org/drawingml/2006/main">
              <a:ext uri="{FF2B5EF4-FFF2-40B4-BE49-F238E27FC236}">
                <a16:creationId xmlns:a16="http://schemas.microsoft.com/office/drawing/2014/main" id="{6544CEA8-D38A-41FC-BF19-E06BA47449BB}"/>
              </a:ext>
            </a:extLst>
          </p:cNvPr>
          <p:cNvSpPr>
            <a:spLocks xmlns:a="http://schemas.openxmlformats.org/drawingml/2006/main" noGrp="1"/>
          </p:cNvSpPr>
          <p:nvPr/>
        </p:nvSpPr>
        <p:spPr>
          <a:xfrm xmlns:a="http://schemas.openxmlformats.org/drawingml/2006/main">
            <a:off x="7029450" y="28956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r>
              <a:rPr sz="2325" b="0" i="0" u="none" strike="noStrike" cap="none">
                <a:solidFill>
                  <a:srgbClr val="202D40"/>
                </a:solidFill>
                <a:latin typeface="Arial"/>
                <a:ea typeface="Arial"/>
                <a:cs typeface="Arial"/>
              </a:rPr>
              <a:t>Lâminas verdes e formas ramificadas</a:t>
            </a:r>
            <a:endParaRPr sz="1400" b="0" i="0" u="none" strike="noStrike" cap="none">
              <a:solidFill>
                <a:srgbClr val="000000"/>
              </a:solidFill>
              <a:latin typeface="Arial"/>
              <a:ea typeface="Arial"/>
              <a:cs typeface="Arial"/>
            </a:endParaRPr>
          </a:p>
        </p:txBody>
      </p:sp>
      <p:sp>
        <p:nvSpPr>
          <p:cNvPr id="194" name="Google Shape;194;p12">
            <a:extLst xmlns:a="http://schemas.openxmlformats.org/drawingml/2006/main">
              <a:ext uri="{FF2B5EF4-FFF2-40B4-BE49-F238E27FC236}">
                <a16:creationId xmlns:a16="http://schemas.microsoft.com/office/drawing/2014/main" id="{27802A87-3B35-4449-9723-E0447ACB109D}"/>
              </a:ext>
            </a:extLst>
          </p:cNvPr>
          <p:cNvSpPr>
            <a:spLocks xmlns:a="http://schemas.openxmlformats.org/drawingml/2006/main" noGrp="1"/>
          </p:cNvSpPr>
          <p:nvPr/>
        </p:nvSpPr>
        <p:spPr>
          <a:xfrm xmlns:a="http://schemas.openxmlformats.org/drawingml/2006/main">
            <a:off x="7029450" y="4267200"/>
            <a:ext cx="4619700" cy="1104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325"/>
              <a:buFont typeface="Arial"/>
              <a:buNone/>
            </a:pPr>
            <a:r>
              <a:rPr sz="2325" b="0" i="0" u="none" strike="noStrike" cap="none">
                <a:solidFill>
                  <a:srgbClr val="202D40"/>
                </a:solidFill>
                <a:latin typeface="Arial"/>
                <a:ea typeface="Arial"/>
                <a:cs typeface="Arial"/>
              </a:rPr>
              <a:t>Identificação a confirmar</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86205538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 name="Google Shape;200;p13">
            <a:extLst xmlns:a="http://schemas.openxmlformats.org/drawingml/2006/main">
              <a:ext uri="{FF2B5EF4-FFF2-40B4-BE49-F238E27FC236}">
                <a16:creationId xmlns:a16="http://schemas.microsoft.com/office/drawing/2014/main" id="{F119C58D-3C8D-4FF6-87E9-F12040A6BFD1}"/>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Rhodophyta: algas vermelhas</a:t>
            </a:r>
            <a:endParaRPr sz="1400" b="0" i="0" u="none" strike="noStrike" cap="none">
              <a:solidFill>
                <a:srgbClr val="000000"/>
              </a:solidFill>
              <a:latin typeface="Arial"/>
              <a:ea typeface="Arial"/>
              <a:cs typeface="Arial"/>
            </a:endParaRPr>
          </a:p>
        </p:txBody>
      </p:sp>
      <p:sp>
        <p:nvSpPr>
          <p:cNvPr id="201" name="Google Shape;201;p13">
            <a:extLst xmlns:a="http://schemas.openxmlformats.org/drawingml/2006/main">
              <a:ext uri="{FF2B5EF4-FFF2-40B4-BE49-F238E27FC236}">
                <a16:creationId xmlns:a16="http://schemas.microsoft.com/office/drawing/2014/main" id="{D6D69B60-FE75-4125-A5B6-BFD6F06339C4}"/>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202" name="Google Shape;202;p13">
            <a:extLst xmlns:a="http://schemas.openxmlformats.org/drawingml/2006/main">
              <a:ext uri="{FF2B5EF4-FFF2-40B4-BE49-F238E27FC236}">
                <a16:creationId xmlns:a16="http://schemas.microsoft.com/office/drawing/2014/main" id="{E77F252F-F45B-45C4-82DE-05AC758953E0}"/>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203" name="Google Shape;203;p13">
            <a:extLst xmlns:a="http://schemas.openxmlformats.org/drawingml/2006/main">
              <a:ext uri="{FF2B5EF4-FFF2-40B4-BE49-F238E27FC236}">
                <a16:creationId xmlns:a16="http://schemas.microsoft.com/office/drawing/2014/main" id="{F3485C0D-C818-4638-9687-19C7ECC19616}"/>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Macroalgas</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15/22</a:t>
            </a:r>
            <a:endParaRPr sz="1400" b="0" i="0" u="none" strike="noStrike" cap="none">
              <a:solidFill>
                <a:srgbClr val="000000"/>
              </a:solidFill>
              <a:latin typeface="Arial"/>
              <a:ea typeface="Arial"/>
              <a:cs typeface="Arial"/>
            </a:endParaRPr>
          </a:p>
        </p:txBody>
      </p:sp>
      <p:pic>
        <p:nvPicPr>
          <p:cNvPr id="215" name="Google Shape;204;p13"/>
          <p:cNvPicPr>
            <a:picLocks xmlns:a="http://schemas.openxmlformats.org/drawingml/2006/main" noChangeAspect="1"/>
          </p:cNvPicPr>
          <p:nvPr/>
        </p:nvPicPr>
        <p:blipFill rotWithShape="1">
          <a:blip xmlns:r="http://schemas.openxmlformats.org/officeDocument/2006/relationships" xmlns:a="http://schemas.openxmlformats.org/drawingml/2006/main" r:embed="Rc9e273d1a57c453e">
            <a:alphaModFix/>
          </a:blip>
          <a:srcRect xmlns:a="http://schemas.openxmlformats.org/drawingml/2006/main" l="0" t="0" r="0" b="0"/>
          <a:stretch xmlns:a="http://schemas.openxmlformats.org/drawingml/2006/main"/>
        </p:blipFill>
        <p:spPr>
          <a:xfrm xmlns:a="http://schemas.openxmlformats.org/drawingml/2006/main">
            <a:off x="1133475" y="981075"/>
            <a:ext cx="4095752" cy="4095752"/>
          </a:xfrm>
          <a:prstGeom xmlns:a="http://schemas.openxmlformats.org/drawingml/2006/main" prst="rect">
            <a:avLst/>
          </a:prstGeom>
          <a:ln xmlns:a="http://schemas.openxmlformats.org/drawingml/2006/main">
            <a:noFill/>
          </a:ln>
        </p:spPr>
      </p:pic>
      <p:pic>
        <p:nvPicPr>
          <p:cNvPr id="216" name="Google Shape;205;p13"/>
          <p:cNvPicPr>
            <a:picLocks xmlns:a="http://schemas.openxmlformats.org/drawingml/2006/main" noChangeAspect="1"/>
          </p:cNvPicPr>
          <p:nvPr/>
        </p:nvPicPr>
        <p:blipFill rotWithShape="1">
          <a:blip xmlns:r="http://schemas.openxmlformats.org/officeDocument/2006/relationships" xmlns:a="http://schemas.openxmlformats.org/drawingml/2006/main" r:embed="R2ce9161ac06946cc">
            <a:alphaModFix/>
          </a:blip>
          <a:srcRect xmlns:a="http://schemas.openxmlformats.org/drawingml/2006/main" l="0" t="0" r="0" b="0"/>
          <a:stretch xmlns:a="http://schemas.openxmlformats.org/drawingml/2006/main"/>
        </p:blipFill>
        <p:spPr>
          <a:xfrm xmlns:a="http://schemas.openxmlformats.org/drawingml/2006/main">
            <a:off x="6962775" y="981075"/>
            <a:ext cx="4095752" cy="4095752"/>
          </a:xfrm>
          <a:prstGeom xmlns:a="http://schemas.openxmlformats.org/drawingml/2006/main" prst="rect">
            <a:avLst/>
          </a:prstGeom>
          <a:ln xmlns:a="http://schemas.openxmlformats.org/drawingml/2006/main">
            <a:noFill/>
          </a:ln>
        </p:spPr>
      </p:pic>
      <p:sp>
        <p:nvSpPr>
          <p:cNvPr id="206" name="Google Shape;206;p13">
            <a:extLst xmlns:a="http://schemas.openxmlformats.org/drawingml/2006/main">
              <a:ext uri="{FF2B5EF4-FFF2-40B4-BE49-F238E27FC236}">
                <a16:creationId xmlns:a16="http://schemas.microsoft.com/office/drawing/2014/main" id="{C52AA2BA-B0F1-4D38-8E1A-58A43CBA58B9}"/>
              </a:ext>
            </a:extLst>
          </p:cNvPr>
          <p:cNvSpPr>
            <a:spLocks xmlns:a="http://schemas.openxmlformats.org/drawingml/2006/main" noGrp="1"/>
          </p:cNvSpPr>
          <p:nvPr/>
        </p:nvSpPr>
        <p:spPr>
          <a:xfrm xmlns:a="http://schemas.openxmlformats.org/drawingml/2006/main">
            <a:off x="609600" y="5153025"/>
            <a:ext cx="5143500" cy="37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0" i="0" u="none" strike="noStrike" cap="none">
                <a:solidFill>
                  <a:srgbClr val="333399"/>
                </a:solidFill>
                <a:latin typeface="Arial"/>
                <a:ea typeface="Arial"/>
                <a:cs typeface="Arial"/>
              </a:rPr>
              <a:t>Talos rosados e ramificados</a:t>
            </a:r>
            <a:endParaRPr sz="1400" b="0" i="0" u="none" strike="noStrike" cap="none">
              <a:solidFill>
                <a:srgbClr val="000000"/>
              </a:solidFill>
              <a:latin typeface="Arial"/>
              <a:ea typeface="Arial"/>
              <a:cs typeface="Arial"/>
            </a:endParaRPr>
          </a:p>
        </p:txBody>
      </p:sp>
      <p:sp>
        <p:nvSpPr>
          <p:cNvPr id="207" name="Google Shape;207;p13">
            <a:extLst xmlns:a="http://schemas.openxmlformats.org/drawingml/2006/main">
              <a:ext uri="{FF2B5EF4-FFF2-40B4-BE49-F238E27FC236}">
                <a16:creationId xmlns:a16="http://schemas.microsoft.com/office/drawing/2014/main" id="{93B7E626-B3AE-47BE-8DF0-542D4A94CCC6}"/>
              </a:ext>
            </a:extLst>
          </p:cNvPr>
          <p:cNvSpPr>
            <a:spLocks xmlns:a="http://schemas.openxmlformats.org/drawingml/2006/main" noGrp="1"/>
          </p:cNvSpPr>
          <p:nvPr/>
        </p:nvSpPr>
        <p:spPr>
          <a:xfrm xmlns:a="http://schemas.openxmlformats.org/drawingml/2006/main">
            <a:off x="6438900" y="5153025"/>
            <a:ext cx="5143500" cy="37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0" i="0" u="none" strike="noStrike" cap="none">
                <a:solidFill>
                  <a:srgbClr val="333399"/>
                </a:solidFill>
                <a:latin typeface="Arial"/>
                <a:ea typeface="Arial"/>
                <a:cs typeface="Arial"/>
              </a:rPr>
              <a:t>Formas compactas entre lâminas verdes</a:t>
            </a:r>
            <a:endParaRPr sz="1400" b="0" i="0" u="none" strike="noStrike" cap="none">
              <a:solidFill>
                <a:srgbClr val="000000"/>
              </a:solidFill>
              <a:latin typeface="Arial"/>
              <a:ea typeface="Arial"/>
              <a:cs typeface="Arial"/>
            </a:endParaRPr>
          </a:p>
        </p:txBody>
      </p:sp>
      <p:sp>
        <p:nvSpPr>
          <p:cNvPr id="208" name="Google Shape;208;p13">
            <a:extLst xmlns:a="http://schemas.openxmlformats.org/drawingml/2006/main">
              <a:ext uri="{FF2B5EF4-FFF2-40B4-BE49-F238E27FC236}">
                <a16:creationId xmlns:a16="http://schemas.microsoft.com/office/drawing/2014/main" id="{0C669959-A943-4F8C-9B7D-15C159E8D2D9}"/>
              </a:ext>
            </a:extLst>
          </p:cNvPr>
          <p:cNvSpPr>
            <a:spLocks xmlns:a="http://schemas.openxmlformats.org/drawingml/2006/main" noGrp="1"/>
          </p:cNvSpPr>
          <p:nvPr/>
        </p:nvSpPr>
        <p:spPr>
          <a:xfrm xmlns:a="http://schemas.openxmlformats.org/drawingml/2006/main">
            <a:off x="609600" y="5667375"/>
            <a:ext cx="109728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75"/>
              <a:buFont typeface="Arial"/>
              <a:buNone/>
            </a:pPr>
            <a:r>
              <a:rPr sz="1875" b="0" i="0" u="none" strike="noStrike" cap="none">
                <a:solidFill>
                  <a:srgbClr val="202D40"/>
                </a:solidFill>
                <a:latin typeface="Arial"/>
                <a:ea typeface="Arial"/>
                <a:cs typeface="Arial"/>
              </a:rPr>
              <a:t>Algas pequenas próximas às verdes. O grupo relatou sua ocorrência</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875"/>
              <a:buFont typeface="Arial"/>
              <a:buNone/>
            </a:pPr>
            <a:r>
              <a:rPr sz="1875" b="0" i="0" u="none" strike="noStrike" cap="none">
                <a:solidFill>
                  <a:srgbClr val="202D40"/>
                </a:solidFill>
                <a:latin typeface="Arial"/>
                <a:ea typeface="Arial"/>
                <a:cs typeface="Arial"/>
              </a:rPr>
              <a:t>em trechos com contato mais frequente com a água.</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62024288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 name="Google Shape;214;p14">
            <a:extLst xmlns:a="http://schemas.openxmlformats.org/drawingml/2006/main">
              <a:ext uri="{FF2B5EF4-FFF2-40B4-BE49-F238E27FC236}">
                <a16:creationId xmlns:a16="http://schemas.microsoft.com/office/drawing/2014/main" id="{7D48EC02-2C7B-4AB4-9DDA-7D0D75821EA6}"/>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Variedade de talos nas algas vermelhas</a:t>
            </a:r>
            <a:endParaRPr sz="1400" b="0" i="0" u="none" strike="noStrike" cap="none">
              <a:solidFill>
                <a:srgbClr val="000000"/>
              </a:solidFill>
              <a:latin typeface="Arial"/>
              <a:ea typeface="Arial"/>
              <a:cs typeface="Arial"/>
            </a:endParaRPr>
          </a:p>
        </p:txBody>
      </p:sp>
      <p:sp>
        <p:nvSpPr>
          <p:cNvPr id="215" name="Google Shape;215;p14">
            <a:extLst xmlns:a="http://schemas.openxmlformats.org/drawingml/2006/main">
              <a:ext uri="{FF2B5EF4-FFF2-40B4-BE49-F238E27FC236}">
                <a16:creationId xmlns:a16="http://schemas.microsoft.com/office/drawing/2014/main" id="{409717A6-4B30-45AD-86FD-C5099A6F2D9A}"/>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216" name="Google Shape;216;p14">
            <a:extLst xmlns:a="http://schemas.openxmlformats.org/drawingml/2006/main">
              <a:ext uri="{FF2B5EF4-FFF2-40B4-BE49-F238E27FC236}">
                <a16:creationId xmlns:a16="http://schemas.microsoft.com/office/drawing/2014/main" id="{E4FC4918-84FB-4345-B46B-EA0B926C4BE0}"/>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217" name="Google Shape;217;p14">
            <a:extLst xmlns:a="http://schemas.openxmlformats.org/drawingml/2006/main">
              <a:ext uri="{FF2B5EF4-FFF2-40B4-BE49-F238E27FC236}">
                <a16:creationId xmlns:a16="http://schemas.microsoft.com/office/drawing/2014/main" id="{D30F5508-FBE4-4D99-B1B9-15C07DCD406D}"/>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Macroalgas</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16/22</a:t>
            </a:r>
            <a:endParaRPr sz="1400" b="0" i="0" u="none" strike="noStrike" cap="none">
              <a:solidFill>
                <a:srgbClr val="000000"/>
              </a:solidFill>
              <a:latin typeface="Arial"/>
              <a:ea typeface="Arial"/>
              <a:cs typeface="Arial"/>
            </a:endParaRPr>
          </a:p>
        </p:txBody>
      </p:sp>
      <p:pic>
        <p:nvPicPr>
          <p:cNvPr id="229" name="Google Shape;218;p14"/>
          <p:cNvPicPr>
            <a:picLocks xmlns:a="http://schemas.openxmlformats.org/drawingml/2006/main" noChangeAspect="1"/>
          </p:cNvPicPr>
          <p:nvPr/>
        </p:nvPicPr>
        <p:blipFill rotWithShape="1">
          <a:blip xmlns:r="http://schemas.openxmlformats.org/officeDocument/2006/relationships" xmlns:a="http://schemas.openxmlformats.org/drawingml/2006/main" r:embed="R068a3abab4d24740">
            <a:alphaModFix/>
          </a:blip>
          <a:srcRect xmlns:a="http://schemas.openxmlformats.org/drawingml/2006/main" l="0" t="0" r="0" b="0"/>
          <a:stretch xmlns:a="http://schemas.openxmlformats.org/drawingml/2006/main"/>
        </p:blipFill>
        <p:spPr>
          <a:xfrm xmlns:a="http://schemas.openxmlformats.org/drawingml/2006/main">
            <a:off x="1133475" y="981075"/>
            <a:ext cx="4095752" cy="4095752"/>
          </a:xfrm>
          <a:prstGeom xmlns:a="http://schemas.openxmlformats.org/drawingml/2006/main" prst="rect">
            <a:avLst/>
          </a:prstGeom>
          <a:ln xmlns:a="http://schemas.openxmlformats.org/drawingml/2006/main">
            <a:noFill/>
          </a:ln>
        </p:spPr>
      </p:pic>
      <p:pic>
        <p:nvPicPr>
          <p:cNvPr id="230" name="Google Shape;219;p14"/>
          <p:cNvPicPr>
            <a:picLocks xmlns:a="http://schemas.openxmlformats.org/drawingml/2006/main" noChangeAspect="1"/>
          </p:cNvPicPr>
          <p:nvPr/>
        </p:nvPicPr>
        <p:blipFill rotWithShape="1">
          <a:blip xmlns:r="http://schemas.openxmlformats.org/officeDocument/2006/relationships" xmlns:a="http://schemas.openxmlformats.org/drawingml/2006/main" r:embed="Ra076ad0268d84836">
            <a:alphaModFix/>
          </a:blip>
          <a:srcRect xmlns:a="http://schemas.openxmlformats.org/drawingml/2006/main" l="0" t="0" r="0" b="0"/>
          <a:stretch xmlns:a="http://schemas.openxmlformats.org/drawingml/2006/main"/>
        </p:blipFill>
        <p:spPr>
          <a:xfrm xmlns:a="http://schemas.openxmlformats.org/drawingml/2006/main">
            <a:off x="6962775" y="981075"/>
            <a:ext cx="4095752" cy="4095752"/>
          </a:xfrm>
          <a:prstGeom xmlns:a="http://schemas.openxmlformats.org/drawingml/2006/main" prst="rect">
            <a:avLst/>
          </a:prstGeom>
          <a:ln xmlns:a="http://schemas.openxmlformats.org/drawingml/2006/main">
            <a:noFill/>
          </a:ln>
        </p:spPr>
      </p:pic>
      <p:sp>
        <p:nvSpPr>
          <p:cNvPr id="220" name="Google Shape;220;p14">
            <a:extLst xmlns:a="http://schemas.openxmlformats.org/drawingml/2006/main">
              <a:ext uri="{FF2B5EF4-FFF2-40B4-BE49-F238E27FC236}">
                <a16:creationId xmlns:a16="http://schemas.microsoft.com/office/drawing/2014/main" id="{0FF7CD10-DAEE-4528-A05A-963F96BE4A19}"/>
              </a:ext>
            </a:extLst>
          </p:cNvPr>
          <p:cNvSpPr>
            <a:spLocks xmlns:a="http://schemas.openxmlformats.org/drawingml/2006/main" noGrp="1"/>
          </p:cNvSpPr>
          <p:nvPr/>
        </p:nvSpPr>
        <p:spPr>
          <a:xfrm xmlns:a="http://schemas.openxmlformats.org/drawingml/2006/main">
            <a:off x="609600" y="5153025"/>
            <a:ext cx="5143500" cy="37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0" i="0" u="none" strike="noStrike" cap="none">
                <a:solidFill>
                  <a:srgbClr val="333399"/>
                </a:solidFill>
                <a:latin typeface="Arial"/>
                <a:ea typeface="Arial"/>
                <a:cs typeface="Arial"/>
              </a:rPr>
              <a:t>Superfície rosada de aspecto crostoso</a:t>
            </a:r>
            <a:endParaRPr sz="1400" b="0" i="0" u="none" strike="noStrike" cap="none">
              <a:solidFill>
                <a:srgbClr val="000000"/>
              </a:solidFill>
              <a:latin typeface="Arial"/>
              <a:ea typeface="Arial"/>
              <a:cs typeface="Arial"/>
            </a:endParaRPr>
          </a:p>
        </p:txBody>
      </p:sp>
      <p:sp>
        <p:nvSpPr>
          <p:cNvPr id="221" name="Google Shape;221;p14">
            <a:extLst xmlns:a="http://schemas.openxmlformats.org/drawingml/2006/main">
              <a:ext uri="{FF2B5EF4-FFF2-40B4-BE49-F238E27FC236}">
                <a16:creationId xmlns:a16="http://schemas.microsoft.com/office/drawing/2014/main" id="{7A95E06F-694C-4023-A2FB-75D2C17794BA}"/>
              </a:ext>
            </a:extLst>
          </p:cNvPr>
          <p:cNvSpPr>
            <a:spLocks xmlns:a="http://schemas.openxmlformats.org/drawingml/2006/main" noGrp="1"/>
          </p:cNvSpPr>
          <p:nvPr/>
        </p:nvSpPr>
        <p:spPr>
          <a:xfrm xmlns:a="http://schemas.openxmlformats.org/drawingml/2006/main">
            <a:off x="6438900" y="5153025"/>
            <a:ext cx="5143500" cy="371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0" i="0" u="none" strike="noStrike" cap="none">
                <a:solidFill>
                  <a:srgbClr val="333399"/>
                </a:solidFill>
                <a:latin typeface="Arial"/>
                <a:ea typeface="Arial"/>
                <a:cs typeface="Arial"/>
              </a:rPr>
              <a:t>Detalhe das ramificações sobre a rocha</a:t>
            </a:r>
            <a:endParaRPr sz="1400" b="0" i="0" u="none" strike="noStrike" cap="none">
              <a:solidFill>
                <a:srgbClr val="000000"/>
              </a:solidFill>
              <a:latin typeface="Arial"/>
              <a:ea typeface="Arial"/>
              <a:cs typeface="Arial"/>
            </a:endParaRPr>
          </a:p>
        </p:txBody>
      </p:sp>
      <p:sp>
        <p:nvSpPr>
          <p:cNvPr id="222" name="Google Shape;222;p14">
            <a:extLst xmlns:a="http://schemas.openxmlformats.org/drawingml/2006/main">
              <a:ext uri="{FF2B5EF4-FFF2-40B4-BE49-F238E27FC236}">
                <a16:creationId xmlns:a16="http://schemas.microsoft.com/office/drawing/2014/main" id="{3E838711-0530-4300-904D-CBFA62AAC683}"/>
              </a:ext>
            </a:extLst>
          </p:cNvPr>
          <p:cNvSpPr>
            <a:spLocks xmlns:a="http://schemas.openxmlformats.org/drawingml/2006/main" noGrp="1"/>
          </p:cNvSpPr>
          <p:nvPr/>
        </p:nvSpPr>
        <p:spPr>
          <a:xfrm xmlns:a="http://schemas.openxmlformats.org/drawingml/2006/main">
            <a:off x="609600" y="5667375"/>
            <a:ext cx="10972800" cy="685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875"/>
              <a:buFont typeface="Arial"/>
              <a:buNone/>
            </a:pPr>
            <a:r>
              <a:rPr sz="1875" b="0" i="0" u="none" strike="noStrike" cap="none">
                <a:solidFill>
                  <a:srgbClr val="202D40"/>
                </a:solidFill>
                <a:latin typeface="Arial"/>
                <a:ea typeface="Arial"/>
                <a:cs typeface="Arial"/>
              </a:rPr>
              <a:t>O grupo descreveu formas crostosas, calcificadas, laminares e ramificadas.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875"/>
              <a:buFont typeface="Arial"/>
              <a:buNone/>
            </a:pPr>
            <a:r>
              <a:rPr sz="1875" b="0" i="0" u="none" strike="noStrike" cap="none">
                <a:solidFill>
                  <a:srgbClr val="202D40"/>
                </a:solidFill>
                <a:latin typeface="Arial"/>
                <a:ea typeface="Arial"/>
                <a:cs typeface="Arial"/>
              </a:rPr>
              <a:t>As fotografias destacam as crostas e as ramificações finas.</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40092518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8" name="Google Shape;228;p15">
            <a:extLst xmlns:a="http://schemas.openxmlformats.org/drawingml/2006/main">
              <a:ext uri="{FF2B5EF4-FFF2-40B4-BE49-F238E27FC236}">
                <a16:creationId xmlns:a16="http://schemas.microsoft.com/office/drawing/2014/main" id="{8E00840E-E9DF-4618-9BBE-551142D12FCF}"/>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Phaeophyceae: algas pardas</a:t>
            </a:r>
            <a:endParaRPr sz="1400" b="0" i="0" u="none" strike="noStrike" cap="none">
              <a:solidFill>
                <a:srgbClr val="000000"/>
              </a:solidFill>
              <a:latin typeface="Arial"/>
              <a:ea typeface="Arial"/>
              <a:cs typeface="Arial"/>
            </a:endParaRPr>
          </a:p>
        </p:txBody>
      </p:sp>
      <p:sp>
        <p:nvSpPr>
          <p:cNvPr id="229" name="Google Shape;229;p15">
            <a:extLst xmlns:a="http://schemas.openxmlformats.org/drawingml/2006/main">
              <a:ext uri="{FF2B5EF4-FFF2-40B4-BE49-F238E27FC236}">
                <a16:creationId xmlns:a16="http://schemas.microsoft.com/office/drawing/2014/main" id="{81850B5A-B279-46A7-B42E-58F59BE86A28}"/>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230" name="Google Shape;230;p15">
            <a:extLst xmlns:a="http://schemas.openxmlformats.org/drawingml/2006/main">
              <a:ext uri="{FF2B5EF4-FFF2-40B4-BE49-F238E27FC236}">
                <a16:creationId xmlns:a16="http://schemas.microsoft.com/office/drawing/2014/main" id="{13847555-1C60-47A0-9740-B3248C4BE570}"/>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231" name="Google Shape;231;p15">
            <a:extLst xmlns:a="http://schemas.openxmlformats.org/drawingml/2006/main">
              <a:ext uri="{FF2B5EF4-FFF2-40B4-BE49-F238E27FC236}">
                <a16:creationId xmlns:a16="http://schemas.microsoft.com/office/drawing/2014/main" id="{62E61316-4E0D-4104-B306-574075A294A1}"/>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Macroalgas</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17/22</a:t>
            </a:r>
            <a:endParaRPr sz="1400" b="0" i="0" u="none" strike="noStrike" cap="none">
              <a:solidFill>
                <a:srgbClr val="000000"/>
              </a:solidFill>
              <a:latin typeface="Arial"/>
              <a:ea typeface="Arial"/>
              <a:cs typeface="Arial"/>
            </a:endParaRPr>
          </a:p>
        </p:txBody>
      </p:sp>
      <p:pic>
        <p:nvPicPr>
          <p:cNvPr id="242" name="Google Shape;232;p15"/>
          <p:cNvPicPr>
            <a:picLocks xmlns:a="http://schemas.openxmlformats.org/drawingml/2006/main" noChangeAspect="1"/>
          </p:cNvPicPr>
          <p:nvPr/>
        </p:nvPicPr>
        <p:blipFill rotWithShape="1">
          <a:blip xmlns:r="http://schemas.openxmlformats.org/officeDocument/2006/relationships" xmlns:a="http://schemas.openxmlformats.org/drawingml/2006/main" r:embed="R8c01592fcd8043aa">
            <a:alphaModFix/>
          </a:blip>
          <a:srcRect xmlns:a="http://schemas.openxmlformats.org/drawingml/2006/main" l="0" t="0" r="0" b="0"/>
          <a:stretch xmlns:a="http://schemas.openxmlformats.org/drawingml/2006/main"/>
        </p:blipFill>
        <p:spPr>
          <a:xfrm xmlns:a="http://schemas.openxmlformats.org/drawingml/2006/main">
            <a:off x="1200150" y="1000125"/>
            <a:ext cx="4895852" cy="4895852"/>
          </a:xfrm>
          <a:prstGeom xmlns:a="http://schemas.openxmlformats.org/drawingml/2006/main" prst="rect">
            <a:avLst/>
          </a:prstGeom>
          <a:ln xmlns:a="http://schemas.openxmlformats.org/drawingml/2006/main">
            <a:noFill/>
          </a:ln>
        </p:spPr>
      </p:pic>
      <p:sp>
        <p:nvSpPr>
          <p:cNvPr id="233" name="Google Shape;233;p15">
            <a:extLst xmlns:a="http://schemas.openxmlformats.org/drawingml/2006/main">
              <a:ext uri="{FF2B5EF4-FFF2-40B4-BE49-F238E27FC236}">
                <a16:creationId xmlns:a16="http://schemas.microsoft.com/office/drawing/2014/main" id="{8DDAE47F-2A00-49F9-99C3-288B15A6C518}"/>
              </a:ext>
            </a:extLst>
          </p:cNvPr>
          <p:cNvSpPr>
            <a:spLocks xmlns:a="http://schemas.openxmlformats.org/drawingml/2006/main" noGrp="1"/>
          </p:cNvSpPr>
          <p:nvPr/>
        </p:nvSpPr>
        <p:spPr>
          <a:xfrm xmlns:a="http://schemas.openxmlformats.org/drawingml/2006/main">
            <a:off x="7315200" y="1295400"/>
            <a:ext cx="4238700" cy="93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75"/>
              <a:buFont typeface="Arial"/>
              <a:buNone/>
            </a:pPr>
            <a:r>
              <a:rPr sz="2175" b="1" i="0" u="none" strike="noStrike" cap="none">
                <a:solidFill>
                  <a:srgbClr val="333399"/>
                </a:solidFill>
                <a:latin typeface="Arial"/>
                <a:ea typeface="Arial"/>
                <a:cs typeface="Arial"/>
              </a:rPr>
              <a:t>Padina, identificação preliminar</a:t>
            </a:r>
            <a:endParaRPr sz="1400" b="0" i="0" u="none" strike="noStrike" cap="none">
              <a:solidFill>
                <a:srgbClr val="000000"/>
              </a:solidFill>
              <a:latin typeface="Arial"/>
              <a:ea typeface="Arial"/>
              <a:cs typeface="Arial"/>
            </a:endParaRPr>
          </a:p>
        </p:txBody>
      </p:sp>
      <p:sp>
        <p:nvSpPr>
          <p:cNvPr id="234" name="Google Shape;234;p15">
            <a:extLst xmlns:a="http://schemas.openxmlformats.org/drawingml/2006/main">
              <a:ext uri="{FF2B5EF4-FFF2-40B4-BE49-F238E27FC236}">
                <a16:creationId xmlns:a16="http://schemas.microsoft.com/office/drawing/2014/main" id="{6204B431-DC3A-47CC-BF1A-10428C25E5BB}"/>
              </a:ext>
            </a:extLst>
          </p:cNvPr>
          <p:cNvSpPr>
            <a:spLocks xmlns:a="http://schemas.openxmlformats.org/drawingml/2006/main" noGrp="1"/>
          </p:cNvSpPr>
          <p:nvPr/>
        </p:nvSpPr>
        <p:spPr>
          <a:xfrm xmlns:a="http://schemas.openxmlformats.org/drawingml/2006/main">
            <a:off x="7315200" y="2609850"/>
            <a:ext cx="4238700" cy="15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025"/>
              <a:buFont typeface="Arial"/>
              <a:buNone/>
            </a:pPr>
            <a:r>
              <a:rPr sz="2025" b="0" i="0" u="none" strike="noStrike" cap="none">
                <a:solidFill>
                  <a:srgbClr val="202D40"/>
                </a:solidFill>
                <a:latin typeface="Arial"/>
                <a:ea typeface="Arial"/>
                <a:cs typeface="Arial"/>
              </a:rPr>
              <a:t>Algas pequenas, castanhas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025"/>
              <a:buFont typeface="Arial"/>
              <a:buNone/>
            </a:pPr>
            <a:r>
              <a:rPr sz="2025" b="0" i="0" u="none" strike="noStrike" cap="none">
                <a:solidFill>
                  <a:srgbClr val="202D40"/>
                </a:solidFill>
                <a:latin typeface="Arial"/>
                <a:ea typeface="Arial"/>
                <a:cs typeface="Arial"/>
              </a:rPr>
              <a:t>Lâminas em leque</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025"/>
              <a:buFont typeface="Arial"/>
              <a:buNone/>
            </a:pPr>
            <a:r>
              <a:rPr sz="2025" b="0" i="0" u="none" strike="noStrike" cap="none">
                <a:solidFill>
                  <a:srgbClr val="202D40"/>
                </a:solidFill>
                <a:latin typeface="Arial"/>
                <a:ea typeface="Arial"/>
                <a:cs typeface="Arial"/>
              </a:rPr>
              <a:t>Aspecto translúcido</a:t>
            </a:r>
            <a:endParaRPr sz="1400" b="0" i="0" u="none" strike="noStrike" cap="none">
              <a:solidFill>
                <a:srgbClr val="000000"/>
              </a:solidFill>
              <a:latin typeface="Arial"/>
              <a:ea typeface="Arial"/>
              <a:cs typeface="Arial"/>
            </a:endParaRPr>
          </a:p>
        </p:txBody>
      </p:sp>
      <p:sp>
        <p:nvSpPr>
          <p:cNvPr id="235" name="Google Shape;235;p15">
            <a:extLst xmlns:a="http://schemas.openxmlformats.org/drawingml/2006/main">
              <a:ext uri="{FF2B5EF4-FFF2-40B4-BE49-F238E27FC236}">
                <a16:creationId xmlns:a16="http://schemas.microsoft.com/office/drawing/2014/main" id="{3A5E3DC1-9C48-4A89-9794-DA5DD283C1AB}"/>
              </a:ext>
            </a:extLst>
          </p:cNvPr>
          <p:cNvSpPr>
            <a:spLocks xmlns:a="http://schemas.openxmlformats.org/drawingml/2006/main" noGrp="1"/>
          </p:cNvSpPr>
          <p:nvPr/>
        </p:nvSpPr>
        <p:spPr>
          <a:xfrm xmlns:a="http://schemas.openxmlformats.org/drawingml/2006/main">
            <a:off x="7315200" y="4429125"/>
            <a:ext cx="4238700" cy="13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950"/>
              <a:buFont typeface="Arial"/>
              <a:buNone/>
            </a:pPr>
            <a:r>
              <a:rPr sz="1950" b="0" i="0" u="none" strike="noStrike" cap="none">
                <a:solidFill>
                  <a:srgbClr val="202D40"/>
                </a:solidFill>
                <a:latin typeface="Arial"/>
                <a:ea typeface="Arial"/>
                <a:cs typeface="Arial"/>
              </a:rPr>
              <a:t>No médiolitoral, mais em</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950"/>
              <a:buFont typeface="Arial"/>
              <a:buNone/>
            </a:pPr>
            <a:r>
              <a:rPr sz="1950" b="0" i="0" u="none" strike="noStrike" cap="none">
                <a:solidFill>
                  <a:srgbClr val="202D40"/>
                </a:solidFill>
                <a:latin typeface="Arial"/>
                <a:ea typeface="Arial"/>
                <a:cs typeface="Arial"/>
              </a:rPr>
              <a:t>direção ao mar, segundo</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950"/>
              <a:buFont typeface="Arial"/>
              <a:buNone/>
            </a:pPr>
            <a:r>
              <a:rPr sz="1950" b="0" i="0" u="none" strike="noStrike" cap="none">
                <a:solidFill>
                  <a:srgbClr val="202D40"/>
                </a:solidFill>
                <a:latin typeface="Arial"/>
                <a:ea typeface="Arial"/>
                <a:cs typeface="Arial"/>
              </a:rPr>
              <a:t>o relato do grupo.</a:t>
            </a:r>
            <a:endParaRPr sz="1400" b="0" i="0" u="none" strike="noStrike" cap="none">
              <a:solidFill>
                <a:srgbClr val="000000"/>
              </a:solidFill>
              <a:latin typeface="Arial"/>
              <a:ea typeface="Arial"/>
              <a:cs typeface="Arial"/>
            </a:endParaRPr>
          </a:p>
        </p:txBody>
      </p:sp>
      <p:sp>
        <p:nvSpPr>
          <p:cNvPr id="236" name="Google Shape;236;p15">
            <a:extLst xmlns:a="http://schemas.openxmlformats.org/drawingml/2006/main">
              <a:ext uri="{FF2B5EF4-FFF2-40B4-BE49-F238E27FC236}">
                <a16:creationId xmlns:a16="http://schemas.microsoft.com/office/drawing/2014/main" id="{14173EB6-6B79-44D7-8152-FD50D830F628}"/>
              </a:ext>
            </a:extLst>
          </p:cNvPr>
          <p:cNvSpPr>
            <a:spLocks xmlns:a="http://schemas.openxmlformats.org/drawingml/2006/main" noGrp="1"/>
          </p:cNvSpPr>
          <p:nvPr/>
        </p:nvSpPr>
        <p:spPr>
          <a:xfrm xmlns:a="http://schemas.openxmlformats.org/drawingml/2006/main">
            <a:off x="552450" y="6067425"/>
            <a:ext cx="108585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0" i="0" u="none" strike="noStrike" cap="none">
                <a:solidFill>
                  <a:srgbClr val="202D40"/>
                </a:solidFill>
                <a:latin typeface="Arial"/>
                <a:ea typeface="Arial"/>
                <a:cs typeface="Arial"/>
              </a:rPr>
              <a:t>O grupo também descreveu aspecto calcário, que precisa de confirmação.</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33290886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2" name="Google Shape;242;p16">
            <a:extLst xmlns:a="http://schemas.openxmlformats.org/drawingml/2006/main">
              <a:ext uri="{FF2B5EF4-FFF2-40B4-BE49-F238E27FC236}">
                <a16:creationId xmlns:a16="http://schemas.microsoft.com/office/drawing/2014/main" id="{CE3F13B9-D770-4774-8DAC-167CD8506272}"/>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Discussão: condições em cada zona</a:t>
            </a:r>
            <a:endParaRPr sz="1400" b="0" i="0" u="none" strike="noStrike" cap="none">
              <a:solidFill>
                <a:srgbClr val="000000"/>
              </a:solidFill>
              <a:latin typeface="Arial"/>
              <a:ea typeface="Arial"/>
              <a:cs typeface="Arial"/>
            </a:endParaRPr>
          </a:p>
        </p:txBody>
      </p:sp>
      <p:sp>
        <p:nvSpPr>
          <p:cNvPr id="243" name="Google Shape;243;p16">
            <a:extLst xmlns:a="http://schemas.openxmlformats.org/drawingml/2006/main">
              <a:ext uri="{FF2B5EF4-FFF2-40B4-BE49-F238E27FC236}">
                <a16:creationId xmlns:a16="http://schemas.microsoft.com/office/drawing/2014/main" id="{69D630C5-A97F-46CC-82E5-22508558801C}"/>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244" name="Google Shape;244;p16">
            <a:extLst xmlns:a="http://schemas.openxmlformats.org/drawingml/2006/main">
              <a:ext uri="{FF2B5EF4-FFF2-40B4-BE49-F238E27FC236}">
                <a16:creationId xmlns:a16="http://schemas.microsoft.com/office/drawing/2014/main" id="{8422238F-B1CF-4DC7-A8B0-BBAC76899734}"/>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245" name="Google Shape;245;p16">
            <a:extLst xmlns:a="http://schemas.openxmlformats.org/drawingml/2006/main">
              <a:ext uri="{FF2B5EF4-FFF2-40B4-BE49-F238E27FC236}">
                <a16:creationId xmlns:a16="http://schemas.microsoft.com/office/drawing/2014/main" id="{4DF0412E-973A-406E-BFB7-32C9987EA227}"/>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Discussão</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18/22</a:t>
            </a:r>
            <a:endParaRPr sz="1400" b="0" i="0" u="none" strike="noStrike" cap="none">
              <a:solidFill>
                <a:srgbClr val="000000"/>
              </a:solidFill>
              <a:latin typeface="Arial"/>
              <a:ea typeface="Arial"/>
              <a:cs typeface="Arial"/>
            </a:endParaRPr>
          </a:p>
        </p:txBody>
      </p:sp>
      <p:pic>
        <p:nvPicPr>
          <p:cNvPr id="259" name="Google Shape;246;p16"/>
          <p:cNvPicPr>
            <a:picLocks xmlns:a="http://schemas.openxmlformats.org/drawingml/2006/main" noChangeAspect="1"/>
          </p:cNvPicPr>
          <p:nvPr/>
        </p:nvPicPr>
        <p:blipFill rotWithShape="1">
          <a:blip xmlns:r="http://schemas.openxmlformats.org/officeDocument/2006/relationships" xmlns:a="http://schemas.openxmlformats.org/drawingml/2006/main" r:embed="R7a31b23148e84a79">
            <a:alphaModFix/>
          </a:blip>
          <a:srcRect xmlns:a="http://schemas.openxmlformats.org/drawingml/2006/main" l="0" t="0" r="0" b="0"/>
          <a:stretch xmlns:a="http://schemas.openxmlformats.org/drawingml/2006/main"/>
        </p:blipFill>
        <p:spPr>
          <a:xfrm xmlns:a="http://schemas.openxmlformats.org/drawingml/2006/main">
            <a:off x="885825" y="1038225"/>
            <a:ext cx="4857752" cy="4857752"/>
          </a:xfrm>
          <a:prstGeom xmlns:a="http://schemas.openxmlformats.org/drawingml/2006/main" prst="rect">
            <a:avLst/>
          </a:prstGeom>
          <a:ln xmlns:a="http://schemas.openxmlformats.org/drawingml/2006/main">
            <a:noFill/>
          </a:ln>
        </p:spPr>
      </p:pic>
      <p:sp>
        <p:nvSpPr>
          <p:cNvPr id="247" name="Google Shape;247;p16">
            <a:extLst xmlns:a="http://schemas.openxmlformats.org/drawingml/2006/main">
              <a:ext uri="{FF2B5EF4-FFF2-40B4-BE49-F238E27FC236}">
                <a16:creationId xmlns:a16="http://schemas.microsoft.com/office/drawing/2014/main" id="{E14D3532-885D-40CF-AB59-301CEB2278C7}"/>
              </a:ext>
            </a:extLst>
          </p:cNvPr>
          <p:cNvSpPr>
            <a:spLocks xmlns:a="http://schemas.openxmlformats.org/drawingml/2006/main" noGrp="1"/>
          </p:cNvSpPr>
          <p:nvPr/>
        </p:nvSpPr>
        <p:spPr>
          <a:xfrm xmlns:a="http://schemas.openxmlformats.org/drawingml/2006/main">
            <a:off x="6772275" y="1219200"/>
            <a:ext cx="4953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75"/>
              <a:buFont typeface="Arial"/>
              <a:buNone/>
            </a:pPr>
            <a:r>
              <a:rPr sz="2175" b="1" i="0" u="none" strike="noStrike" cap="none">
                <a:solidFill>
                  <a:srgbClr val="333399"/>
                </a:solidFill>
                <a:latin typeface="Arial"/>
                <a:ea typeface="Arial"/>
                <a:cs typeface="Arial"/>
              </a:rPr>
              <a:t>Supralitoral</a:t>
            </a:r>
            <a:endParaRPr sz="1400" b="0" i="0" u="none" strike="noStrike" cap="none">
              <a:solidFill>
                <a:srgbClr val="000000"/>
              </a:solidFill>
              <a:latin typeface="Arial"/>
              <a:ea typeface="Arial"/>
              <a:cs typeface="Arial"/>
            </a:endParaRPr>
          </a:p>
        </p:txBody>
      </p:sp>
      <p:sp>
        <p:nvSpPr>
          <p:cNvPr id="248" name="Google Shape;248;p16">
            <a:extLst xmlns:a="http://schemas.openxmlformats.org/drawingml/2006/main">
              <a:ext uri="{FF2B5EF4-FFF2-40B4-BE49-F238E27FC236}">
                <a16:creationId xmlns:a16="http://schemas.microsoft.com/office/drawing/2014/main" id="{0F042968-1110-422A-84B5-35A72BE45C80}"/>
              </a:ext>
            </a:extLst>
          </p:cNvPr>
          <p:cNvSpPr>
            <a:spLocks xmlns:a="http://schemas.openxmlformats.org/drawingml/2006/main" noGrp="1"/>
          </p:cNvSpPr>
          <p:nvPr/>
        </p:nvSpPr>
        <p:spPr>
          <a:xfrm xmlns:a="http://schemas.openxmlformats.org/drawingml/2006/main">
            <a:off x="6772275" y="1724025"/>
            <a:ext cx="4953000" cy="8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950"/>
              <a:buFont typeface="Arial"/>
              <a:buNone/>
            </a:pPr>
            <a:r>
              <a:rPr sz="1950" b="0" i="0" u="none" strike="noStrike" cap="none">
                <a:solidFill>
                  <a:srgbClr val="202D40"/>
                </a:solidFill>
                <a:latin typeface="Arial"/>
                <a:ea typeface="Arial"/>
                <a:cs typeface="Arial"/>
              </a:rPr>
              <a:t>Maior exposição ao ar, à radiação</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950"/>
              <a:buFont typeface="Arial"/>
              <a:buNone/>
            </a:pPr>
            <a:r>
              <a:rPr sz="1950" b="0" i="0" u="none" strike="noStrike" cap="none">
                <a:solidFill>
                  <a:srgbClr val="202D40"/>
                </a:solidFill>
                <a:latin typeface="Arial"/>
                <a:ea typeface="Arial"/>
                <a:cs typeface="Arial"/>
              </a:rPr>
              <a:t>e às variações de temperatura.</a:t>
            </a:r>
            <a:endParaRPr sz="1400" b="0" i="0" u="none" strike="noStrike" cap="none">
              <a:solidFill>
                <a:srgbClr val="000000"/>
              </a:solidFill>
              <a:latin typeface="Arial"/>
              <a:ea typeface="Arial"/>
              <a:cs typeface="Arial"/>
            </a:endParaRPr>
          </a:p>
        </p:txBody>
      </p:sp>
      <p:sp>
        <p:nvSpPr>
          <p:cNvPr id="249" name="Google Shape;249;p16">
            <a:extLst xmlns:a="http://schemas.openxmlformats.org/drawingml/2006/main">
              <a:ext uri="{FF2B5EF4-FFF2-40B4-BE49-F238E27FC236}">
                <a16:creationId xmlns:a16="http://schemas.microsoft.com/office/drawing/2014/main" id="{BB6D5A6E-7B09-4444-AFEC-3623610B867F}"/>
              </a:ext>
            </a:extLst>
          </p:cNvPr>
          <p:cNvSpPr>
            <a:spLocks xmlns:a="http://schemas.openxmlformats.org/drawingml/2006/main" noGrp="1"/>
          </p:cNvSpPr>
          <p:nvPr/>
        </p:nvSpPr>
        <p:spPr>
          <a:xfrm xmlns:a="http://schemas.openxmlformats.org/drawingml/2006/main">
            <a:off x="6772275" y="2914650"/>
            <a:ext cx="4953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75"/>
              <a:buFont typeface="Arial"/>
              <a:buNone/>
            </a:pPr>
            <a:r>
              <a:rPr sz="2175" b="1" i="0" u="none" strike="noStrike" cap="none">
                <a:solidFill>
                  <a:srgbClr val="333399"/>
                </a:solidFill>
                <a:latin typeface="Arial"/>
                <a:ea typeface="Arial"/>
                <a:cs typeface="Arial"/>
              </a:rPr>
              <a:t>Médiolitoral</a:t>
            </a:r>
            <a:endParaRPr sz="1400" b="0" i="0" u="none" strike="noStrike" cap="none">
              <a:solidFill>
                <a:srgbClr val="000000"/>
              </a:solidFill>
              <a:latin typeface="Arial"/>
              <a:ea typeface="Arial"/>
              <a:cs typeface="Arial"/>
            </a:endParaRPr>
          </a:p>
        </p:txBody>
      </p:sp>
      <p:sp>
        <p:nvSpPr>
          <p:cNvPr id="250" name="Google Shape;250;p16">
            <a:extLst xmlns:a="http://schemas.openxmlformats.org/drawingml/2006/main">
              <a:ext uri="{FF2B5EF4-FFF2-40B4-BE49-F238E27FC236}">
                <a16:creationId xmlns:a16="http://schemas.microsoft.com/office/drawing/2014/main" id="{FEF50086-90AE-405D-9D0A-69E9690B3AA8}"/>
              </a:ext>
            </a:extLst>
          </p:cNvPr>
          <p:cNvSpPr>
            <a:spLocks xmlns:a="http://schemas.openxmlformats.org/drawingml/2006/main" noGrp="1"/>
          </p:cNvSpPr>
          <p:nvPr/>
        </p:nvSpPr>
        <p:spPr>
          <a:xfrm xmlns:a="http://schemas.openxmlformats.org/drawingml/2006/main">
            <a:off x="6772275" y="3419475"/>
            <a:ext cx="4953000" cy="8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950"/>
              <a:buFont typeface="Arial"/>
              <a:buNone/>
            </a:pPr>
            <a:r>
              <a:rPr sz="1950" b="0" i="0" u="none" strike="noStrike" cap="none">
                <a:solidFill>
                  <a:srgbClr val="202D40"/>
                </a:solidFill>
                <a:latin typeface="Arial"/>
                <a:ea typeface="Arial"/>
                <a:cs typeface="Arial"/>
              </a:rPr>
              <a:t>Alternância de imersão e emersão.</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950"/>
              <a:buFont typeface="Arial"/>
              <a:buNone/>
            </a:pPr>
            <a:r>
              <a:rPr sz="1950" b="0" i="0" u="none" strike="noStrike" cap="none">
                <a:solidFill>
                  <a:srgbClr val="202D40"/>
                </a:solidFill>
                <a:latin typeface="Arial"/>
                <a:ea typeface="Arial"/>
                <a:cs typeface="Arial"/>
              </a:rPr>
              <a:t>Algas verdes e vermelhas no trecho.</a:t>
            </a:r>
            <a:endParaRPr sz="1400" b="0" i="0" u="none" strike="noStrike" cap="none">
              <a:solidFill>
                <a:srgbClr val="000000"/>
              </a:solidFill>
              <a:latin typeface="Arial"/>
              <a:ea typeface="Arial"/>
              <a:cs typeface="Arial"/>
            </a:endParaRPr>
          </a:p>
        </p:txBody>
      </p:sp>
      <p:sp>
        <p:nvSpPr>
          <p:cNvPr id="251" name="Google Shape;251;p16">
            <a:extLst xmlns:a="http://schemas.openxmlformats.org/drawingml/2006/main">
              <a:ext uri="{FF2B5EF4-FFF2-40B4-BE49-F238E27FC236}">
                <a16:creationId xmlns:a16="http://schemas.microsoft.com/office/drawing/2014/main" id="{A7759511-C0A0-4C6D-B262-51A58617B19B}"/>
              </a:ext>
            </a:extLst>
          </p:cNvPr>
          <p:cNvSpPr>
            <a:spLocks xmlns:a="http://schemas.openxmlformats.org/drawingml/2006/main" noGrp="1"/>
          </p:cNvSpPr>
          <p:nvPr/>
        </p:nvSpPr>
        <p:spPr>
          <a:xfrm xmlns:a="http://schemas.openxmlformats.org/drawingml/2006/main">
            <a:off x="6772275" y="4619625"/>
            <a:ext cx="4953000" cy="419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75"/>
              <a:buFont typeface="Arial"/>
              <a:buNone/>
            </a:pPr>
            <a:r>
              <a:rPr sz="2175" b="1" i="0" u="none" strike="noStrike" cap="none">
                <a:solidFill>
                  <a:srgbClr val="333399"/>
                </a:solidFill>
                <a:latin typeface="Arial"/>
                <a:ea typeface="Arial"/>
                <a:cs typeface="Arial"/>
              </a:rPr>
              <a:t>Infralitoral</a:t>
            </a:r>
            <a:endParaRPr sz="1400" b="0" i="0" u="none" strike="noStrike" cap="none">
              <a:solidFill>
                <a:srgbClr val="000000"/>
              </a:solidFill>
              <a:latin typeface="Arial"/>
              <a:ea typeface="Arial"/>
              <a:cs typeface="Arial"/>
            </a:endParaRPr>
          </a:p>
        </p:txBody>
      </p:sp>
      <p:sp>
        <p:nvSpPr>
          <p:cNvPr id="252" name="Google Shape;252;p16">
            <a:extLst xmlns:a="http://schemas.openxmlformats.org/drawingml/2006/main">
              <a:ext uri="{FF2B5EF4-FFF2-40B4-BE49-F238E27FC236}">
                <a16:creationId xmlns:a16="http://schemas.microsoft.com/office/drawing/2014/main" id="{B2EF48E6-BFB5-4FAA-B950-F8F132AE74ED}"/>
              </a:ext>
            </a:extLst>
          </p:cNvPr>
          <p:cNvSpPr>
            <a:spLocks xmlns:a="http://schemas.openxmlformats.org/drawingml/2006/main" noGrp="1"/>
          </p:cNvSpPr>
          <p:nvPr/>
        </p:nvSpPr>
        <p:spPr>
          <a:xfrm xmlns:a="http://schemas.openxmlformats.org/drawingml/2006/main">
            <a:off x="6772275" y="5124450"/>
            <a:ext cx="4953000" cy="885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950"/>
              <a:buFont typeface="Arial"/>
              <a:buNone/>
            </a:pPr>
            <a:r>
              <a:rPr sz="1950" b="0" i="0" u="none" strike="noStrike" cap="none">
                <a:solidFill>
                  <a:srgbClr val="202D40"/>
                </a:solidFill>
                <a:latin typeface="Arial"/>
                <a:ea typeface="Arial"/>
                <a:cs typeface="Arial"/>
              </a:rPr>
              <a:t>Submersão reduz a dessecação.</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1950"/>
              <a:buFont typeface="Arial"/>
              <a:buNone/>
            </a:pPr>
            <a:r>
              <a:rPr sz="1950" b="0" i="0" u="none" strike="noStrike" cap="none">
                <a:solidFill>
                  <a:srgbClr val="202D40"/>
                </a:solidFill>
                <a:latin typeface="Arial"/>
                <a:ea typeface="Arial"/>
                <a:cs typeface="Arial"/>
              </a:rPr>
              <a:t>Formas maiores no relato visual.</a:t>
            </a:r>
            <a:endParaRPr sz="1400" b="0" i="0" u="none" strike="noStrike" cap="none">
              <a:solidFill>
                <a:srgbClr val="000000"/>
              </a:solidFill>
              <a:latin typeface="Arial"/>
              <a:ea typeface="Arial"/>
              <a:cs typeface="Arial"/>
            </a:endParaRPr>
          </a:p>
        </p:txBody>
      </p:sp>
      <p:sp>
        <p:nvSpPr>
          <p:cNvPr id="253" name="Google Shape;253;p16">
            <a:extLst xmlns:a="http://schemas.openxmlformats.org/drawingml/2006/main">
              <a:ext uri="{FF2B5EF4-FFF2-40B4-BE49-F238E27FC236}">
                <a16:creationId xmlns:a16="http://schemas.microsoft.com/office/drawing/2014/main" id="{D47A1A63-284F-4501-ACE7-3390E0BC4CCA}"/>
              </a:ext>
            </a:extLst>
          </p:cNvPr>
          <p:cNvSpPr>
            <a:spLocks xmlns:a="http://schemas.openxmlformats.org/drawingml/2006/main" noGrp="1"/>
          </p:cNvSpPr>
          <p:nvPr/>
        </p:nvSpPr>
        <p:spPr>
          <a:xfrm xmlns:a="http://schemas.openxmlformats.org/drawingml/2006/main">
            <a:off x="552450" y="6067425"/>
            <a:ext cx="10858500" cy="324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50"/>
              <a:buFont typeface="Arial"/>
              <a:buNone/>
            </a:pPr>
            <a:r>
              <a:rPr sz="1650" b="0" i="0" u="none" strike="noStrike" cap="none">
                <a:solidFill>
                  <a:srgbClr val="202D40"/>
                </a:solidFill>
                <a:latin typeface="Arial"/>
                <a:ea typeface="Arial"/>
                <a:cs typeface="Arial"/>
              </a:rPr>
              <a:t>Foto do médiolitoral. A observação do infralitoral não tem registro subaquático.</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90417030"/>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 name="Google Shape;259;p17">
            <a:extLst xmlns:a="http://schemas.openxmlformats.org/drawingml/2006/main">
              <a:ext uri="{FF2B5EF4-FFF2-40B4-BE49-F238E27FC236}">
                <a16:creationId xmlns:a16="http://schemas.microsoft.com/office/drawing/2014/main" id="{07B0EF74-D1EA-4DFD-897E-D7A733A7CD46}"/>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Discussão: talos e condições ambientais</a:t>
            </a:r>
            <a:endParaRPr sz="1400" b="0" i="0" u="none" strike="noStrike" cap="none">
              <a:solidFill>
                <a:srgbClr val="000000"/>
              </a:solidFill>
              <a:latin typeface="Arial"/>
              <a:ea typeface="Arial"/>
              <a:cs typeface="Arial"/>
            </a:endParaRPr>
          </a:p>
        </p:txBody>
      </p:sp>
      <p:sp>
        <p:nvSpPr>
          <p:cNvPr id="260" name="Google Shape;260;p17">
            <a:extLst xmlns:a="http://schemas.openxmlformats.org/drawingml/2006/main">
              <a:ext uri="{FF2B5EF4-FFF2-40B4-BE49-F238E27FC236}">
                <a16:creationId xmlns:a16="http://schemas.microsoft.com/office/drawing/2014/main" id="{6F7D6311-8BB0-4AEE-A15C-61952AB58E09}"/>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261" name="Google Shape;261;p17">
            <a:extLst xmlns:a="http://schemas.openxmlformats.org/drawingml/2006/main">
              <a:ext uri="{FF2B5EF4-FFF2-40B4-BE49-F238E27FC236}">
                <a16:creationId xmlns:a16="http://schemas.microsoft.com/office/drawing/2014/main" id="{871A8B0A-26FE-41CF-9893-414074181B9E}"/>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262" name="Google Shape;262;p17">
            <a:extLst xmlns:a="http://schemas.openxmlformats.org/drawingml/2006/main">
              <a:ext uri="{FF2B5EF4-FFF2-40B4-BE49-F238E27FC236}">
                <a16:creationId xmlns:a16="http://schemas.microsoft.com/office/drawing/2014/main" id="{86DAC193-22E4-47AF-BAF7-4240E5EDEC72}"/>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Discussão</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19/22</a:t>
            </a:r>
            <a:endParaRPr sz="1400" b="0" i="0" u="none" strike="noStrike" cap="none">
              <a:solidFill>
                <a:srgbClr val="000000"/>
              </a:solidFill>
              <a:latin typeface="Arial"/>
              <a:ea typeface="Arial"/>
              <a:cs typeface="Arial"/>
            </a:endParaRPr>
          </a:p>
        </p:txBody>
      </p:sp>
      <p:sp>
        <p:nvSpPr>
          <p:cNvPr id="263" name="Google Shape;263;p17">
            <a:extLst xmlns:a="http://schemas.openxmlformats.org/drawingml/2006/main">
              <a:ext uri="{FF2B5EF4-FFF2-40B4-BE49-F238E27FC236}">
                <a16:creationId xmlns:a16="http://schemas.microsoft.com/office/drawing/2014/main" id="{A8BC3542-19C8-45A0-9533-64B9DF471253}"/>
              </a:ext>
            </a:extLst>
          </p:cNvPr>
          <p:cNvSpPr>
            <a:spLocks xmlns:a="http://schemas.openxmlformats.org/drawingml/2006/main" noGrp="1"/>
          </p:cNvSpPr>
          <p:nvPr/>
        </p:nvSpPr>
        <p:spPr>
          <a:xfrm xmlns:a="http://schemas.openxmlformats.org/drawingml/2006/main">
            <a:off x="838200" y="1285875"/>
            <a:ext cx="104775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333399"/>
                </a:solidFill>
                <a:latin typeface="Arial"/>
                <a:ea typeface="Arial"/>
                <a:cs typeface="Arial"/>
              </a:rPr>
              <a:t>Talos flexíveis, foliáceos e ramificados</a:t>
            </a:r>
            <a:endParaRPr sz="1400" b="0" i="0" u="none" strike="noStrike" cap="none">
              <a:solidFill>
                <a:srgbClr val="000000"/>
              </a:solidFill>
              <a:latin typeface="Arial"/>
              <a:ea typeface="Arial"/>
              <a:cs typeface="Arial"/>
            </a:endParaRPr>
          </a:p>
        </p:txBody>
      </p:sp>
      <p:sp>
        <p:nvSpPr>
          <p:cNvPr id="264" name="Google Shape;264;p17">
            <a:extLst xmlns:a="http://schemas.openxmlformats.org/drawingml/2006/main">
              <a:ext uri="{FF2B5EF4-FFF2-40B4-BE49-F238E27FC236}">
                <a16:creationId xmlns:a16="http://schemas.microsoft.com/office/drawing/2014/main" id="{EE930819-9176-4675-9B67-3579B972BA26}"/>
              </a:ext>
            </a:extLst>
          </p:cNvPr>
          <p:cNvSpPr>
            <a:spLocks xmlns:a="http://schemas.openxmlformats.org/drawingml/2006/main" noGrp="1"/>
          </p:cNvSpPr>
          <p:nvPr/>
        </p:nvSpPr>
        <p:spPr>
          <a:xfrm xmlns:a="http://schemas.openxmlformats.org/drawingml/2006/main">
            <a:off x="838200" y="1885950"/>
            <a:ext cx="10477500" cy="9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202D40"/>
                </a:solidFill>
                <a:latin typeface="Arial"/>
                <a:ea typeface="Arial"/>
                <a:cs typeface="Arial"/>
              </a:rPr>
              <a:t>Podem se deformar com o movimento da água.</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202D40"/>
                </a:solidFill>
                <a:latin typeface="Arial"/>
                <a:ea typeface="Arial"/>
                <a:cs typeface="Arial"/>
              </a:rPr>
              <a:t>A tolerância à emersão depende também de outras características.</a:t>
            </a:r>
            <a:endParaRPr sz="1400" b="0" i="0" u="none" strike="noStrike" cap="none">
              <a:solidFill>
                <a:srgbClr val="000000"/>
              </a:solidFill>
              <a:latin typeface="Arial"/>
              <a:ea typeface="Arial"/>
              <a:cs typeface="Arial"/>
            </a:endParaRPr>
          </a:p>
        </p:txBody>
      </p:sp>
      <p:sp>
        <p:nvSpPr>
          <p:cNvPr id="265" name="Google Shape;265;p17">
            <a:extLst xmlns:a="http://schemas.openxmlformats.org/drawingml/2006/main">
              <a:ext uri="{FF2B5EF4-FFF2-40B4-BE49-F238E27FC236}">
                <a16:creationId xmlns:a16="http://schemas.microsoft.com/office/drawing/2014/main" id="{F75FFD28-1064-4329-84F8-8554C73E4D28}"/>
              </a:ext>
            </a:extLst>
          </p:cNvPr>
          <p:cNvSpPr>
            <a:spLocks xmlns:a="http://schemas.openxmlformats.org/drawingml/2006/main" noGrp="1"/>
          </p:cNvSpPr>
          <p:nvPr/>
        </p:nvSpPr>
        <p:spPr>
          <a:xfrm xmlns:a="http://schemas.openxmlformats.org/drawingml/2006/main">
            <a:off x="838200" y="3124200"/>
            <a:ext cx="104775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333399"/>
                </a:solidFill>
                <a:latin typeface="Arial"/>
                <a:ea typeface="Arial"/>
                <a:cs typeface="Arial"/>
              </a:rPr>
              <a:t>Talos crostosos e calcificados</a:t>
            </a:r>
            <a:endParaRPr sz="1400" b="0" i="0" u="none" strike="noStrike" cap="none">
              <a:solidFill>
                <a:srgbClr val="000000"/>
              </a:solidFill>
              <a:latin typeface="Arial"/>
              <a:ea typeface="Arial"/>
              <a:cs typeface="Arial"/>
            </a:endParaRPr>
          </a:p>
        </p:txBody>
      </p:sp>
      <p:sp>
        <p:nvSpPr>
          <p:cNvPr id="266" name="Google Shape;266;p17">
            <a:extLst xmlns:a="http://schemas.openxmlformats.org/drawingml/2006/main">
              <a:ext uri="{FF2B5EF4-FFF2-40B4-BE49-F238E27FC236}">
                <a16:creationId xmlns:a16="http://schemas.microsoft.com/office/drawing/2014/main" id="{52789A0A-263C-4D15-8E50-DBDAB032346C}"/>
              </a:ext>
            </a:extLst>
          </p:cNvPr>
          <p:cNvSpPr>
            <a:spLocks xmlns:a="http://schemas.openxmlformats.org/drawingml/2006/main" noGrp="1"/>
          </p:cNvSpPr>
          <p:nvPr/>
        </p:nvSpPr>
        <p:spPr>
          <a:xfrm xmlns:a="http://schemas.openxmlformats.org/drawingml/2006/main">
            <a:off x="838200" y="3724275"/>
            <a:ext cx="10477500" cy="904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202D40"/>
                </a:solidFill>
                <a:latin typeface="Arial"/>
                <a:ea typeface="Arial"/>
                <a:cs typeface="Arial"/>
              </a:rPr>
              <a:t>O grupo os descreveu em trechos umedecidos por respingos.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202D40"/>
                </a:solidFill>
                <a:latin typeface="Arial"/>
                <a:ea typeface="Arial"/>
                <a:cs typeface="Arial"/>
              </a:rPr>
              <a:t>O crescimento junto à rocha ajuda a interpretar sua exposição ao fluxo.</a:t>
            </a:r>
            <a:endParaRPr sz="1400" b="0" i="0" u="none" strike="noStrike" cap="none">
              <a:solidFill>
                <a:srgbClr val="000000"/>
              </a:solidFill>
              <a:latin typeface="Arial"/>
              <a:ea typeface="Arial"/>
              <a:cs typeface="Arial"/>
            </a:endParaRPr>
          </a:p>
        </p:txBody>
      </p:sp>
      <p:sp>
        <p:nvSpPr>
          <p:cNvPr id="267" name="Google Shape;267;p17">
            <a:extLst xmlns:a="http://schemas.openxmlformats.org/drawingml/2006/main">
              <a:ext uri="{FF2B5EF4-FFF2-40B4-BE49-F238E27FC236}">
                <a16:creationId xmlns:a16="http://schemas.microsoft.com/office/drawing/2014/main" id="{D413DA61-F377-4DE6-AB74-4593978D9C53}"/>
              </a:ext>
            </a:extLst>
          </p:cNvPr>
          <p:cNvSpPr>
            <a:spLocks xmlns:a="http://schemas.openxmlformats.org/drawingml/2006/main" noGrp="1"/>
          </p:cNvSpPr>
          <p:nvPr/>
        </p:nvSpPr>
        <p:spPr>
          <a:xfrm xmlns:a="http://schemas.openxmlformats.org/drawingml/2006/main">
            <a:off x="838200" y="4924425"/>
            <a:ext cx="10477500" cy="533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333399"/>
                </a:solidFill>
                <a:latin typeface="Arial"/>
                <a:ea typeface="Arial"/>
                <a:cs typeface="Arial"/>
              </a:rPr>
              <a:t>Formas maiores e mais delicadas</a:t>
            </a:r>
            <a:endParaRPr sz="1400" b="0" i="0" u="none" strike="noStrike" cap="none">
              <a:solidFill>
                <a:srgbClr val="000000"/>
              </a:solidFill>
              <a:latin typeface="Arial"/>
              <a:ea typeface="Arial"/>
              <a:cs typeface="Arial"/>
            </a:endParaRPr>
          </a:p>
        </p:txBody>
      </p:sp>
      <p:sp>
        <p:nvSpPr>
          <p:cNvPr id="268" name="Google Shape;268;p17">
            <a:extLst xmlns:a="http://schemas.openxmlformats.org/drawingml/2006/main">
              <a:ext uri="{FF2B5EF4-FFF2-40B4-BE49-F238E27FC236}">
                <a16:creationId xmlns:a16="http://schemas.microsoft.com/office/drawing/2014/main" id="{CFEA5F53-AB93-4C1E-88D6-ACF7638D3891}"/>
              </a:ext>
            </a:extLst>
          </p:cNvPr>
          <p:cNvSpPr>
            <a:spLocks xmlns:a="http://schemas.openxmlformats.org/drawingml/2006/main" noGrp="1"/>
          </p:cNvSpPr>
          <p:nvPr/>
        </p:nvSpPr>
        <p:spPr>
          <a:xfrm xmlns:a="http://schemas.openxmlformats.org/drawingml/2006/main">
            <a:off x="838200" y="5524500"/>
            <a:ext cx="10477500" cy="609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202D40"/>
                </a:solidFill>
                <a:latin typeface="Arial"/>
                <a:ea typeface="Arial"/>
                <a:cs typeface="Arial"/>
              </a:rPr>
              <a:t>O relato do infralitoral é compatível com menor risco de dessecação.</a:t>
            </a:r>
            <a:endParaRPr sz="1400" b="0" i="0" u="none" strike="noStrike" cap="none">
              <a:solidFill>
                <a:srgbClr val="000000"/>
              </a:solidFill>
              <a:latin typeface="Arial"/>
              <a:ea typeface="Arial"/>
              <a:cs typeface="Arial"/>
            </a:endParaRPr>
          </a:p>
        </p:txBody>
      </p:sp>
      <p:sp>
        <p:nvSpPr>
          <p:cNvPr id="269" name="Google Shape;269;p17">
            <a:extLst xmlns:a="http://schemas.openxmlformats.org/drawingml/2006/main">
              <a:ext uri="{FF2B5EF4-FFF2-40B4-BE49-F238E27FC236}">
                <a16:creationId xmlns:a16="http://schemas.microsoft.com/office/drawing/2014/main" id="{ED721487-63C9-47AC-9492-DE0D192C062E}"/>
              </a:ext>
            </a:extLst>
          </p:cNvPr>
          <p:cNvSpPr>
            <a:spLocks xmlns:a="http://schemas.openxmlformats.org/drawingml/2006/main" noGrp="1"/>
          </p:cNvSpPr>
          <p:nvPr/>
        </p:nvSpPr>
        <p:spPr>
          <a:xfrm xmlns:a="http://schemas.openxmlformats.org/drawingml/2006/main">
            <a:off x="838200" y="6181725"/>
            <a:ext cx="10477500" cy="266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575"/>
              <a:buFont typeface="Arial"/>
              <a:buNone/>
            </a:pPr>
            <a:r>
              <a:rPr sz="1575" b="0" i="0" u="none" strike="noStrike" cap="none">
                <a:solidFill>
                  <a:srgbClr val="202D40"/>
                </a:solidFill>
                <a:latin typeface="Arial"/>
                <a:ea typeface="Arial"/>
                <a:cs typeface="Arial"/>
              </a:rPr>
              <a:t>Relações interpretativas. A atividade não testou os mecanismos de adaptação.</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73130050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5" name="Google Shape;275;p18">
            <a:extLst xmlns:a="http://schemas.openxmlformats.org/drawingml/2006/main">
              <a:ext uri="{FF2B5EF4-FFF2-40B4-BE49-F238E27FC236}">
                <a16:creationId xmlns:a16="http://schemas.microsoft.com/office/drawing/2014/main" id="{6CCC8A98-456A-46C7-83B3-57E4B9BA5278}"/>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Conclusão</a:t>
            </a:r>
            <a:endParaRPr sz="1400" b="0" i="0" u="none" strike="noStrike" cap="none">
              <a:solidFill>
                <a:srgbClr val="000000"/>
              </a:solidFill>
              <a:latin typeface="Arial"/>
              <a:ea typeface="Arial"/>
              <a:cs typeface="Arial"/>
            </a:endParaRPr>
          </a:p>
        </p:txBody>
      </p:sp>
      <p:sp>
        <p:nvSpPr>
          <p:cNvPr id="276" name="Google Shape;276;p18">
            <a:extLst xmlns:a="http://schemas.openxmlformats.org/drawingml/2006/main">
              <a:ext uri="{FF2B5EF4-FFF2-40B4-BE49-F238E27FC236}">
                <a16:creationId xmlns:a16="http://schemas.microsoft.com/office/drawing/2014/main" id="{854D496C-2271-4430-BCDB-68293B3CACFF}"/>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277" name="Google Shape;277;p18">
            <a:extLst xmlns:a="http://schemas.openxmlformats.org/drawingml/2006/main">
              <a:ext uri="{FF2B5EF4-FFF2-40B4-BE49-F238E27FC236}">
                <a16:creationId xmlns:a16="http://schemas.microsoft.com/office/drawing/2014/main" id="{CB62BB54-09E1-4458-B64B-4409CDA1877F}"/>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278" name="Google Shape;278;p18">
            <a:extLst xmlns:a="http://schemas.openxmlformats.org/drawingml/2006/main">
              <a:ext uri="{FF2B5EF4-FFF2-40B4-BE49-F238E27FC236}">
                <a16:creationId xmlns:a16="http://schemas.microsoft.com/office/drawing/2014/main" id="{B46302C4-FE99-4272-B714-07529B12472B}"/>
              </a:ext>
            </a:extLst>
          </p:cNvPr>
          <p:cNvSpPr>
            <a:spLocks xmlns:a="http://schemas.openxmlformats.org/drawingml/2006/main" noGrp="1"/>
          </p:cNvSpPr>
          <p:nvPr/>
        </p:nvSpPr>
        <p:spPr>
          <a:xfrm xmlns:a="http://schemas.openxmlformats.org/drawingml/2006/main">
            <a:off x="9382200"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Conclusão</a:t>
            </a:r>
            <a:r>
              <a:rPr sz="1275" b="0" i="0" u="none" strike="noStrike" cap="none">
                <a:solidFill>
                  <a:srgbClr val="FFFFFF"/>
                </a:solidFill>
                <a:latin typeface="Arial"/>
                <a:ea typeface="Arial"/>
                <a:cs typeface="Arial"/>
              </a:rPr>
              <a:t>     </a:t>
            </a:r>
            <a:r>
              <a:rPr sz="1275">
                <a:solidFill>
                  <a:srgbClr val="FFFFFF"/>
                </a:solidFill>
              </a:rPr>
              <a:t>20</a:t>
            </a:r>
            <a:r>
              <a:rPr sz="1275" b="0" i="0" u="none" strike="noStrike" cap="none">
                <a:solidFill>
                  <a:srgbClr val="FFFFFF"/>
                </a:solidFill>
                <a:latin typeface="Arial"/>
                <a:ea typeface="Arial"/>
                <a:cs typeface="Arial"/>
              </a:rPr>
              <a:t>/22</a:t>
            </a:r>
            <a:endParaRPr sz="1400" b="0" i="0" u="none" strike="noStrike" cap="none">
              <a:solidFill>
                <a:srgbClr val="000000"/>
              </a:solidFill>
              <a:latin typeface="Arial"/>
              <a:ea typeface="Arial"/>
              <a:cs typeface="Arial"/>
            </a:endParaRPr>
          </a:p>
        </p:txBody>
      </p:sp>
      <p:sp>
        <p:nvSpPr>
          <p:cNvPr id="279" name="Google Shape;279;p18">
            <a:extLst xmlns:a="http://schemas.openxmlformats.org/drawingml/2006/main">
              <a:ext uri="{FF2B5EF4-FFF2-40B4-BE49-F238E27FC236}">
                <a16:creationId xmlns:a16="http://schemas.microsoft.com/office/drawing/2014/main" id="{07E9F628-65BE-407B-91CF-EEA030B96ADD}"/>
              </a:ext>
            </a:extLst>
          </p:cNvPr>
          <p:cNvSpPr>
            <a:spLocks xmlns:a="http://schemas.openxmlformats.org/drawingml/2006/main" noGrp="1"/>
          </p:cNvSpPr>
          <p:nvPr/>
        </p:nvSpPr>
        <p:spPr>
          <a:xfrm xmlns:a="http://schemas.openxmlformats.org/drawingml/2006/main">
            <a:off x="838200" y="1333500"/>
            <a:ext cx="10477500" cy="5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333399"/>
                </a:solidFill>
                <a:latin typeface="Arial"/>
                <a:ea typeface="Arial"/>
                <a:cs typeface="Arial"/>
              </a:rPr>
              <a:t>Exposição ao ar e disponibilidade de água</a:t>
            </a:r>
            <a:endParaRPr sz="1400" b="0" i="0" u="none" strike="noStrike" cap="none">
              <a:solidFill>
                <a:srgbClr val="000000"/>
              </a:solidFill>
              <a:latin typeface="Arial"/>
              <a:ea typeface="Arial"/>
              <a:cs typeface="Arial"/>
            </a:endParaRPr>
          </a:p>
        </p:txBody>
      </p:sp>
      <p:sp>
        <p:nvSpPr>
          <p:cNvPr id="280" name="Google Shape;280;p18">
            <a:extLst xmlns:a="http://schemas.openxmlformats.org/drawingml/2006/main">
              <a:ext uri="{FF2B5EF4-FFF2-40B4-BE49-F238E27FC236}">
                <a16:creationId xmlns:a16="http://schemas.microsoft.com/office/drawing/2014/main" id="{51B8E687-01B7-4D09-8036-210BAA7D88DC}"/>
              </a:ext>
            </a:extLst>
          </p:cNvPr>
          <p:cNvSpPr>
            <a:spLocks xmlns:a="http://schemas.openxmlformats.org/drawingml/2006/main" noGrp="1"/>
          </p:cNvSpPr>
          <p:nvPr/>
        </p:nvSpPr>
        <p:spPr>
          <a:xfrm xmlns:a="http://schemas.openxmlformats.org/drawingml/2006/main">
            <a:off x="838200" y="2000250"/>
            <a:ext cx="10477500" cy="58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75"/>
              <a:buFont typeface="Arial"/>
              <a:buNone/>
            </a:pPr>
            <a:r>
              <a:rPr sz="2175" b="0" i="0" u="none" strike="noStrike" cap="none">
                <a:solidFill>
                  <a:srgbClr val="202D40"/>
                </a:solidFill>
                <a:latin typeface="Arial"/>
                <a:ea typeface="Arial"/>
                <a:cs typeface="Arial"/>
              </a:rPr>
              <a:t>Ajudam a interpretar a zonação das macroalgas no costão.</a:t>
            </a:r>
            <a:endParaRPr sz="1400" b="0" i="0" u="none" strike="noStrike" cap="none">
              <a:solidFill>
                <a:srgbClr val="000000"/>
              </a:solidFill>
              <a:latin typeface="Arial"/>
              <a:ea typeface="Arial"/>
              <a:cs typeface="Arial"/>
            </a:endParaRPr>
          </a:p>
        </p:txBody>
      </p:sp>
      <p:sp>
        <p:nvSpPr>
          <p:cNvPr id="281" name="Google Shape;281;p18">
            <a:extLst xmlns:a="http://schemas.openxmlformats.org/drawingml/2006/main">
              <a:ext uri="{FF2B5EF4-FFF2-40B4-BE49-F238E27FC236}">
                <a16:creationId xmlns:a16="http://schemas.microsoft.com/office/drawing/2014/main" id="{B83A2623-697A-4D02-8104-CCDFF849D784}"/>
              </a:ext>
            </a:extLst>
          </p:cNvPr>
          <p:cNvSpPr>
            <a:spLocks xmlns:a="http://schemas.openxmlformats.org/drawingml/2006/main" noGrp="1"/>
          </p:cNvSpPr>
          <p:nvPr/>
        </p:nvSpPr>
        <p:spPr>
          <a:xfrm xmlns:a="http://schemas.openxmlformats.org/drawingml/2006/main">
            <a:off x="838200" y="3171825"/>
            <a:ext cx="10477500" cy="5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333399"/>
                </a:solidFill>
                <a:latin typeface="Arial"/>
                <a:ea typeface="Arial"/>
                <a:cs typeface="Arial"/>
              </a:rPr>
              <a:t>Maior cobertura e variedade aparente</a:t>
            </a:r>
            <a:endParaRPr sz="1400" b="0" i="0" u="none" strike="noStrike" cap="none">
              <a:solidFill>
                <a:srgbClr val="000000"/>
              </a:solidFill>
              <a:latin typeface="Arial"/>
              <a:ea typeface="Arial"/>
              <a:cs typeface="Arial"/>
            </a:endParaRPr>
          </a:p>
        </p:txBody>
      </p:sp>
      <p:sp>
        <p:nvSpPr>
          <p:cNvPr id="282" name="Google Shape;282;p18">
            <a:extLst xmlns:a="http://schemas.openxmlformats.org/drawingml/2006/main">
              <a:ext uri="{FF2B5EF4-FFF2-40B4-BE49-F238E27FC236}">
                <a16:creationId xmlns:a16="http://schemas.microsoft.com/office/drawing/2014/main" id="{00340ADF-5ABA-44E9-BB93-587FE74A436C}"/>
              </a:ext>
            </a:extLst>
          </p:cNvPr>
          <p:cNvSpPr>
            <a:spLocks xmlns:a="http://schemas.openxmlformats.org/drawingml/2006/main" noGrp="1"/>
          </p:cNvSpPr>
          <p:nvPr/>
        </p:nvSpPr>
        <p:spPr>
          <a:xfrm xmlns:a="http://schemas.openxmlformats.org/drawingml/2006/main">
            <a:off x="838200" y="3838575"/>
            <a:ext cx="10477500" cy="705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75"/>
              <a:buFont typeface="Arial"/>
              <a:buNone/>
            </a:pPr>
            <a:r>
              <a:rPr sz="2175" b="0" i="0" u="none" strike="noStrike" cap="none">
                <a:solidFill>
                  <a:srgbClr val="202D40"/>
                </a:solidFill>
                <a:latin typeface="Arial"/>
                <a:ea typeface="Arial"/>
                <a:cs typeface="Arial"/>
              </a:rPr>
              <a:t>O grupo relatou esse padrão em direção aos trechos mais úmidos.</a:t>
            </a:r>
            <a:endParaRPr sz="1400" b="0" i="0" u="none" strike="noStrike" cap="none">
              <a:solidFill>
                <a:srgbClr val="000000"/>
              </a:solidFill>
              <a:latin typeface="Arial"/>
              <a:ea typeface="Arial"/>
              <a:cs typeface="Arial"/>
            </a:endParaRPr>
          </a:p>
        </p:txBody>
      </p:sp>
      <p:sp>
        <p:nvSpPr>
          <p:cNvPr id="283" name="Google Shape;283;p18">
            <a:extLst xmlns:a="http://schemas.openxmlformats.org/drawingml/2006/main">
              <a:ext uri="{FF2B5EF4-FFF2-40B4-BE49-F238E27FC236}">
                <a16:creationId xmlns:a16="http://schemas.microsoft.com/office/drawing/2014/main" id="{C597406B-F603-4E82-A16C-2219D6596783}"/>
              </a:ext>
            </a:extLst>
          </p:cNvPr>
          <p:cNvSpPr>
            <a:spLocks xmlns:a="http://schemas.openxmlformats.org/drawingml/2006/main" noGrp="1"/>
          </p:cNvSpPr>
          <p:nvPr/>
        </p:nvSpPr>
        <p:spPr>
          <a:xfrm xmlns:a="http://schemas.openxmlformats.org/drawingml/2006/main">
            <a:off x="838200" y="5029200"/>
            <a:ext cx="10477500" cy="543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333399"/>
                </a:solidFill>
                <a:latin typeface="Arial"/>
                <a:ea typeface="Arial"/>
                <a:cs typeface="Arial"/>
              </a:rPr>
              <a:t>Diferentes formas de talo no mesmo ambiente</a:t>
            </a:r>
            <a:endParaRPr sz="1400" b="0" i="0" u="none" strike="noStrike" cap="none">
              <a:solidFill>
                <a:srgbClr val="000000"/>
              </a:solidFill>
              <a:latin typeface="Arial"/>
              <a:ea typeface="Arial"/>
              <a:cs typeface="Arial"/>
            </a:endParaRPr>
          </a:p>
        </p:txBody>
      </p:sp>
      <p:sp>
        <p:nvSpPr>
          <p:cNvPr id="284" name="Google Shape;284;p18">
            <a:extLst xmlns:a="http://schemas.openxmlformats.org/drawingml/2006/main">
              <a:ext uri="{FF2B5EF4-FFF2-40B4-BE49-F238E27FC236}">
                <a16:creationId xmlns:a16="http://schemas.microsoft.com/office/drawing/2014/main" id="{6077136E-B030-43D0-AF57-E76D50519859}"/>
              </a:ext>
            </a:extLst>
          </p:cNvPr>
          <p:cNvSpPr>
            <a:spLocks xmlns:a="http://schemas.openxmlformats.org/drawingml/2006/main" noGrp="1"/>
          </p:cNvSpPr>
          <p:nvPr/>
        </p:nvSpPr>
        <p:spPr>
          <a:xfrm xmlns:a="http://schemas.openxmlformats.org/drawingml/2006/main">
            <a:off x="838200" y="5657850"/>
            <a:ext cx="10477500" cy="714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025"/>
              <a:buFont typeface="Arial"/>
              <a:buNone/>
            </a:pPr>
            <a:r>
              <a:rPr sz="2025" b="0" i="0" u="none" strike="noStrike" cap="none">
                <a:solidFill>
                  <a:srgbClr val="202D40"/>
                </a:solidFill>
                <a:latin typeface="Arial"/>
                <a:ea typeface="Arial"/>
                <a:cs typeface="Arial"/>
              </a:rPr>
              <a:t>As formas observadas permitem discutir relações com a exposição e as ondas.</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118680929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0" name="Google Shape;290;p19">
            <a:extLst xmlns:a="http://schemas.openxmlformats.org/drawingml/2006/main">
              <a:ext uri="{FF2B5EF4-FFF2-40B4-BE49-F238E27FC236}">
                <a16:creationId xmlns:a16="http://schemas.microsoft.com/office/drawing/2014/main" id="{5C4BA592-528D-414D-A49D-0CB02AF723B6}"/>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Fontes e registros</a:t>
            </a:r>
            <a:endParaRPr sz="1400" b="0" i="0" u="none" strike="noStrike" cap="none">
              <a:solidFill>
                <a:srgbClr val="000000"/>
              </a:solidFill>
              <a:latin typeface="Arial"/>
              <a:ea typeface="Arial"/>
              <a:cs typeface="Arial"/>
            </a:endParaRPr>
          </a:p>
        </p:txBody>
      </p:sp>
      <p:sp>
        <p:nvSpPr>
          <p:cNvPr id="291" name="Google Shape;291;p19">
            <a:extLst xmlns:a="http://schemas.openxmlformats.org/drawingml/2006/main">
              <a:ext uri="{FF2B5EF4-FFF2-40B4-BE49-F238E27FC236}">
                <a16:creationId xmlns:a16="http://schemas.microsoft.com/office/drawing/2014/main" id="{9E9F7C3F-85BA-47B1-A993-FD07CDF45DB2}"/>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292" name="Google Shape;292;p19">
            <a:extLst xmlns:a="http://schemas.openxmlformats.org/drawingml/2006/main">
              <a:ext uri="{FF2B5EF4-FFF2-40B4-BE49-F238E27FC236}">
                <a16:creationId xmlns:a16="http://schemas.microsoft.com/office/drawing/2014/main" id="{EF282E72-D87F-462F-9B00-7FC51DDCA2FD}"/>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293" name="Google Shape;293;p19">
            <a:extLst xmlns:a="http://schemas.openxmlformats.org/drawingml/2006/main">
              <a:ext uri="{FF2B5EF4-FFF2-40B4-BE49-F238E27FC236}">
                <a16:creationId xmlns:a16="http://schemas.microsoft.com/office/drawing/2014/main" id="{22F5A9F7-2D0C-44DC-83AC-641DBD03ACFA}"/>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Referências</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21/22</a:t>
            </a:r>
            <a:endParaRPr sz="1400" b="0" i="0" u="none" strike="noStrike" cap="none">
              <a:solidFill>
                <a:srgbClr val="000000"/>
              </a:solidFill>
              <a:latin typeface="Arial"/>
              <a:ea typeface="Arial"/>
              <a:cs typeface="Arial"/>
            </a:endParaRPr>
          </a:p>
        </p:txBody>
      </p:sp>
      <p:sp>
        <p:nvSpPr>
          <p:cNvPr id="294" name="Google Shape;294;p19">
            <a:extLst xmlns:a="http://schemas.openxmlformats.org/drawingml/2006/main">
              <a:ext uri="{FF2B5EF4-FFF2-40B4-BE49-F238E27FC236}">
                <a16:creationId xmlns:a16="http://schemas.microsoft.com/office/drawing/2014/main" id="{5D8750F1-2C6D-4F25-BBBB-A403F4DBD770}"/>
              </a:ext>
            </a:extLst>
          </p:cNvPr>
          <p:cNvSpPr>
            <a:spLocks xmlns:a="http://schemas.openxmlformats.org/drawingml/2006/main" noGrp="1"/>
          </p:cNvSpPr>
          <p:nvPr/>
        </p:nvSpPr>
        <p:spPr>
          <a:xfrm xmlns:a="http://schemas.openxmlformats.org/drawingml/2006/main">
            <a:off x="838200" y="1381125"/>
            <a:ext cx="104775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333399"/>
                </a:solidFill>
                <a:latin typeface="Arial"/>
                <a:ea typeface="Arial"/>
                <a:cs typeface="Arial"/>
              </a:rPr>
              <a:t>Roteiro da aula prática</a:t>
            </a:r>
            <a:endParaRPr sz="1400" b="0" i="0" u="none" strike="noStrike" cap="none">
              <a:solidFill>
                <a:srgbClr val="000000"/>
              </a:solidFill>
              <a:latin typeface="Arial"/>
              <a:ea typeface="Arial"/>
              <a:cs typeface="Arial"/>
            </a:endParaRPr>
          </a:p>
        </p:txBody>
      </p:sp>
      <p:sp>
        <p:nvSpPr>
          <p:cNvPr id="295" name="Google Shape;295;p19">
            <a:extLst xmlns:a="http://schemas.openxmlformats.org/drawingml/2006/main">
              <a:ext uri="{FF2B5EF4-FFF2-40B4-BE49-F238E27FC236}">
                <a16:creationId xmlns:a16="http://schemas.microsoft.com/office/drawing/2014/main" id="{20816C0D-E8AB-4327-A137-F9359AC8646C}"/>
              </a:ext>
            </a:extLst>
          </p:cNvPr>
          <p:cNvSpPr>
            <a:spLocks xmlns:a="http://schemas.openxmlformats.org/drawingml/2006/main" noGrp="1"/>
          </p:cNvSpPr>
          <p:nvPr/>
        </p:nvSpPr>
        <p:spPr>
          <a:xfrm xmlns:a="http://schemas.openxmlformats.org/drawingml/2006/main">
            <a:off x="838200" y="1943100"/>
            <a:ext cx="10477500" cy="438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202D40"/>
                </a:solidFill>
                <a:latin typeface="Arial"/>
                <a:ea typeface="Arial"/>
                <a:cs typeface="Arial"/>
              </a:rPr>
              <a:t>Fundamentos de Biologia III. Material da disciplina.</a:t>
            </a:r>
            <a:endParaRPr sz="1400" b="0" i="0" u="none" strike="noStrike" cap="none">
              <a:solidFill>
                <a:srgbClr val="000000"/>
              </a:solidFill>
              <a:latin typeface="Arial"/>
              <a:ea typeface="Arial"/>
              <a:cs typeface="Arial"/>
            </a:endParaRPr>
          </a:p>
        </p:txBody>
      </p:sp>
      <p:sp>
        <p:nvSpPr>
          <p:cNvPr id="296" name="Google Shape;296;p19">
            <a:extLst xmlns:a="http://schemas.openxmlformats.org/drawingml/2006/main">
              <a:ext uri="{FF2B5EF4-FFF2-40B4-BE49-F238E27FC236}">
                <a16:creationId xmlns:a16="http://schemas.microsoft.com/office/drawing/2014/main" id="{FB586048-2ACB-449A-BB03-66B1694562D6}"/>
              </a:ext>
            </a:extLst>
          </p:cNvPr>
          <p:cNvSpPr>
            <a:spLocks xmlns:a="http://schemas.openxmlformats.org/drawingml/2006/main" noGrp="1"/>
          </p:cNvSpPr>
          <p:nvPr/>
        </p:nvSpPr>
        <p:spPr>
          <a:xfrm xmlns:a="http://schemas.openxmlformats.org/drawingml/2006/main">
            <a:off x="838200" y="2847975"/>
            <a:ext cx="10477500" cy="466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550"/>
              <a:buFont typeface="Arial"/>
              <a:buNone/>
            </a:pPr>
            <a:r>
              <a:rPr sz="2550" b="1" i="0" u="none" strike="noStrike" cap="none">
                <a:solidFill>
                  <a:srgbClr val="333399"/>
                </a:solidFill>
                <a:latin typeface="Arial"/>
                <a:ea typeface="Arial"/>
                <a:cs typeface="Arial"/>
              </a:rPr>
              <a:t>Relatos do grupo</a:t>
            </a:r>
            <a:endParaRPr sz="1400" b="0" i="0" u="none" strike="noStrike" cap="none">
              <a:solidFill>
                <a:srgbClr val="000000"/>
              </a:solidFill>
              <a:latin typeface="Arial"/>
              <a:ea typeface="Arial"/>
              <a:cs typeface="Arial"/>
            </a:endParaRPr>
          </a:p>
        </p:txBody>
      </p:sp>
      <p:sp>
        <p:nvSpPr>
          <p:cNvPr id="297" name="Google Shape;297;p19">
            <a:extLst xmlns:a="http://schemas.openxmlformats.org/drawingml/2006/main">
              <a:ext uri="{FF2B5EF4-FFF2-40B4-BE49-F238E27FC236}">
                <a16:creationId xmlns:a16="http://schemas.microsoft.com/office/drawing/2014/main" id="{1C1E0F78-8D90-4852-AA68-9FD459DDE10A}"/>
              </a:ext>
            </a:extLst>
          </p:cNvPr>
          <p:cNvSpPr>
            <a:spLocks xmlns:a="http://schemas.openxmlformats.org/drawingml/2006/main" noGrp="1"/>
          </p:cNvSpPr>
          <p:nvPr/>
        </p:nvSpPr>
        <p:spPr>
          <a:xfrm xmlns:a="http://schemas.openxmlformats.org/drawingml/2006/main">
            <a:off x="838200" y="3409950"/>
            <a:ext cx="10477500" cy="13335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202D40"/>
                </a:solidFill>
                <a:latin typeface="Arial"/>
                <a:ea typeface="Arial"/>
                <a:cs typeface="Arial"/>
              </a:rPr>
              <a:t>Zonação</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202D40"/>
                </a:solidFill>
                <a:latin typeface="Arial"/>
                <a:ea typeface="Arial"/>
                <a:cs typeface="Arial"/>
              </a:rPr>
              <a:t>Resultados: macroalgas</a:t>
            </a:r>
            <a:endParaRPr sz="1400" b="0" i="0" u="none" strike="noStrike" cap="none">
              <a:solidFill>
                <a:srgbClr val="000000"/>
              </a:solidFill>
              <a:latin typeface="Arial"/>
              <a:ea typeface="Arial"/>
              <a:cs typeface="Arial"/>
            </a:endParaRPr>
          </a:p>
          <a:p xmlns:a="http://schemas.openxmlformats.org/drawingml/2006/main">
            <a:pPr marL="0" marR="0" lvl="0" indent="0" algn="l">
              <a:lnSpc>
                <a:spcPct val="100000"/>
              </a:lnSpc>
              <a:spcBef>
                <a:spcPts val="0"/>
              </a:spcBef>
              <a:spcAft>
                <a:spcPts val="0"/>
              </a:spcAft>
              <a:buClr>
                <a:srgbClr val="000000"/>
              </a:buClr>
              <a:buSzPts val="2100"/>
              <a:buFont typeface="Arial"/>
              <a:buNone/>
            </a:pPr>
            <a:r>
              <a:rPr sz="2100" b="0" i="0" u="none" strike="noStrike" cap="none">
                <a:solidFill>
                  <a:srgbClr val="202D40"/>
                </a:solidFill>
                <a:latin typeface="Arial"/>
                <a:ea typeface="Arial"/>
                <a:cs typeface="Arial"/>
              </a:rPr>
              <a:t>Discussão e conclusão</a:t>
            </a:r>
            <a:endParaRPr sz="1400" b="0" i="0" u="none" strike="noStrike" cap="none">
              <a:solidFill>
                <a:srgbClr val="000000"/>
              </a:solidFill>
              <a:latin typeface="Arial"/>
              <a:ea typeface="Arial"/>
              <a:cs typeface="Arial"/>
            </a:endParaRPr>
          </a:p>
        </p:txBody>
      </p:sp>
      <p:sp>
        <p:nvSpPr>
          <p:cNvPr id="298" name="Google Shape;298;p19">
            <a:extLst xmlns:a="http://schemas.openxmlformats.org/drawingml/2006/main">
              <a:ext uri="{FF2B5EF4-FFF2-40B4-BE49-F238E27FC236}">
                <a16:creationId xmlns:a16="http://schemas.microsoft.com/office/drawing/2014/main" id="{F4631E41-3309-4AD6-9B15-AD164BFCADBA}"/>
              </a:ext>
            </a:extLst>
          </p:cNvPr>
          <p:cNvSpPr>
            <a:spLocks xmlns:a="http://schemas.openxmlformats.org/drawingml/2006/main" noGrp="1"/>
          </p:cNvSpPr>
          <p:nvPr/>
        </p:nvSpPr>
        <p:spPr>
          <a:xfrm xmlns:a="http://schemas.openxmlformats.org/drawingml/2006/main">
            <a:off x="838200" y="5572125"/>
            <a:ext cx="10477500" cy="52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950"/>
              <a:buFont typeface="Arial"/>
              <a:buNone/>
            </a:pPr>
            <a:r>
              <a:rPr sz="1950" b="0" i="0" u="none" strike="noStrike" cap="none">
                <a:solidFill>
                  <a:srgbClr val="202D40"/>
                </a:solidFill>
                <a:latin typeface="Arial"/>
                <a:ea typeface="Arial"/>
                <a:cs typeface="Arial"/>
              </a:rPr>
              <a:t>Fotografias de campo do grupo e logo UERJ fornecido</a:t>
            </a:r>
            <a:endParaRPr sz="1400" b="0" i="0" u="none" strike="noStrike" cap="none">
              <a:solidFill>
                <a:srgbClr val="000000"/>
              </a:solidFill>
              <a:latin typeface="Arial"/>
              <a:ea typeface="Arial"/>
              <a:cs typeface="Arial"/>
            </a:endParaRPr>
          </a:p>
        </p:txBody>
      </p:sp>
    </p:spTree>
    <p:extLst>
      <p:ext uri="{BB962C8B-B14F-4D97-AF65-F5344CB8AC3E}">
        <p14:creationId xmlns:p14="http://schemas.microsoft.com/office/powerpoint/2010/main" val="22068755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4" name="Google Shape;304;p20">
            <a:extLst xmlns:a="http://schemas.openxmlformats.org/drawingml/2006/main">
              <a:ext uri="{FF2B5EF4-FFF2-40B4-BE49-F238E27FC236}">
                <a16:creationId xmlns:a16="http://schemas.microsoft.com/office/drawing/2014/main" id="{02884DEE-ECD8-433E-B30A-D253C7AD52B2}"/>
              </a:ext>
            </a:extLst>
          </p:cNvPr>
          <p:cNvSpPr>
            <a:spLocks xmlns:a="http://schemas.openxmlformats.org/drawingml/2006/main" noGrp="1"/>
          </p:cNvSpPr>
          <p:nvPr/>
        </p:nvSpPr>
        <p:spPr>
          <a:xfrm xmlns:a="http://schemas.openxmlformats.org/drawingml/2006/main">
            <a:off x="0" y="0"/>
            <a:ext cx="12192000" cy="7812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925"/>
              <a:buFont typeface="Arial"/>
              <a:buNone/>
            </a:pPr>
            <a:r>
              <a:rPr sz="2925" b="0" i="0" u="none" strike="noStrike" cap="none">
                <a:solidFill>
                  <a:srgbClr val="FFFFFF"/>
                </a:solidFill>
                <a:latin typeface="Arial"/>
                <a:ea typeface="Arial"/>
                <a:cs typeface="Arial"/>
              </a:rPr>
              <a:t>Muito obrigado!</a:t>
            </a:r>
            <a:endParaRPr sz="1400" b="0" i="0" u="none" strike="noStrike" cap="none">
              <a:solidFill>
                <a:srgbClr val="000000"/>
              </a:solidFill>
              <a:latin typeface="Arial"/>
              <a:ea typeface="Arial"/>
              <a:cs typeface="Arial"/>
            </a:endParaRPr>
          </a:p>
        </p:txBody>
      </p:sp>
      <p:sp>
        <p:nvSpPr>
          <p:cNvPr id="305" name="Google Shape;305;p20">
            <a:extLst xmlns:a="http://schemas.openxmlformats.org/drawingml/2006/main">
              <a:ext uri="{FF2B5EF4-FFF2-40B4-BE49-F238E27FC236}">
                <a16:creationId xmlns:a16="http://schemas.microsoft.com/office/drawing/2014/main" id="{888C0E1D-9C59-4F58-A2D9-69B6C1328AFA}"/>
              </a:ext>
            </a:extLst>
          </p:cNvPr>
          <p:cNvSpPr>
            <a:spLocks xmlns:a="http://schemas.openxmlformats.org/drawingml/2006/main" noGrp="1"/>
          </p:cNvSpPr>
          <p:nvPr/>
        </p:nvSpPr>
        <p:spPr>
          <a:xfrm xmlns:a="http://schemas.openxmlformats.org/drawingml/2006/main">
            <a:off x="0" y="6496050"/>
            <a:ext cx="2428800" cy="362100"/>
          </a:xfrm>
          <a:prstGeom xmlns:a="http://schemas.openxmlformats.org/drawingml/2006/main" prst="rect">
            <a:avLst/>
          </a:prstGeom>
          <a:solidFill xmlns:a="http://schemas.openxmlformats.org/drawingml/2006/main">
            <a:srgbClr val="252572"/>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UERJ</a:t>
            </a:r>
            <a:endParaRPr sz="1400" b="0" i="0" u="none" strike="noStrike" cap="none">
              <a:solidFill>
                <a:srgbClr val="000000"/>
              </a:solidFill>
              <a:latin typeface="Arial"/>
              <a:ea typeface="Arial"/>
              <a:cs typeface="Arial"/>
            </a:endParaRPr>
          </a:p>
        </p:txBody>
      </p:sp>
      <p:sp>
        <p:nvSpPr>
          <p:cNvPr id="306" name="Google Shape;306;p20">
            <a:extLst xmlns:a="http://schemas.openxmlformats.org/drawingml/2006/main">
              <a:ext uri="{FF2B5EF4-FFF2-40B4-BE49-F238E27FC236}">
                <a16:creationId xmlns:a16="http://schemas.microsoft.com/office/drawing/2014/main" id="{B4B2FF46-9D8A-4E2D-935D-61DBEA096CDB}"/>
              </a:ext>
            </a:extLst>
          </p:cNvPr>
          <p:cNvSpPr>
            <a:spLocks xmlns:a="http://schemas.openxmlformats.org/drawingml/2006/main" noGrp="1"/>
          </p:cNvSpPr>
          <p:nvPr/>
        </p:nvSpPr>
        <p:spPr>
          <a:xfrm xmlns:a="http://schemas.openxmlformats.org/drawingml/2006/main">
            <a:off x="2428875" y="6496050"/>
            <a:ext cx="6953400" cy="362100"/>
          </a:xfrm>
          <a:prstGeom xmlns:a="http://schemas.openxmlformats.org/drawingml/2006/main" prst="rect">
            <a:avLst/>
          </a:prstGeom>
          <a:solidFill xmlns:a="http://schemas.openxmlformats.org/drawingml/2006/main">
            <a:srgbClr val="333399"/>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350"/>
              <a:buFont typeface="Arial"/>
              <a:buNone/>
            </a:pPr>
            <a:r>
              <a:rPr sz="1350" b="0" i="0" u="none" strike="noStrike" cap="none">
                <a:solidFill>
                  <a:srgbClr val="FFFFFF"/>
                </a:solidFill>
                <a:latin typeface="Arial"/>
                <a:ea typeface="Arial"/>
                <a:cs typeface="Arial"/>
              </a:rPr>
              <a:t>Macroalgas da Praia Vermelha</a:t>
            </a:r>
            <a:endParaRPr sz="1400" b="0" i="0" u="none" strike="noStrike" cap="none">
              <a:solidFill>
                <a:srgbClr val="000000"/>
              </a:solidFill>
              <a:latin typeface="Arial"/>
              <a:ea typeface="Arial"/>
              <a:cs typeface="Arial"/>
            </a:endParaRPr>
          </a:p>
        </p:txBody>
      </p:sp>
      <p:sp>
        <p:nvSpPr>
          <p:cNvPr id="307" name="Google Shape;307;p20">
            <a:extLst xmlns:a="http://schemas.openxmlformats.org/drawingml/2006/main">
              <a:ext uri="{FF2B5EF4-FFF2-40B4-BE49-F238E27FC236}">
                <a16:creationId xmlns:a16="http://schemas.microsoft.com/office/drawing/2014/main" id="{41B5574F-C432-4EDB-803A-71FBF7F7C98F}"/>
              </a:ext>
            </a:extLst>
          </p:cNvPr>
          <p:cNvSpPr>
            <a:spLocks xmlns:a="http://schemas.openxmlformats.org/drawingml/2006/main" noGrp="1"/>
          </p:cNvSpPr>
          <p:nvPr/>
        </p:nvSpPr>
        <p:spPr>
          <a:xfrm xmlns:a="http://schemas.openxmlformats.org/drawingml/2006/main">
            <a:off x="9382125" y="6496050"/>
            <a:ext cx="2809800" cy="362100"/>
          </a:xfrm>
          <a:prstGeom xmlns:a="http://schemas.openxmlformats.org/drawingml/2006/main" prst="rect">
            <a:avLst/>
          </a:prstGeom>
          <a:solidFill xmlns:a="http://schemas.openxmlformats.org/drawingml/2006/main">
            <a:srgbClr val="5151AE"/>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275"/>
              <a:buFont typeface="Arial"/>
              <a:buNone/>
            </a:pPr>
            <a:r>
              <a:rPr sz="1275" b="0" i="0" u="none" strike="noStrike" cap="none">
                <a:solidFill>
                  <a:srgbClr val="FFFFFF"/>
                </a:solidFill>
                <a:latin typeface="Arial"/>
                <a:ea typeface="Arial"/>
                <a:cs typeface="Arial"/>
              </a:rPr>
              <a:t>Encerramento</a:t>
            </a:r>
            <a:r>
              <a:rPr sz="1275" b="0" i="0" u="none" strike="noStrike" cap="none">
                <a:solidFill>
                  <a:srgbClr val="FFFFFF"/>
                </a:solidFill>
                <a:latin typeface="Arial"/>
                <a:ea typeface="Arial"/>
                <a:cs typeface="Arial"/>
              </a:rPr>
              <a:t>     </a:t>
            </a:r>
            <a:r>
              <a:rPr sz="1275" b="0" i="0" u="none" strike="noStrike" cap="none">
                <a:solidFill>
                  <a:srgbClr val="FFFFFF"/>
                </a:solidFill>
                <a:latin typeface="Arial"/>
                <a:ea typeface="Arial"/>
                <a:cs typeface="Arial"/>
              </a:rPr>
              <a:t>22/22</a:t>
            </a:r>
            <a:endParaRPr sz="1400" b="0" i="0" u="none" strike="noStrike" cap="none">
              <a:solidFill>
                <a:srgbClr val="000000"/>
              </a:solidFill>
              <a:latin typeface="Arial"/>
              <a:ea typeface="Arial"/>
              <a:cs typeface="Arial"/>
            </a:endParaRPr>
          </a:p>
        </p:txBody>
      </p:sp>
      <p:sp>
        <p:nvSpPr>
          <p:cNvPr id="308" name="Google Shape;308;p20">
            <a:extLst xmlns:a="http://schemas.openxmlformats.org/drawingml/2006/main">
              <a:ext uri="{FF2B5EF4-FFF2-40B4-BE49-F238E27FC236}">
                <a16:creationId xmlns:a16="http://schemas.microsoft.com/office/drawing/2014/main" id="{4583F47B-6C04-4545-9ED4-6E4158C5C94D}"/>
              </a:ext>
            </a:extLst>
          </p:cNvPr>
          <p:cNvSpPr>
            <a:spLocks xmlns:a="http://schemas.openxmlformats.org/drawingml/2006/main" noGrp="1"/>
          </p:cNvSpPr>
          <p:nvPr/>
        </p:nvSpPr>
        <p:spPr>
          <a:xfrm xmlns:a="http://schemas.openxmlformats.org/drawingml/2006/main">
            <a:off x="838200" y="2238375"/>
            <a:ext cx="10477500" cy="1095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4800"/>
              <a:buFont typeface="Arial"/>
              <a:buNone/>
            </a:pPr>
            <a:r>
              <a:rPr sz="4800" b="1" i="0" u="none" strike="noStrike" cap="none">
                <a:solidFill>
                  <a:srgbClr val="333399"/>
                </a:solidFill>
                <a:latin typeface="Arial"/>
                <a:ea typeface="Arial"/>
                <a:cs typeface="Arial"/>
              </a:rPr>
              <a:t>Muito obrigado!</a:t>
            </a:r>
            <a:endParaRPr sz="1400" b="0" i="0" u="none" strike="noStrike" cap="none">
              <a:solidFill>
                <a:srgbClr val="000000"/>
              </a:solidFill>
              <a:latin typeface="Arial"/>
              <a:ea typeface="Arial"/>
              <a:cs typeface="Arial"/>
            </a:endParaRPr>
          </a:p>
        </p:txBody>
      </p:sp>
      <p:sp>
        <p:nvSpPr>
          <p:cNvPr id="309" name="Google Shape;309;p20">
            <a:extLst xmlns:a="http://schemas.openxmlformats.org/drawingml/2006/main">
              <a:ext uri="{FF2B5EF4-FFF2-40B4-BE49-F238E27FC236}">
                <a16:creationId xmlns:a16="http://schemas.microsoft.com/office/drawing/2014/main" id="{CBEB7B8A-38B3-4256-9334-179198EF6EAA}"/>
              </a:ext>
            </a:extLst>
          </p:cNvPr>
          <p:cNvSpPr>
            <a:spLocks xmlns:a="http://schemas.openxmlformats.org/drawingml/2006/main" noGrp="1"/>
          </p:cNvSpPr>
          <p:nvPr/>
        </p:nvSpPr>
        <p:spPr>
          <a:xfrm xmlns:a="http://schemas.openxmlformats.org/drawingml/2006/main">
            <a:off x="866775" y="3762375"/>
            <a:ext cx="10477500" cy="762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2625"/>
              <a:buFont typeface="Arial"/>
              <a:buNone/>
            </a:pPr>
            <a:r>
              <a:rPr sz="2625" b="0" i="0" u="none" strike="noStrike" cap="none">
                <a:solidFill>
                  <a:srgbClr val="202D40"/>
                </a:solidFill>
                <a:latin typeface="Arial"/>
                <a:ea typeface="Arial"/>
                <a:cs typeface="Arial"/>
              </a:rPr>
              <a:t>Perguntas e comentários</a:t>
            </a:r>
            <a:endParaRPr sz="1400" b="0" i="0" u="none" strike="noStrike" cap="none">
              <a:solidFill>
                <a:srgbClr val="000000"/>
              </a:solidFill>
              <a:latin typeface="Arial"/>
              <a:ea typeface="Arial"/>
              <a:cs typeface="Arial"/>
            </a:endParaRPr>
          </a:p>
        </p:txBody>
      </p:sp>
      <p:pic>
        <p:nvPicPr>
          <p:cNvPr id="317" name="Google Shape;310;p20"/>
          <p:cNvPicPr>
            <a:picLocks xmlns:a="http://schemas.openxmlformats.org/drawingml/2006/main" noChangeAspect="1"/>
          </p:cNvPicPr>
          <p:nvPr/>
        </p:nvPicPr>
        <p:blipFill rotWithShape="1">
          <a:blip xmlns:r="http://schemas.openxmlformats.org/officeDocument/2006/relationships" xmlns:a="http://schemas.openxmlformats.org/drawingml/2006/main" r:embed="R096b8f4647a54223">
            <a:alphaModFix/>
          </a:blip>
          <a:srcRect xmlns:a="http://schemas.openxmlformats.org/drawingml/2006/main" l="0" t="0" r="0" b="0"/>
          <a:stretch xmlns:a="http://schemas.openxmlformats.org/drawingml/2006/main"/>
        </p:blipFill>
        <p:spPr>
          <a:xfrm xmlns:a="http://schemas.openxmlformats.org/drawingml/2006/main">
            <a:off x="10001250" y="4810125"/>
            <a:ext cx="1238250" cy="123825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7681767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hatGP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2026-10-06T22:07:26.5420000Z</dcterms:created>
  <dcterms:modified xsi:type="dcterms:W3CDTF">2026-10-06T22:07:26.5420000Z</dcterms:modified>
</coreProperties>
</file>